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74" r:id="rId5"/>
    <p:sldId id="275" r:id="rId6"/>
    <p:sldId id="276" r:id="rId7"/>
    <p:sldId id="277" r:id="rId8"/>
    <p:sldId id="27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23822"/>
    <a:srgbClr val="574A34"/>
    <a:srgbClr val="917F5E"/>
    <a:srgbClr val="3D2515"/>
    <a:srgbClr val="836449"/>
    <a:srgbClr val="589449"/>
    <a:srgbClr val="313131"/>
    <a:srgbClr val="D5D5D5"/>
    <a:srgbClr val="DFD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>
      <p:cViewPr>
        <p:scale>
          <a:sx n="88" d="100"/>
          <a:sy n="88" d="100"/>
        </p:scale>
        <p:origin x="51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1670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2FD4AF-9F7B-42E6-B5DD-F356EF45B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A8755-6272-46CE-8801-85667C143B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8E744-D578-4A41-835A-4396EA214FB9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CEDA9-5C3D-4C86-A77B-386ABDE81F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CA8EF-8BEE-4870-AAAE-99C8B718BE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D6458-C9F9-4195-BB87-C726B1BE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817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65ECD-52A7-414D-AFAB-0C15000B4F21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84ED4-23CF-9A4B-B925-F983588BE4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84ED4-23CF-9A4B-B925-F983588BE42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83D3F4-CC23-40FE-8479-3B87E8C1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DB248-951B-4A08-89C0-1A04759655FD}" type="datetimeFigureOut">
              <a:rPr lang="en-US" smtClean="0"/>
              <a:pPr/>
              <a:t>17-Nov-25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1B469-8EDD-4792-997A-6E7E30531B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62343DB-422B-4A43-836D-B1DC0D922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  <p:sp>
        <p:nvSpPr>
          <p:cNvPr id="37" name="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0800000">
            <a:off x="52718" y="5143636"/>
            <a:ext cx="9144000" cy="1676400"/>
          </a:xfrm>
          <a:prstGeom prst="rect">
            <a:avLst/>
          </a:prstGeom>
          <a:gradFill flip="none" rotWithShape="1">
            <a:gsLst>
              <a:gs pos="0">
                <a:srgbClr val="D9CFBB"/>
              </a:gs>
              <a:gs pos="100000">
                <a:srgbClr val="AE9878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490" name="Group 4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419" y="5626614"/>
            <a:ext cx="9067800" cy="1179425"/>
            <a:chOff x="192944" y="5678575"/>
            <a:chExt cx="9106330" cy="1179425"/>
          </a:xfrm>
        </p:grpSpPr>
        <p:sp>
          <p:nvSpPr>
            <p:cNvPr id="3" name="Freeform 5"/>
            <p:cNvSpPr>
              <a:spLocks/>
            </p:cNvSpPr>
            <p:nvPr/>
          </p:nvSpPr>
          <p:spPr bwMode="auto">
            <a:xfrm>
              <a:off x="733538" y="6352674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7"/>
            <p:cNvSpPr>
              <a:spLocks/>
            </p:cNvSpPr>
            <p:nvPr/>
          </p:nvSpPr>
          <p:spPr bwMode="auto">
            <a:xfrm>
              <a:off x="234528" y="6352674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192944" y="6071937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525618" y="6128084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899875" y="5903495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1731559" y="6240379"/>
              <a:ext cx="3313449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dirty="0"/>
                <a:t>Lecturer: Eric Maniraguha</a:t>
              </a:r>
            </a:p>
            <a:p>
              <a:endParaRPr lang="en-US" dirty="0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1149380" y="6296526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1440470" y="6521116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2355322" y="6240379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1398886" y="6008433"/>
              <a:ext cx="415842" cy="317521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2105817" y="6071937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2091955" y="6511758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2854332" y="6352674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6"/>
            <p:cNvSpPr>
              <a:spLocks/>
            </p:cNvSpPr>
            <p:nvPr/>
          </p:nvSpPr>
          <p:spPr bwMode="auto">
            <a:xfrm>
              <a:off x="359281" y="5878113"/>
              <a:ext cx="166337" cy="137459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622647" y="5894137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3478095" y="6497533"/>
              <a:ext cx="374258" cy="248172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4143442" y="6240379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/>
            <p:cNvSpPr>
              <a:spLocks/>
            </p:cNvSpPr>
            <p:nvPr/>
          </p:nvSpPr>
          <p:spPr bwMode="auto">
            <a:xfrm>
              <a:off x="3270174" y="6577263"/>
              <a:ext cx="166337" cy="137459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2646411" y="6633627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"/>
            <p:cNvSpPr>
              <a:spLocks/>
            </p:cNvSpPr>
            <p:nvPr/>
          </p:nvSpPr>
          <p:spPr bwMode="auto">
            <a:xfrm>
              <a:off x="2466214" y="5678575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5"/>
            <p:cNvSpPr>
              <a:spLocks/>
            </p:cNvSpPr>
            <p:nvPr/>
          </p:nvSpPr>
          <p:spPr bwMode="auto">
            <a:xfrm>
              <a:off x="4559284" y="6071937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1523638" y="6352674"/>
              <a:ext cx="166337" cy="137459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149380" y="6577263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3852353" y="6296526"/>
              <a:ext cx="237108" cy="181279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4351363" y="6071937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"/>
            <p:cNvSpPr>
              <a:spLocks/>
            </p:cNvSpPr>
            <p:nvPr/>
          </p:nvSpPr>
          <p:spPr bwMode="auto">
            <a:xfrm>
              <a:off x="3893937" y="6521116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4642452" y="6464968"/>
              <a:ext cx="310548" cy="237426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6"/>
            <p:cNvSpPr>
              <a:spLocks/>
            </p:cNvSpPr>
            <p:nvPr/>
          </p:nvSpPr>
          <p:spPr bwMode="auto">
            <a:xfrm>
              <a:off x="1398886" y="5791200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6"/>
            <p:cNvSpPr>
              <a:spLocks/>
            </p:cNvSpPr>
            <p:nvPr/>
          </p:nvSpPr>
          <p:spPr bwMode="auto">
            <a:xfrm>
              <a:off x="1856312" y="5903495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4642452" y="5922211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6"/>
            <p:cNvSpPr>
              <a:spLocks/>
            </p:cNvSpPr>
            <p:nvPr/>
          </p:nvSpPr>
          <p:spPr bwMode="auto">
            <a:xfrm>
              <a:off x="2729579" y="6015789"/>
              <a:ext cx="339453" cy="280520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6"/>
            <p:cNvSpPr>
              <a:spLocks/>
            </p:cNvSpPr>
            <p:nvPr/>
          </p:nvSpPr>
          <p:spPr bwMode="auto">
            <a:xfrm>
              <a:off x="2445421" y="5978358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7"/>
            <p:cNvSpPr>
              <a:spLocks/>
            </p:cNvSpPr>
            <p:nvPr/>
          </p:nvSpPr>
          <p:spPr bwMode="auto">
            <a:xfrm>
              <a:off x="3561263" y="5959642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/>
          </p:nvSpPr>
          <p:spPr bwMode="auto">
            <a:xfrm>
              <a:off x="3193936" y="6056820"/>
              <a:ext cx="207921" cy="158964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" name="Freeform 5"/>
            <p:cNvSpPr>
              <a:spLocks/>
            </p:cNvSpPr>
            <p:nvPr/>
          </p:nvSpPr>
          <p:spPr bwMode="auto">
            <a:xfrm>
              <a:off x="5029200" y="6421333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" name="Freeform 6"/>
            <p:cNvSpPr>
              <a:spLocks/>
            </p:cNvSpPr>
            <p:nvPr/>
          </p:nvSpPr>
          <p:spPr bwMode="auto">
            <a:xfrm>
              <a:off x="5001326" y="6128084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" name="Freeform 7"/>
            <p:cNvSpPr>
              <a:spLocks/>
            </p:cNvSpPr>
            <p:nvPr/>
          </p:nvSpPr>
          <p:spPr bwMode="auto">
            <a:xfrm>
              <a:off x="5246149" y="5903495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" name="Freeform 460"/>
            <p:cNvSpPr>
              <a:spLocks/>
            </p:cNvSpPr>
            <p:nvPr/>
          </p:nvSpPr>
          <p:spPr bwMode="auto">
            <a:xfrm>
              <a:off x="6077833" y="6240379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" name="Freeform 6"/>
            <p:cNvSpPr>
              <a:spLocks/>
            </p:cNvSpPr>
            <p:nvPr/>
          </p:nvSpPr>
          <p:spPr bwMode="auto">
            <a:xfrm>
              <a:off x="5495654" y="6296526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" name="Freeform 6"/>
            <p:cNvSpPr>
              <a:spLocks/>
            </p:cNvSpPr>
            <p:nvPr/>
          </p:nvSpPr>
          <p:spPr bwMode="auto">
            <a:xfrm>
              <a:off x="5786744" y="6521116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" name="Freeform 7"/>
            <p:cNvSpPr>
              <a:spLocks/>
            </p:cNvSpPr>
            <p:nvPr/>
          </p:nvSpPr>
          <p:spPr bwMode="auto">
            <a:xfrm>
              <a:off x="6701596" y="6240379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" name="Freeform 6"/>
            <p:cNvSpPr>
              <a:spLocks/>
            </p:cNvSpPr>
            <p:nvPr/>
          </p:nvSpPr>
          <p:spPr bwMode="auto">
            <a:xfrm>
              <a:off x="5745160" y="6008433"/>
              <a:ext cx="415842" cy="317521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" name="Freeform 6"/>
            <p:cNvSpPr>
              <a:spLocks/>
            </p:cNvSpPr>
            <p:nvPr/>
          </p:nvSpPr>
          <p:spPr bwMode="auto">
            <a:xfrm>
              <a:off x="6452091" y="6071937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" name="Freeform 6"/>
            <p:cNvSpPr>
              <a:spLocks/>
            </p:cNvSpPr>
            <p:nvPr/>
          </p:nvSpPr>
          <p:spPr bwMode="auto">
            <a:xfrm>
              <a:off x="6438229" y="6511758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" name="Freeform 5"/>
            <p:cNvSpPr>
              <a:spLocks/>
            </p:cNvSpPr>
            <p:nvPr/>
          </p:nvSpPr>
          <p:spPr bwMode="auto">
            <a:xfrm>
              <a:off x="7200606" y="6352674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" name="Freeform 6"/>
            <p:cNvSpPr>
              <a:spLocks/>
            </p:cNvSpPr>
            <p:nvPr/>
          </p:nvSpPr>
          <p:spPr bwMode="auto">
            <a:xfrm>
              <a:off x="4968921" y="5894137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" name="Freeform 5"/>
            <p:cNvSpPr>
              <a:spLocks/>
            </p:cNvSpPr>
            <p:nvPr/>
          </p:nvSpPr>
          <p:spPr bwMode="auto">
            <a:xfrm>
              <a:off x="7824369" y="6497533"/>
              <a:ext cx="374258" cy="248172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" name="Freeform 7"/>
            <p:cNvSpPr>
              <a:spLocks/>
            </p:cNvSpPr>
            <p:nvPr/>
          </p:nvSpPr>
          <p:spPr bwMode="auto">
            <a:xfrm>
              <a:off x="8489716" y="6240379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" name="Freeform 6"/>
            <p:cNvSpPr>
              <a:spLocks/>
            </p:cNvSpPr>
            <p:nvPr/>
          </p:nvSpPr>
          <p:spPr bwMode="auto">
            <a:xfrm>
              <a:off x="7616448" y="6577263"/>
              <a:ext cx="166337" cy="137459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" name="Freeform 6"/>
            <p:cNvSpPr>
              <a:spLocks/>
            </p:cNvSpPr>
            <p:nvPr/>
          </p:nvSpPr>
          <p:spPr bwMode="auto">
            <a:xfrm>
              <a:off x="6992685" y="6633627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" name="Freeform 6"/>
            <p:cNvSpPr>
              <a:spLocks/>
            </p:cNvSpPr>
            <p:nvPr/>
          </p:nvSpPr>
          <p:spPr bwMode="auto">
            <a:xfrm>
              <a:off x="7616448" y="6240379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" name="Freeform 5"/>
            <p:cNvSpPr>
              <a:spLocks/>
            </p:cNvSpPr>
            <p:nvPr/>
          </p:nvSpPr>
          <p:spPr bwMode="auto">
            <a:xfrm>
              <a:off x="8905558" y="6071937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" name="Freeform 6"/>
            <p:cNvSpPr>
              <a:spLocks/>
            </p:cNvSpPr>
            <p:nvPr/>
          </p:nvSpPr>
          <p:spPr bwMode="auto">
            <a:xfrm>
              <a:off x="5869912" y="6352674"/>
              <a:ext cx="166337" cy="137459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" name="Freeform 6"/>
            <p:cNvSpPr>
              <a:spLocks/>
            </p:cNvSpPr>
            <p:nvPr/>
          </p:nvSpPr>
          <p:spPr bwMode="auto">
            <a:xfrm>
              <a:off x="5495654" y="6577263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" name="Freeform 7"/>
            <p:cNvSpPr>
              <a:spLocks/>
            </p:cNvSpPr>
            <p:nvPr/>
          </p:nvSpPr>
          <p:spPr bwMode="auto">
            <a:xfrm>
              <a:off x="8198627" y="6296526"/>
              <a:ext cx="237108" cy="181279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" name="Freeform 6"/>
            <p:cNvSpPr>
              <a:spLocks/>
            </p:cNvSpPr>
            <p:nvPr/>
          </p:nvSpPr>
          <p:spPr bwMode="auto">
            <a:xfrm>
              <a:off x="8697637" y="6071937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" name="Freeform 6"/>
            <p:cNvSpPr>
              <a:spLocks/>
            </p:cNvSpPr>
            <p:nvPr/>
          </p:nvSpPr>
          <p:spPr bwMode="auto">
            <a:xfrm>
              <a:off x="8240211" y="6521116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" name="Freeform 7"/>
            <p:cNvSpPr>
              <a:spLocks/>
            </p:cNvSpPr>
            <p:nvPr/>
          </p:nvSpPr>
          <p:spPr bwMode="auto">
            <a:xfrm>
              <a:off x="8988726" y="6464968"/>
              <a:ext cx="310548" cy="237426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" name="Freeform 6"/>
            <p:cNvSpPr>
              <a:spLocks/>
            </p:cNvSpPr>
            <p:nvPr/>
          </p:nvSpPr>
          <p:spPr bwMode="auto">
            <a:xfrm>
              <a:off x="5745160" y="5791200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" name="Freeform 6"/>
            <p:cNvSpPr>
              <a:spLocks/>
            </p:cNvSpPr>
            <p:nvPr/>
          </p:nvSpPr>
          <p:spPr bwMode="auto">
            <a:xfrm>
              <a:off x="6202586" y="5903495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" name="Freeform 6"/>
            <p:cNvSpPr>
              <a:spLocks/>
            </p:cNvSpPr>
            <p:nvPr/>
          </p:nvSpPr>
          <p:spPr bwMode="auto">
            <a:xfrm>
              <a:off x="8988726" y="5922211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" name="Freeform 6"/>
            <p:cNvSpPr>
              <a:spLocks/>
            </p:cNvSpPr>
            <p:nvPr/>
          </p:nvSpPr>
          <p:spPr bwMode="auto">
            <a:xfrm>
              <a:off x="7075853" y="6015789"/>
              <a:ext cx="339453" cy="280520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" name="Freeform 6"/>
            <p:cNvSpPr>
              <a:spLocks/>
            </p:cNvSpPr>
            <p:nvPr/>
          </p:nvSpPr>
          <p:spPr bwMode="auto">
            <a:xfrm>
              <a:off x="6791695" y="5978358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" name="Freeform 7"/>
            <p:cNvSpPr>
              <a:spLocks/>
            </p:cNvSpPr>
            <p:nvPr/>
          </p:nvSpPr>
          <p:spPr bwMode="auto">
            <a:xfrm>
              <a:off x="7907537" y="5959642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" name="Freeform 7"/>
            <p:cNvSpPr>
              <a:spLocks/>
            </p:cNvSpPr>
            <p:nvPr/>
          </p:nvSpPr>
          <p:spPr bwMode="auto">
            <a:xfrm>
              <a:off x="7540210" y="6056820"/>
              <a:ext cx="207921" cy="158964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44" name="Picture 4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lum/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3962400"/>
          </a:xfrm>
          <a:prstGeom prst="rect">
            <a:avLst/>
          </a:prstGeom>
        </p:spPr>
      </p:pic>
      <p:grpSp>
        <p:nvGrpSpPr>
          <p:cNvPr id="449" name="Group 4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838200" y="-723900"/>
            <a:ext cx="6756400" cy="6705736"/>
            <a:chOff x="-838200" y="-723900"/>
            <a:chExt cx="6756400" cy="6705736"/>
          </a:xfrm>
        </p:grpSpPr>
        <p:sp>
          <p:nvSpPr>
            <p:cNvPr id="450" name="Trapezoid 449"/>
            <p:cNvSpPr/>
            <p:nvPr/>
          </p:nvSpPr>
          <p:spPr>
            <a:xfrm rot="18900000">
              <a:off x="1181236" y="787536"/>
              <a:ext cx="3200400" cy="4343400"/>
            </a:xfrm>
            <a:prstGeom prst="trapezoid">
              <a:avLst>
                <a:gd name="adj" fmla="val 36290"/>
              </a:avLst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B2B">
                    <a:alpha val="50000"/>
                  </a:srgbClr>
                </a:gs>
              </a:gsLst>
              <a:lin ang="16200000" scaled="0"/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3600" dirty="0">
                <a:solidFill>
                  <a:srgbClr val="3E3619"/>
                </a:solidFill>
                <a:latin typeface="Arial Narrow"/>
                <a:cs typeface="Arial Narrow"/>
              </a:endParaRPr>
            </a:p>
          </p:txBody>
        </p:sp>
        <p:sp>
          <p:nvSpPr>
            <p:cNvPr id="451" name="Trapezoid 450"/>
            <p:cNvSpPr/>
            <p:nvPr/>
          </p:nvSpPr>
          <p:spPr>
            <a:xfrm>
              <a:off x="-838200" y="1638436"/>
              <a:ext cx="3200400" cy="4343400"/>
            </a:xfrm>
            <a:prstGeom prst="trapezoid">
              <a:avLst>
                <a:gd name="adj" fmla="val 36290"/>
              </a:avLst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B2B">
                    <a:alpha val="50000"/>
                  </a:srgbClr>
                </a:gs>
              </a:gsLst>
              <a:lin ang="16200000" scaled="0"/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3600" dirty="0">
                <a:solidFill>
                  <a:srgbClr val="3E3619"/>
                </a:solidFill>
                <a:latin typeface="Arial Narrow"/>
                <a:cs typeface="Arial Narrow"/>
              </a:endParaRPr>
            </a:p>
          </p:txBody>
        </p:sp>
        <p:sp>
          <p:nvSpPr>
            <p:cNvPr id="452" name="Trapezoid 451"/>
            <p:cNvSpPr/>
            <p:nvPr/>
          </p:nvSpPr>
          <p:spPr>
            <a:xfrm rot="16200000">
              <a:off x="2146300" y="-1295400"/>
              <a:ext cx="3200400" cy="4343400"/>
            </a:xfrm>
            <a:prstGeom prst="trapezoid">
              <a:avLst>
                <a:gd name="adj" fmla="val 36290"/>
              </a:avLst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B2B">
                    <a:alpha val="50000"/>
                  </a:srgbClr>
                </a:gs>
              </a:gsLst>
              <a:lin ang="16200000" scaled="0"/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3600" dirty="0">
                <a:solidFill>
                  <a:srgbClr val="3E3619"/>
                </a:solidFill>
                <a:latin typeface="Arial Narrow"/>
                <a:cs typeface="Arial Narrow"/>
              </a:endParaRPr>
            </a:p>
          </p:txBody>
        </p:sp>
      </p:grpSp>
      <p:grpSp>
        <p:nvGrpSpPr>
          <p:cNvPr id="296" name="Group 2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81515" y="5299156"/>
            <a:ext cx="497062" cy="458808"/>
            <a:chOff x="2703513" y="2783417"/>
            <a:chExt cx="4414308" cy="4074583"/>
          </a:xfrm>
        </p:grpSpPr>
        <p:sp>
          <p:nvSpPr>
            <p:cNvPr id="297" name="Freeform 5"/>
            <p:cNvSpPr>
              <a:spLocks/>
            </p:cNvSpPr>
            <p:nvPr/>
          </p:nvSpPr>
          <p:spPr bwMode="auto">
            <a:xfrm>
              <a:off x="2807758" y="2783417"/>
              <a:ext cx="4310063" cy="3614738"/>
            </a:xfrm>
            <a:custGeom>
              <a:avLst/>
              <a:gdLst/>
              <a:ahLst/>
              <a:cxnLst>
                <a:cxn ang="0">
                  <a:pos x="5260" y="2301"/>
                </a:cxn>
                <a:cxn ang="0">
                  <a:pos x="5069" y="1997"/>
                </a:cxn>
                <a:cxn ang="0">
                  <a:pos x="4833" y="1718"/>
                </a:cxn>
                <a:cxn ang="0">
                  <a:pos x="4560" y="1457"/>
                </a:cxn>
                <a:cxn ang="0">
                  <a:pos x="4256" y="1217"/>
                </a:cxn>
                <a:cxn ang="0">
                  <a:pos x="3927" y="993"/>
                </a:cxn>
                <a:cxn ang="0">
                  <a:pos x="3580" y="782"/>
                </a:cxn>
                <a:cxn ang="0">
                  <a:pos x="3041" y="485"/>
                </a:cxn>
                <a:cxn ang="0">
                  <a:pos x="2631" y="297"/>
                </a:cxn>
                <a:cxn ang="0">
                  <a:pos x="2231" y="164"/>
                </a:cxn>
                <a:cxn ang="0">
                  <a:pos x="1852" y="75"/>
                </a:cxn>
                <a:cxn ang="0">
                  <a:pos x="1505" y="23"/>
                </a:cxn>
                <a:cxn ang="0">
                  <a:pos x="1202" y="2"/>
                </a:cxn>
                <a:cxn ang="0">
                  <a:pos x="954" y="4"/>
                </a:cxn>
                <a:cxn ang="0">
                  <a:pos x="709" y="28"/>
                </a:cxn>
                <a:cxn ang="0">
                  <a:pos x="636" y="49"/>
                </a:cxn>
                <a:cxn ang="0">
                  <a:pos x="530" y="72"/>
                </a:cxn>
                <a:cxn ang="0">
                  <a:pos x="403" y="72"/>
                </a:cxn>
                <a:cxn ang="0">
                  <a:pos x="139" y="42"/>
                </a:cxn>
                <a:cxn ang="0">
                  <a:pos x="10" y="42"/>
                </a:cxn>
                <a:cxn ang="0">
                  <a:pos x="0" y="49"/>
                </a:cxn>
                <a:cxn ang="0">
                  <a:pos x="695" y="291"/>
                </a:cxn>
                <a:cxn ang="0">
                  <a:pos x="1463" y="591"/>
                </a:cxn>
                <a:cxn ang="0">
                  <a:pos x="1910" y="788"/>
                </a:cxn>
                <a:cxn ang="0">
                  <a:pos x="2311" y="993"/>
                </a:cxn>
                <a:cxn ang="0">
                  <a:pos x="2624" y="1194"/>
                </a:cxn>
                <a:cxn ang="0">
                  <a:pos x="2806" y="1354"/>
                </a:cxn>
                <a:cxn ang="0">
                  <a:pos x="3310" y="1836"/>
                </a:cxn>
                <a:cxn ang="0">
                  <a:pos x="3708" y="2251"/>
                </a:cxn>
                <a:cxn ang="0">
                  <a:pos x="4110" y="2713"/>
                </a:cxn>
                <a:cxn ang="0">
                  <a:pos x="4476" y="3197"/>
                </a:cxn>
                <a:cxn ang="0">
                  <a:pos x="4669" y="3501"/>
                </a:cxn>
                <a:cxn ang="0">
                  <a:pos x="4798" y="3739"/>
                </a:cxn>
                <a:cxn ang="0">
                  <a:pos x="4897" y="3970"/>
                </a:cxn>
                <a:cxn ang="0">
                  <a:pos x="4961" y="4191"/>
                </a:cxn>
                <a:cxn ang="0">
                  <a:pos x="4986" y="4399"/>
                </a:cxn>
                <a:cxn ang="0">
                  <a:pos x="4977" y="4545"/>
                </a:cxn>
                <a:cxn ang="0">
                  <a:pos x="5048" y="4554"/>
                </a:cxn>
                <a:cxn ang="0">
                  <a:pos x="5083" y="4531"/>
                </a:cxn>
                <a:cxn ang="0">
                  <a:pos x="5095" y="4491"/>
                </a:cxn>
                <a:cxn ang="0">
                  <a:pos x="5140" y="4401"/>
                </a:cxn>
                <a:cxn ang="0">
                  <a:pos x="5269" y="4121"/>
                </a:cxn>
                <a:cxn ang="0">
                  <a:pos x="5364" y="3850"/>
                </a:cxn>
                <a:cxn ang="0">
                  <a:pos x="5396" y="3694"/>
                </a:cxn>
                <a:cxn ang="0">
                  <a:pos x="5417" y="3405"/>
                </a:cxn>
                <a:cxn ang="0">
                  <a:pos x="5431" y="3004"/>
                </a:cxn>
                <a:cxn ang="0">
                  <a:pos x="5408" y="2719"/>
                </a:cxn>
                <a:cxn ang="0">
                  <a:pos x="5375" y="2567"/>
                </a:cxn>
                <a:cxn ang="0">
                  <a:pos x="5338" y="2463"/>
                </a:cxn>
              </a:cxnLst>
              <a:rect l="0" t="0" r="r" b="b"/>
              <a:pathLst>
                <a:path w="5431" h="4556">
                  <a:moveTo>
                    <a:pt x="5338" y="2463"/>
                  </a:moveTo>
                  <a:lnTo>
                    <a:pt x="5338" y="2463"/>
                  </a:lnTo>
                  <a:lnTo>
                    <a:pt x="5302" y="2381"/>
                  </a:lnTo>
                  <a:lnTo>
                    <a:pt x="5260" y="2301"/>
                  </a:lnTo>
                  <a:lnTo>
                    <a:pt x="5217" y="2223"/>
                  </a:lnTo>
                  <a:lnTo>
                    <a:pt x="5170" y="2147"/>
                  </a:lnTo>
                  <a:lnTo>
                    <a:pt x="5121" y="2070"/>
                  </a:lnTo>
                  <a:lnTo>
                    <a:pt x="5069" y="1997"/>
                  </a:lnTo>
                  <a:lnTo>
                    <a:pt x="5013" y="1924"/>
                  </a:lnTo>
                  <a:lnTo>
                    <a:pt x="4956" y="1855"/>
                  </a:lnTo>
                  <a:lnTo>
                    <a:pt x="4895" y="1785"/>
                  </a:lnTo>
                  <a:lnTo>
                    <a:pt x="4833" y="1718"/>
                  </a:lnTo>
                  <a:lnTo>
                    <a:pt x="4767" y="1650"/>
                  </a:lnTo>
                  <a:lnTo>
                    <a:pt x="4701" y="1585"/>
                  </a:lnTo>
                  <a:lnTo>
                    <a:pt x="4631" y="1521"/>
                  </a:lnTo>
                  <a:lnTo>
                    <a:pt x="4560" y="1457"/>
                  </a:lnTo>
                  <a:lnTo>
                    <a:pt x="4487" y="1396"/>
                  </a:lnTo>
                  <a:lnTo>
                    <a:pt x="4410" y="1335"/>
                  </a:lnTo>
                  <a:lnTo>
                    <a:pt x="4334" y="1276"/>
                  </a:lnTo>
                  <a:lnTo>
                    <a:pt x="4256" y="1217"/>
                  </a:lnTo>
                  <a:lnTo>
                    <a:pt x="4176" y="1160"/>
                  </a:lnTo>
                  <a:lnTo>
                    <a:pt x="4094" y="1104"/>
                  </a:lnTo>
                  <a:lnTo>
                    <a:pt x="4011" y="1048"/>
                  </a:lnTo>
                  <a:lnTo>
                    <a:pt x="3927" y="993"/>
                  </a:lnTo>
                  <a:lnTo>
                    <a:pt x="3842" y="939"/>
                  </a:lnTo>
                  <a:lnTo>
                    <a:pt x="3755" y="887"/>
                  </a:lnTo>
                  <a:lnTo>
                    <a:pt x="3668" y="833"/>
                  </a:lnTo>
                  <a:lnTo>
                    <a:pt x="3580" y="782"/>
                  </a:lnTo>
                  <a:lnTo>
                    <a:pt x="3402" y="680"/>
                  </a:lnTo>
                  <a:lnTo>
                    <a:pt x="3222" y="583"/>
                  </a:lnTo>
                  <a:lnTo>
                    <a:pt x="3041" y="485"/>
                  </a:lnTo>
                  <a:lnTo>
                    <a:pt x="3041" y="485"/>
                  </a:lnTo>
                  <a:lnTo>
                    <a:pt x="2938" y="433"/>
                  </a:lnTo>
                  <a:lnTo>
                    <a:pt x="2834" y="384"/>
                  </a:lnTo>
                  <a:lnTo>
                    <a:pt x="2733" y="339"/>
                  </a:lnTo>
                  <a:lnTo>
                    <a:pt x="2631" y="297"/>
                  </a:lnTo>
                  <a:lnTo>
                    <a:pt x="2530" y="259"/>
                  </a:lnTo>
                  <a:lnTo>
                    <a:pt x="2429" y="224"/>
                  </a:lnTo>
                  <a:lnTo>
                    <a:pt x="2328" y="191"/>
                  </a:lnTo>
                  <a:lnTo>
                    <a:pt x="2231" y="164"/>
                  </a:lnTo>
                  <a:lnTo>
                    <a:pt x="2134" y="138"/>
                  </a:lnTo>
                  <a:lnTo>
                    <a:pt x="2038" y="113"/>
                  </a:lnTo>
                  <a:lnTo>
                    <a:pt x="1944" y="92"/>
                  </a:lnTo>
                  <a:lnTo>
                    <a:pt x="1852" y="75"/>
                  </a:lnTo>
                  <a:lnTo>
                    <a:pt x="1762" y="59"/>
                  </a:lnTo>
                  <a:lnTo>
                    <a:pt x="1673" y="45"/>
                  </a:lnTo>
                  <a:lnTo>
                    <a:pt x="1588" y="33"/>
                  </a:lnTo>
                  <a:lnTo>
                    <a:pt x="1505" y="23"/>
                  </a:lnTo>
                  <a:lnTo>
                    <a:pt x="1425" y="16"/>
                  </a:lnTo>
                  <a:lnTo>
                    <a:pt x="1347" y="11"/>
                  </a:lnTo>
                  <a:lnTo>
                    <a:pt x="1274" y="5"/>
                  </a:lnTo>
                  <a:lnTo>
                    <a:pt x="1202" y="2"/>
                  </a:lnTo>
                  <a:lnTo>
                    <a:pt x="1135" y="0"/>
                  </a:lnTo>
                  <a:lnTo>
                    <a:pt x="1070" y="0"/>
                  </a:lnTo>
                  <a:lnTo>
                    <a:pt x="1009" y="2"/>
                  </a:lnTo>
                  <a:lnTo>
                    <a:pt x="954" y="4"/>
                  </a:lnTo>
                  <a:lnTo>
                    <a:pt x="853" y="9"/>
                  </a:lnTo>
                  <a:lnTo>
                    <a:pt x="771" y="18"/>
                  </a:lnTo>
                  <a:lnTo>
                    <a:pt x="737" y="23"/>
                  </a:lnTo>
                  <a:lnTo>
                    <a:pt x="709" y="28"/>
                  </a:lnTo>
                  <a:lnTo>
                    <a:pt x="684" y="33"/>
                  </a:lnTo>
                  <a:lnTo>
                    <a:pt x="665" y="39"/>
                  </a:lnTo>
                  <a:lnTo>
                    <a:pt x="665" y="39"/>
                  </a:lnTo>
                  <a:lnTo>
                    <a:pt x="636" y="49"/>
                  </a:lnTo>
                  <a:lnTo>
                    <a:pt x="608" y="56"/>
                  </a:lnTo>
                  <a:lnTo>
                    <a:pt x="580" y="63"/>
                  </a:lnTo>
                  <a:lnTo>
                    <a:pt x="554" y="68"/>
                  </a:lnTo>
                  <a:lnTo>
                    <a:pt x="530" y="72"/>
                  </a:lnTo>
                  <a:lnTo>
                    <a:pt x="504" y="73"/>
                  </a:lnTo>
                  <a:lnTo>
                    <a:pt x="479" y="73"/>
                  </a:lnTo>
                  <a:lnTo>
                    <a:pt x="455" y="73"/>
                  </a:lnTo>
                  <a:lnTo>
                    <a:pt x="403" y="72"/>
                  </a:lnTo>
                  <a:lnTo>
                    <a:pt x="347" y="66"/>
                  </a:lnTo>
                  <a:lnTo>
                    <a:pt x="210" y="49"/>
                  </a:lnTo>
                  <a:lnTo>
                    <a:pt x="210" y="49"/>
                  </a:lnTo>
                  <a:lnTo>
                    <a:pt x="139" y="42"/>
                  </a:lnTo>
                  <a:lnTo>
                    <a:pt x="87" y="39"/>
                  </a:lnTo>
                  <a:lnTo>
                    <a:pt x="50" y="39"/>
                  </a:lnTo>
                  <a:lnTo>
                    <a:pt x="24" y="40"/>
                  </a:lnTo>
                  <a:lnTo>
                    <a:pt x="10" y="42"/>
                  </a:lnTo>
                  <a:lnTo>
                    <a:pt x="1" y="45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90" y="80"/>
                  </a:lnTo>
                  <a:lnTo>
                    <a:pt x="337" y="164"/>
                  </a:lnTo>
                  <a:lnTo>
                    <a:pt x="504" y="223"/>
                  </a:lnTo>
                  <a:lnTo>
                    <a:pt x="695" y="291"/>
                  </a:lnTo>
                  <a:lnTo>
                    <a:pt x="902" y="369"/>
                  </a:lnTo>
                  <a:lnTo>
                    <a:pt x="1121" y="452"/>
                  </a:lnTo>
                  <a:lnTo>
                    <a:pt x="1348" y="543"/>
                  </a:lnTo>
                  <a:lnTo>
                    <a:pt x="1463" y="591"/>
                  </a:lnTo>
                  <a:lnTo>
                    <a:pt x="1576" y="638"/>
                  </a:lnTo>
                  <a:lnTo>
                    <a:pt x="1689" y="689"/>
                  </a:lnTo>
                  <a:lnTo>
                    <a:pt x="1800" y="737"/>
                  </a:lnTo>
                  <a:lnTo>
                    <a:pt x="1910" y="788"/>
                  </a:lnTo>
                  <a:lnTo>
                    <a:pt x="2016" y="840"/>
                  </a:lnTo>
                  <a:lnTo>
                    <a:pt x="2120" y="890"/>
                  </a:lnTo>
                  <a:lnTo>
                    <a:pt x="2217" y="942"/>
                  </a:lnTo>
                  <a:lnTo>
                    <a:pt x="2311" y="993"/>
                  </a:lnTo>
                  <a:lnTo>
                    <a:pt x="2400" y="1043"/>
                  </a:lnTo>
                  <a:lnTo>
                    <a:pt x="2481" y="1095"/>
                  </a:lnTo>
                  <a:lnTo>
                    <a:pt x="2556" y="1146"/>
                  </a:lnTo>
                  <a:lnTo>
                    <a:pt x="2624" y="1194"/>
                  </a:lnTo>
                  <a:lnTo>
                    <a:pt x="2653" y="1219"/>
                  </a:lnTo>
                  <a:lnTo>
                    <a:pt x="2683" y="1243"/>
                  </a:lnTo>
                  <a:lnTo>
                    <a:pt x="2683" y="1243"/>
                  </a:lnTo>
                  <a:lnTo>
                    <a:pt x="2806" y="1354"/>
                  </a:lnTo>
                  <a:lnTo>
                    <a:pt x="2956" y="1493"/>
                  </a:lnTo>
                  <a:lnTo>
                    <a:pt x="3126" y="1655"/>
                  </a:lnTo>
                  <a:lnTo>
                    <a:pt x="3216" y="1744"/>
                  </a:lnTo>
                  <a:lnTo>
                    <a:pt x="3310" y="1836"/>
                  </a:lnTo>
                  <a:lnTo>
                    <a:pt x="3408" y="1935"/>
                  </a:lnTo>
                  <a:lnTo>
                    <a:pt x="3507" y="2037"/>
                  </a:lnTo>
                  <a:lnTo>
                    <a:pt x="3608" y="2142"/>
                  </a:lnTo>
                  <a:lnTo>
                    <a:pt x="3708" y="2251"/>
                  </a:lnTo>
                  <a:lnTo>
                    <a:pt x="3811" y="2362"/>
                  </a:lnTo>
                  <a:lnTo>
                    <a:pt x="3912" y="2477"/>
                  </a:lnTo>
                  <a:lnTo>
                    <a:pt x="4011" y="2593"/>
                  </a:lnTo>
                  <a:lnTo>
                    <a:pt x="4110" y="2713"/>
                  </a:lnTo>
                  <a:lnTo>
                    <a:pt x="4207" y="2832"/>
                  </a:lnTo>
                  <a:lnTo>
                    <a:pt x="4299" y="2953"/>
                  </a:lnTo>
                  <a:lnTo>
                    <a:pt x="4390" y="3075"/>
                  </a:lnTo>
                  <a:lnTo>
                    <a:pt x="4476" y="3197"/>
                  </a:lnTo>
                  <a:lnTo>
                    <a:pt x="4558" y="3318"/>
                  </a:lnTo>
                  <a:lnTo>
                    <a:pt x="4596" y="3379"/>
                  </a:lnTo>
                  <a:lnTo>
                    <a:pt x="4635" y="3440"/>
                  </a:lnTo>
                  <a:lnTo>
                    <a:pt x="4669" y="3501"/>
                  </a:lnTo>
                  <a:lnTo>
                    <a:pt x="4704" y="3560"/>
                  </a:lnTo>
                  <a:lnTo>
                    <a:pt x="4737" y="3621"/>
                  </a:lnTo>
                  <a:lnTo>
                    <a:pt x="4768" y="3680"/>
                  </a:lnTo>
                  <a:lnTo>
                    <a:pt x="4798" y="3739"/>
                  </a:lnTo>
                  <a:lnTo>
                    <a:pt x="4826" y="3798"/>
                  </a:lnTo>
                  <a:lnTo>
                    <a:pt x="4852" y="3855"/>
                  </a:lnTo>
                  <a:lnTo>
                    <a:pt x="4874" y="3913"/>
                  </a:lnTo>
                  <a:lnTo>
                    <a:pt x="4897" y="3970"/>
                  </a:lnTo>
                  <a:lnTo>
                    <a:pt x="4916" y="4026"/>
                  </a:lnTo>
                  <a:lnTo>
                    <a:pt x="4933" y="4081"/>
                  </a:lnTo>
                  <a:lnTo>
                    <a:pt x="4949" y="4137"/>
                  </a:lnTo>
                  <a:lnTo>
                    <a:pt x="4961" y="4191"/>
                  </a:lnTo>
                  <a:lnTo>
                    <a:pt x="4972" y="4245"/>
                  </a:lnTo>
                  <a:lnTo>
                    <a:pt x="4979" y="4297"/>
                  </a:lnTo>
                  <a:lnTo>
                    <a:pt x="4984" y="4349"/>
                  </a:lnTo>
                  <a:lnTo>
                    <a:pt x="4986" y="4399"/>
                  </a:lnTo>
                  <a:lnTo>
                    <a:pt x="4986" y="4448"/>
                  </a:lnTo>
                  <a:lnTo>
                    <a:pt x="4982" y="4497"/>
                  </a:lnTo>
                  <a:lnTo>
                    <a:pt x="4977" y="4545"/>
                  </a:lnTo>
                  <a:lnTo>
                    <a:pt x="4977" y="4545"/>
                  </a:lnTo>
                  <a:lnTo>
                    <a:pt x="4998" y="4551"/>
                  </a:lnTo>
                  <a:lnTo>
                    <a:pt x="5017" y="4554"/>
                  </a:lnTo>
                  <a:lnTo>
                    <a:pt x="5034" y="4556"/>
                  </a:lnTo>
                  <a:lnTo>
                    <a:pt x="5048" y="4554"/>
                  </a:lnTo>
                  <a:lnTo>
                    <a:pt x="5060" y="4551"/>
                  </a:lnTo>
                  <a:lnTo>
                    <a:pt x="5069" y="4545"/>
                  </a:lnTo>
                  <a:lnTo>
                    <a:pt x="5076" y="4538"/>
                  </a:lnTo>
                  <a:lnTo>
                    <a:pt x="5083" y="4531"/>
                  </a:lnTo>
                  <a:lnTo>
                    <a:pt x="5086" y="4525"/>
                  </a:lnTo>
                  <a:lnTo>
                    <a:pt x="5090" y="4518"/>
                  </a:lnTo>
                  <a:lnTo>
                    <a:pt x="5093" y="4504"/>
                  </a:lnTo>
                  <a:lnTo>
                    <a:pt x="5095" y="4491"/>
                  </a:lnTo>
                  <a:lnTo>
                    <a:pt x="5095" y="4488"/>
                  </a:lnTo>
                  <a:lnTo>
                    <a:pt x="5095" y="4488"/>
                  </a:lnTo>
                  <a:lnTo>
                    <a:pt x="5107" y="4465"/>
                  </a:lnTo>
                  <a:lnTo>
                    <a:pt x="5140" y="4401"/>
                  </a:lnTo>
                  <a:lnTo>
                    <a:pt x="5187" y="4304"/>
                  </a:lnTo>
                  <a:lnTo>
                    <a:pt x="5213" y="4246"/>
                  </a:lnTo>
                  <a:lnTo>
                    <a:pt x="5241" y="4186"/>
                  </a:lnTo>
                  <a:lnTo>
                    <a:pt x="5269" y="4121"/>
                  </a:lnTo>
                  <a:lnTo>
                    <a:pt x="5295" y="4053"/>
                  </a:lnTo>
                  <a:lnTo>
                    <a:pt x="5321" y="3986"/>
                  </a:lnTo>
                  <a:lnTo>
                    <a:pt x="5344" y="3916"/>
                  </a:lnTo>
                  <a:lnTo>
                    <a:pt x="5364" y="3850"/>
                  </a:lnTo>
                  <a:lnTo>
                    <a:pt x="5380" y="3784"/>
                  </a:lnTo>
                  <a:lnTo>
                    <a:pt x="5387" y="3753"/>
                  </a:lnTo>
                  <a:lnTo>
                    <a:pt x="5392" y="3723"/>
                  </a:lnTo>
                  <a:lnTo>
                    <a:pt x="5396" y="3694"/>
                  </a:lnTo>
                  <a:lnTo>
                    <a:pt x="5397" y="3666"/>
                  </a:lnTo>
                  <a:lnTo>
                    <a:pt x="5397" y="3666"/>
                  </a:lnTo>
                  <a:lnTo>
                    <a:pt x="5406" y="3546"/>
                  </a:lnTo>
                  <a:lnTo>
                    <a:pt x="5417" y="3405"/>
                  </a:lnTo>
                  <a:lnTo>
                    <a:pt x="5425" y="3250"/>
                  </a:lnTo>
                  <a:lnTo>
                    <a:pt x="5429" y="3169"/>
                  </a:lnTo>
                  <a:lnTo>
                    <a:pt x="5431" y="3087"/>
                  </a:lnTo>
                  <a:lnTo>
                    <a:pt x="5431" y="3004"/>
                  </a:lnTo>
                  <a:lnTo>
                    <a:pt x="5427" y="2920"/>
                  </a:lnTo>
                  <a:lnTo>
                    <a:pt x="5422" y="2839"/>
                  </a:lnTo>
                  <a:lnTo>
                    <a:pt x="5413" y="2759"/>
                  </a:lnTo>
                  <a:lnTo>
                    <a:pt x="5408" y="2719"/>
                  </a:lnTo>
                  <a:lnTo>
                    <a:pt x="5401" y="2679"/>
                  </a:lnTo>
                  <a:lnTo>
                    <a:pt x="5394" y="2640"/>
                  </a:lnTo>
                  <a:lnTo>
                    <a:pt x="5385" y="2604"/>
                  </a:lnTo>
                  <a:lnTo>
                    <a:pt x="5375" y="2567"/>
                  </a:lnTo>
                  <a:lnTo>
                    <a:pt x="5364" y="2531"/>
                  </a:lnTo>
                  <a:lnTo>
                    <a:pt x="5352" y="2496"/>
                  </a:lnTo>
                  <a:lnTo>
                    <a:pt x="5338" y="2463"/>
                  </a:lnTo>
                  <a:lnTo>
                    <a:pt x="5338" y="246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9846D"/>
                </a:gs>
                <a:gs pos="100000">
                  <a:srgbClr val="755D3E"/>
                </a:gs>
                <a:gs pos="40000">
                  <a:srgbClr val="B39375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innerShdw blurRad="111125" dist="50800" dir="2700000">
                <a:srgbClr val="000000">
                  <a:alpha val="50000"/>
                </a:srgb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Freeform 6"/>
            <p:cNvSpPr>
              <a:spLocks/>
            </p:cNvSpPr>
            <p:nvPr/>
          </p:nvSpPr>
          <p:spPr bwMode="auto">
            <a:xfrm>
              <a:off x="2703513" y="2813050"/>
              <a:ext cx="4070350" cy="4044950"/>
            </a:xfrm>
            <a:custGeom>
              <a:avLst/>
              <a:gdLst/>
              <a:ahLst/>
              <a:cxnLst>
                <a:cxn ang="0">
                  <a:pos x="2794" y="1170"/>
                </a:cxn>
                <a:cxn ang="0">
                  <a:pos x="2622" y="1046"/>
                </a:cxn>
                <a:cxn ang="0">
                  <a:pos x="2358" y="893"/>
                </a:cxn>
                <a:cxn ang="0">
                  <a:pos x="2051" y="739"/>
                </a:cxn>
                <a:cxn ang="0">
                  <a:pos x="1717" y="589"/>
                </a:cxn>
                <a:cxn ang="0">
                  <a:pos x="1262" y="403"/>
                </a:cxn>
                <a:cxn ang="0">
                  <a:pos x="645" y="174"/>
                </a:cxn>
                <a:cxn ang="0">
                  <a:pos x="141" y="0"/>
                </a:cxn>
                <a:cxn ang="0">
                  <a:pos x="132" y="9"/>
                </a:cxn>
                <a:cxn ang="0">
                  <a:pos x="116" y="36"/>
                </a:cxn>
                <a:cxn ang="0">
                  <a:pos x="111" y="78"/>
                </a:cxn>
                <a:cxn ang="0">
                  <a:pos x="122" y="139"/>
                </a:cxn>
                <a:cxn ang="0">
                  <a:pos x="141" y="195"/>
                </a:cxn>
                <a:cxn ang="0">
                  <a:pos x="144" y="240"/>
                </a:cxn>
                <a:cxn ang="0">
                  <a:pos x="118" y="419"/>
                </a:cxn>
                <a:cxn ang="0">
                  <a:pos x="52" y="773"/>
                </a:cxn>
                <a:cxn ang="0">
                  <a:pos x="17" y="1041"/>
                </a:cxn>
                <a:cxn ang="0">
                  <a:pos x="0" y="1337"/>
                </a:cxn>
                <a:cxn ang="0">
                  <a:pos x="7" y="1597"/>
                </a:cxn>
                <a:cxn ang="0">
                  <a:pos x="23" y="1757"/>
                </a:cxn>
                <a:cxn ang="0">
                  <a:pos x="50" y="1921"/>
                </a:cxn>
                <a:cxn ang="0">
                  <a:pos x="92" y="2082"/>
                </a:cxn>
                <a:cxn ang="0">
                  <a:pos x="146" y="2244"/>
                </a:cxn>
                <a:cxn ang="0">
                  <a:pos x="215" y="2404"/>
                </a:cxn>
                <a:cxn ang="0">
                  <a:pos x="302" y="2560"/>
                </a:cxn>
                <a:cxn ang="0">
                  <a:pos x="407" y="2711"/>
                </a:cxn>
                <a:cxn ang="0">
                  <a:pos x="532" y="2857"/>
                </a:cxn>
                <a:cxn ang="0">
                  <a:pos x="674" y="3003"/>
                </a:cxn>
                <a:cxn ang="0">
                  <a:pos x="980" y="3330"/>
                </a:cxn>
                <a:cxn ang="0">
                  <a:pos x="1427" y="3812"/>
                </a:cxn>
                <a:cxn ang="0">
                  <a:pos x="1790" y="4175"/>
                </a:cxn>
                <a:cxn ang="0">
                  <a:pos x="1983" y="4347"/>
                </a:cxn>
                <a:cxn ang="0">
                  <a:pos x="2181" y="4510"/>
                </a:cxn>
                <a:cxn ang="0">
                  <a:pos x="2386" y="4660"/>
                </a:cxn>
                <a:cxn ang="0">
                  <a:pos x="2600" y="4792"/>
                </a:cxn>
                <a:cxn ang="0">
                  <a:pos x="2819" y="4905"/>
                </a:cxn>
                <a:cxn ang="0">
                  <a:pos x="3045" y="4993"/>
                </a:cxn>
                <a:cxn ang="0">
                  <a:pos x="3278" y="5058"/>
                </a:cxn>
                <a:cxn ang="0">
                  <a:pos x="3519" y="5091"/>
                </a:cxn>
                <a:cxn ang="0">
                  <a:pos x="3766" y="5093"/>
                </a:cxn>
                <a:cxn ang="0">
                  <a:pos x="4021" y="5058"/>
                </a:cxn>
                <a:cxn ang="0">
                  <a:pos x="4240" y="4999"/>
                </a:cxn>
                <a:cxn ang="0">
                  <a:pos x="4374" y="4950"/>
                </a:cxn>
                <a:cxn ang="0">
                  <a:pos x="4555" y="4868"/>
                </a:cxn>
                <a:cxn ang="0">
                  <a:pos x="4833" y="4707"/>
                </a:cxn>
                <a:cxn ang="0">
                  <a:pos x="5118" y="4496"/>
                </a:cxn>
                <a:cxn ang="0">
                  <a:pos x="5127" y="4399"/>
                </a:cxn>
                <a:cxn ang="0">
                  <a:pos x="5120" y="4248"/>
                </a:cxn>
                <a:cxn ang="0">
                  <a:pos x="5090" y="4088"/>
                </a:cxn>
                <a:cxn ang="0">
                  <a:pos x="5038" y="3921"/>
                </a:cxn>
                <a:cxn ang="0">
                  <a:pos x="4967" y="3749"/>
                </a:cxn>
                <a:cxn ang="0">
                  <a:pos x="4878" y="3572"/>
                </a:cxn>
                <a:cxn ang="0">
                  <a:pos x="4776" y="3391"/>
                </a:cxn>
                <a:cxn ang="0">
                  <a:pos x="4617" y="3148"/>
                </a:cxn>
                <a:cxn ang="0">
                  <a:pos x="4348" y="2783"/>
                </a:cxn>
                <a:cxn ang="0">
                  <a:pos x="4053" y="2428"/>
                </a:cxn>
                <a:cxn ang="0">
                  <a:pos x="3749" y="2093"/>
                </a:cxn>
                <a:cxn ang="0">
                  <a:pos x="3451" y="1787"/>
                </a:cxn>
                <a:cxn ang="0">
                  <a:pos x="3097" y="1444"/>
                </a:cxn>
                <a:cxn ang="0">
                  <a:pos x="2824" y="1194"/>
                </a:cxn>
              </a:cxnLst>
              <a:rect l="0" t="0" r="r" b="b"/>
              <a:pathLst>
                <a:path w="5127" h="5096">
                  <a:moveTo>
                    <a:pt x="2824" y="1194"/>
                  </a:moveTo>
                  <a:lnTo>
                    <a:pt x="2824" y="1194"/>
                  </a:lnTo>
                  <a:lnTo>
                    <a:pt x="2794" y="1170"/>
                  </a:lnTo>
                  <a:lnTo>
                    <a:pt x="2765" y="1145"/>
                  </a:lnTo>
                  <a:lnTo>
                    <a:pt x="2697" y="1097"/>
                  </a:lnTo>
                  <a:lnTo>
                    <a:pt x="2622" y="1046"/>
                  </a:lnTo>
                  <a:lnTo>
                    <a:pt x="2541" y="994"/>
                  </a:lnTo>
                  <a:lnTo>
                    <a:pt x="2452" y="944"/>
                  </a:lnTo>
                  <a:lnTo>
                    <a:pt x="2358" y="893"/>
                  </a:lnTo>
                  <a:lnTo>
                    <a:pt x="2261" y="841"/>
                  </a:lnTo>
                  <a:lnTo>
                    <a:pt x="2157" y="791"/>
                  </a:lnTo>
                  <a:lnTo>
                    <a:pt x="2051" y="739"/>
                  </a:lnTo>
                  <a:lnTo>
                    <a:pt x="1941" y="688"/>
                  </a:lnTo>
                  <a:lnTo>
                    <a:pt x="1830" y="640"/>
                  </a:lnTo>
                  <a:lnTo>
                    <a:pt x="1717" y="589"/>
                  </a:lnTo>
                  <a:lnTo>
                    <a:pt x="1604" y="542"/>
                  </a:lnTo>
                  <a:lnTo>
                    <a:pt x="1489" y="494"/>
                  </a:lnTo>
                  <a:lnTo>
                    <a:pt x="1262" y="403"/>
                  </a:lnTo>
                  <a:lnTo>
                    <a:pt x="1043" y="320"/>
                  </a:lnTo>
                  <a:lnTo>
                    <a:pt x="836" y="242"/>
                  </a:lnTo>
                  <a:lnTo>
                    <a:pt x="645" y="174"/>
                  </a:lnTo>
                  <a:lnTo>
                    <a:pt x="478" y="115"/>
                  </a:lnTo>
                  <a:lnTo>
                    <a:pt x="231" y="31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37" y="2"/>
                  </a:lnTo>
                  <a:lnTo>
                    <a:pt x="132" y="9"/>
                  </a:lnTo>
                  <a:lnTo>
                    <a:pt x="123" y="19"/>
                  </a:lnTo>
                  <a:lnTo>
                    <a:pt x="120" y="28"/>
                  </a:lnTo>
                  <a:lnTo>
                    <a:pt x="116" y="36"/>
                  </a:lnTo>
                  <a:lnTo>
                    <a:pt x="113" y="49"/>
                  </a:lnTo>
                  <a:lnTo>
                    <a:pt x="113" y="63"/>
                  </a:lnTo>
                  <a:lnTo>
                    <a:pt x="111" y="78"/>
                  </a:lnTo>
                  <a:lnTo>
                    <a:pt x="113" y="96"/>
                  </a:lnTo>
                  <a:lnTo>
                    <a:pt x="116" y="116"/>
                  </a:lnTo>
                  <a:lnTo>
                    <a:pt x="122" y="139"/>
                  </a:lnTo>
                  <a:lnTo>
                    <a:pt x="130" y="165"/>
                  </a:lnTo>
                  <a:lnTo>
                    <a:pt x="141" y="195"/>
                  </a:lnTo>
                  <a:lnTo>
                    <a:pt x="141" y="195"/>
                  </a:lnTo>
                  <a:lnTo>
                    <a:pt x="142" y="203"/>
                  </a:lnTo>
                  <a:lnTo>
                    <a:pt x="144" y="214"/>
                  </a:lnTo>
                  <a:lnTo>
                    <a:pt x="144" y="240"/>
                  </a:lnTo>
                  <a:lnTo>
                    <a:pt x="142" y="275"/>
                  </a:lnTo>
                  <a:lnTo>
                    <a:pt x="135" y="316"/>
                  </a:lnTo>
                  <a:lnTo>
                    <a:pt x="118" y="419"/>
                  </a:lnTo>
                  <a:lnTo>
                    <a:pt x="94" y="546"/>
                  </a:lnTo>
                  <a:lnTo>
                    <a:pt x="66" y="693"/>
                  </a:lnTo>
                  <a:lnTo>
                    <a:pt x="52" y="773"/>
                  </a:lnTo>
                  <a:lnTo>
                    <a:pt x="40" y="859"/>
                  </a:lnTo>
                  <a:lnTo>
                    <a:pt x="28" y="947"/>
                  </a:lnTo>
                  <a:lnTo>
                    <a:pt x="17" y="1041"/>
                  </a:lnTo>
                  <a:lnTo>
                    <a:pt x="9" y="1137"/>
                  </a:lnTo>
                  <a:lnTo>
                    <a:pt x="3" y="1236"/>
                  </a:lnTo>
                  <a:lnTo>
                    <a:pt x="0" y="1337"/>
                  </a:lnTo>
                  <a:lnTo>
                    <a:pt x="0" y="1439"/>
                  </a:lnTo>
                  <a:lnTo>
                    <a:pt x="3" y="1543"/>
                  </a:lnTo>
                  <a:lnTo>
                    <a:pt x="7" y="1597"/>
                  </a:lnTo>
                  <a:lnTo>
                    <a:pt x="10" y="1649"/>
                  </a:lnTo>
                  <a:lnTo>
                    <a:pt x="17" y="1703"/>
                  </a:lnTo>
                  <a:lnTo>
                    <a:pt x="23" y="1757"/>
                  </a:lnTo>
                  <a:lnTo>
                    <a:pt x="31" y="1811"/>
                  </a:lnTo>
                  <a:lnTo>
                    <a:pt x="40" y="1865"/>
                  </a:lnTo>
                  <a:lnTo>
                    <a:pt x="50" y="1921"/>
                  </a:lnTo>
                  <a:lnTo>
                    <a:pt x="62" y="1974"/>
                  </a:lnTo>
                  <a:lnTo>
                    <a:pt x="76" y="2028"/>
                  </a:lnTo>
                  <a:lnTo>
                    <a:pt x="92" y="2082"/>
                  </a:lnTo>
                  <a:lnTo>
                    <a:pt x="108" y="2136"/>
                  </a:lnTo>
                  <a:lnTo>
                    <a:pt x="125" y="2190"/>
                  </a:lnTo>
                  <a:lnTo>
                    <a:pt x="146" y="2244"/>
                  </a:lnTo>
                  <a:lnTo>
                    <a:pt x="167" y="2298"/>
                  </a:lnTo>
                  <a:lnTo>
                    <a:pt x="189" y="2350"/>
                  </a:lnTo>
                  <a:lnTo>
                    <a:pt x="215" y="2404"/>
                  </a:lnTo>
                  <a:lnTo>
                    <a:pt x="241" y="2456"/>
                  </a:lnTo>
                  <a:lnTo>
                    <a:pt x="271" y="2508"/>
                  </a:lnTo>
                  <a:lnTo>
                    <a:pt x="302" y="2560"/>
                  </a:lnTo>
                  <a:lnTo>
                    <a:pt x="335" y="2611"/>
                  </a:lnTo>
                  <a:lnTo>
                    <a:pt x="370" y="2661"/>
                  </a:lnTo>
                  <a:lnTo>
                    <a:pt x="407" y="2711"/>
                  </a:lnTo>
                  <a:lnTo>
                    <a:pt x="447" y="2762"/>
                  </a:lnTo>
                  <a:lnTo>
                    <a:pt x="488" y="2810"/>
                  </a:lnTo>
                  <a:lnTo>
                    <a:pt x="532" y="2857"/>
                  </a:lnTo>
                  <a:lnTo>
                    <a:pt x="579" y="2906"/>
                  </a:lnTo>
                  <a:lnTo>
                    <a:pt x="579" y="2906"/>
                  </a:lnTo>
                  <a:lnTo>
                    <a:pt x="674" y="3003"/>
                  </a:lnTo>
                  <a:lnTo>
                    <a:pt x="773" y="3106"/>
                  </a:lnTo>
                  <a:lnTo>
                    <a:pt x="876" y="3215"/>
                  </a:lnTo>
                  <a:lnTo>
                    <a:pt x="980" y="3330"/>
                  </a:lnTo>
                  <a:lnTo>
                    <a:pt x="1197" y="3568"/>
                  </a:lnTo>
                  <a:lnTo>
                    <a:pt x="1310" y="3690"/>
                  </a:lnTo>
                  <a:lnTo>
                    <a:pt x="1427" y="3812"/>
                  </a:lnTo>
                  <a:lnTo>
                    <a:pt x="1545" y="3935"/>
                  </a:lnTo>
                  <a:lnTo>
                    <a:pt x="1667" y="4055"/>
                  </a:lnTo>
                  <a:lnTo>
                    <a:pt x="1790" y="4175"/>
                  </a:lnTo>
                  <a:lnTo>
                    <a:pt x="1854" y="4234"/>
                  </a:lnTo>
                  <a:lnTo>
                    <a:pt x="1919" y="4291"/>
                  </a:lnTo>
                  <a:lnTo>
                    <a:pt x="1983" y="4347"/>
                  </a:lnTo>
                  <a:lnTo>
                    <a:pt x="2049" y="4403"/>
                  </a:lnTo>
                  <a:lnTo>
                    <a:pt x="2115" y="4456"/>
                  </a:lnTo>
                  <a:lnTo>
                    <a:pt x="2181" y="4510"/>
                  </a:lnTo>
                  <a:lnTo>
                    <a:pt x="2249" y="4561"/>
                  </a:lnTo>
                  <a:lnTo>
                    <a:pt x="2318" y="4611"/>
                  </a:lnTo>
                  <a:lnTo>
                    <a:pt x="2386" y="4660"/>
                  </a:lnTo>
                  <a:lnTo>
                    <a:pt x="2457" y="4705"/>
                  </a:lnTo>
                  <a:lnTo>
                    <a:pt x="2527" y="4750"/>
                  </a:lnTo>
                  <a:lnTo>
                    <a:pt x="2600" y="4792"/>
                  </a:lnTo>
                  <a:lnTo>
                    <a:pt x="2671" y="4832"/>
                  </a:lnTo>
                  <a:lnTo>
                    <a:pt x="2744" y="4868"/>
                  </a:lnTo>
                  <a:lnTo>
                    <a:pt x="2819" y="4905"/>
                  </a:lnTo>
                  <a:lnTo>
                    <a:pt x="2893" y="4936"/>
                  </a:lnTo>
                  <a:lnTo>
                    <a:pt x="2968" y="4967"/>
                  </a:lnTo>
                  <a:lnTo>
                    <a:pt x="3045" y="4993"/>
                  </a:lnTo>
                  <a:lnTo>
                    <a:pt x="3121" y="5018"/>
                  </a:lnTo>
                  <a:lnTo>
                    <a:pt x="3199" y="5039"/>
                  </a:lnTo>
                  <a:lnTo>
                    <a:pt x="3278" y="5058"/>
                  </a:lnTo>
                  <a:lnTo>
                    <a:pt x="3357" y="5072"/>
                  </a:lnTo>
                  <a:lnTo>
                    <a:pt x="3437" y="5084"/>
                  </a:lnTo>
                  <a:lnTo>
                    <a:pt x="3519" y="5091"/>
                  </a:lnTo>
                  <a:lnTo>
                    <a:pt x="3601" y="5096"/>
                  </a:lnTo>
                  <a:lnTo>
                    <a:pt x="3682" y="5096"/>
                  </a:lnTo>
                  <a:lnTo>
                    <a:pt x="3766" y="5093"/>
                  </a:lnTo>
                  <a:lnTo>
                    <a:pt x="3851" y="5086"/>
                  </a:lnTo>
                  <a:lnTo>
                    <a:pt x="3936" y="5073"/>
                  </a:lnTo>
                  <a:lnTo>
                    <a:pt x="4021" y="5058"/>
                  </a:lnTo>
                  <a:lnTo>
                    <a:pt x="4108" y="5039"/>
                  </a:lnTo>
                  <a:lnTo>
                    <a:pt x="4195" y="5013"/>
                  </a:lnTo>
                  <a:lnTo>
                    <a:pt x="4240" y="4999"/>
                  </a:lnTo>
                  <a:lnTo>
                    <a:pt x="4284" y="4985"/>
                  </a:lnTo>
                  <a:lnTo>
                    <a:pt x="4329" y="4967"/>
                  </a:lnTo>
                  <a:lnTo>
                    <a:pt x="4374" y="4950"/>
                  </a:lnTo>
                  <a:lnTo>
                    <a:pt x="4418" y="4931"/>
                  </a:lnTo>
                  <a:lnTo>
                    <a:pt x="4463" y="4912"/>
                  </a:lnTo>
                  <a:lnTo>
                    <a:pt x="4555" y="4868"/>
                  </a:lnTo>
                  <a:lnTo>
                    <a:pt x="4645" y="4820"/>
                  </a:lnTo>
                  <a:lnTo>
                    <a:pt x="4739" y="4766"/>
                  </a:lnTo>
                  <a:lnTo>
                    <a:pt x="4833" y="4707"/>
                  </a:lnTo>
                  <a:lnTo>
                    <a:pt x="4927" y="4642"/>
                  </a:lnTo>
                  <a:lnTo>
                    <a:pt x="5022" y="4571"/>
                  </a:lnTo>
                  <a:lnTo>
                    <a:pt x="5118" y="4496"/>
                  </a:lnTo>
                  <a:lnTo>
                    <a:pt x="5118" y="4496"/>
                  </a:lnTo>
                  <a:lnTo>
                    <a:pt x="5123" y="4448"/>
                  </a:lnTo>
                  <a:lnTo>
                    <a:pt x="5127" y="4399"/>
                  </a:lnTo>
                  <a:lnTo>
                    <a:pt x="5127" y="4350"/>
                  </a:lnTo>
                  <a:lnTo>
                    <a:pt x="5125" y="4300"/>
                  </a:lnTo>
                  <a:lnTo>
                    <a:pt x="5120" y="4248"/>
                  </a:lnTo>
                  <a:lnTo>
                    <a:pt x="5113" y="4196"/>
                  </a:lnTo>
                  <a:lnTo>
                    <a:pt x="5102" y="4142"/>
                  </a:lnTo>
                  <a:lnTo>
                    <a:pt x="5090" y="4088"/>
                  </a:lnTo>
                  <a:lnTo>
                    <a:pt x="5074" y="4032"/>
                  </a:lnTo>
                  <a:lnTo>
                    <a:pt x="5057" y="3977"/>
                  </a:lnTo>
                  <a:lnTo>
                    <a:pt x="5038" y="3921"/>
                  </a:lnTo>
                  <a:lnTo>
                    <a:pt x="5015" y="3864"/>
                  </a:lnTo>
                  <a:lnTo>
                    <a:pt x="4993" y="3806"/>
                  </a:lnTo>
                  <a:lnTo>
                    <a:pt x="4967" y="3749"/>
                  </a:lnTo>
                  <a:lnTo>
                    <a:pt x="4939" y="3690"/>
                  </a:lnTo>
                  <a:lnTo>
                    <a:pt x="4909" y="3631"/>
                  </a:lnTo>
                  <a:lnTo>
                    <a:pt x="4878" y="3572"/>
                  </a:lnTo>
                  <a:lnTo>
                    <a:pt x="4845" y="3511"/>
                  </a:lnTo>
                  <a:lnTo>
                    <a:pt x="4810" y="3452"/>
                  </a:lnTo>
                  <a:lnTo>
                    <a:pt x="4776" y="3391"/>
                  </a:lnTo>
                  <a:lnTo>
                    <a:pt x="4737" y="3330"/>
                  </a:lnTo>
                  <a:lnTo>
                    <a:pt x="4699" y="3269"/>
                  </a:lnTo>
                  <a:lnTo>
                    <a:pt x="4617" y="3148"/>
                  </a:lnTo>
                  <a:lnTo>
                    <a:pt x="4531" y="3026"/>
                  </a:lnTo>
                  <a:lnTo>
                    <a:pt x="4440" y="2904"/>
                  </a:lnTo>
                  <a:lnTo>
                    <a:pt x="4348" y="2783"/>
                  </a:lnTo>
                  <a:lnTo>
                    <a:pt x="4251" y="2664"/>
                  </a:lnTo>
                  <a:lnTo>
                    <a:pt x="4152" y="2544"/>
                  </a:lnTo>
                  <a:lnTo>
                    <a:pt x="4053" y="2428"/>
                  </a:lnTo>
                  <a:lnTo>
                    <a:pt x="3952" y="2313"/>
                  </a:lnTo>
                  <a:lnTo>
                    <a:pt x="3849" y="2202"/>
                  </a:lnTo>
                  <a:lnTo>
                    <a:pt x="3749" y="2093"/>
                  </a:lnTo>
                  <a:lnTo>
                    <a:pt x="3648" y="1988"/>
                  </a:lnTo>
                  <a:lnTo>
                    <a:pt x="3549" y="1886"/>
                  </a:lnTo>
                  <a:lnTo>
                    <a:pt x="3451" y="1787"/>
                  </a:lnTo>
                  <a:lnTo>
                    <a:pt x="3357" y="1695"/>
                  </a:lnTo>
                  <a:lnTo>
                    <a:pt x="3267" y="1606"/>
                  </a:lnTo>
                  <a:lnTo>
                    <a:pt x="3097" y="1444"/>
                  </a:lnTo>
                  <a:lnTo>
                    <a:pt x="2947" y="1305"/>
                  </a:lnTo>
                  <a:lnTo>
                    <a:pt x="2824" y="1194"/>
                  </a:lnTo>
                  <a:lnTo>
                    <a:pt x="2824" y="119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9846D"/>
                </a:gs>
                <a:gs pos="100000">
                  <a:srgbClr val="755D3E"/>
                </a:gs>
                <a:gs pos="40000">
                  <a:srgbClr val="B39375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innerShdw blurRad="111125" dist="50800" dir="2700000">
                <a:srgbClr val="000000">
                  <a:alpha val="50000"/>
                </a:srgb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3" name="Group 4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73212" y="3758312"/>
            <a:ext cx="636197" cy="2479916"/>
            <a:chOff x="2225612" y="3971068"/>
            <a:chExt cx="636197" cy="2479916"/>
          </a:xfrm>
        </p:grpSpPr>
        <p:grpSp>
          <p:nvGrpSpPr>
            <p:cNvPr id="438" name="Group 437"/>
            <p:cNvGrpSpPr/>
            <p:nvPr/>
          </p:nvGrpSpPr>
          <p:grpSpPr>
            <a:xfrm>
              <a:off x="2225612" y="5383474"/>
              <a:ext cx="365189" cy="1067510"/>
              <a:chOff x="2166342" y="5383474"/>
              <a:chExt cx="484939" cy="1067510"/>
            </a:xfrm>
          </p:grpSpPr>
          <p:grpSp>
            <p:nvGrpSpPr>
              <p:cNvPr id="372" name="Group 93"/>
              <p:cNvGrpSpPr/>
              <p:nvPr/>
            </p:nvGrpSpPr>
            <p:grpSpPr>
              <a:xfrm>
                <a:off x="2166342" y="5461841"/>
                <a:ext cx="484939" cy="989143"/>
                <a:chOff x="1346207" y="3640662"/>
                <a:chExt cx="712288" cy="3117515"/>
              </a:xfrm>
            </p:grpSpPr>
            <p:sp>
              <p:nvSpPr>
                <p:cNvPr id="374" name="Freeform 7"/>
                <p:cNvSpPr>
                  <a:spLocks/>
                </p:cNvSpPr>
                <p:nvPr/>
              </p:nvSpPr>
              <p:spPr bwMode="auto">
                <a:xfrm>
                  <a:off x="1740441" y="3674531"/>
                  <a:ext cx="318054" cy="3083646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5" name="Freeform 5"/>
                <p:cNvSpPr>
                  <a:spLocks/>
                </p:cNvSpPr>
                <p:nvPr/>
              </p:nvSpPr>
              <p:spPr bwMode="auto">
                <a:xfrm>
                  <a:off x="1452044" y="3640662"/>
                  <a:ext cx="169026" cy="2623559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7" name="Freeform 8"/>
                <p:cNvSpPr>
                  <a:spLocks/>
                </p:cNvSpPr>
                <p:nvPr/>
              </p:nvSpPr>
              <p:spPr bwMode="auto">
                <a:xfrm>
                  <a:off x="1837279" y="4109504"/>
                  <a:ext cx="155328" cy="65722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8" name="Freeform 7"/>
                <p:cNvSpPr>
                  <a:spLocks/>
                </p:cNvSpPr>
                <p:nvPr/>
              </p:nvSpPr>
              <p:spPr bwMode="auto">
                <a:xfrm rot="21316019" flipH="1">
                  <a:off x="1500495" y="3662712"/>
                  <a:ext cx="268987" cy="2560805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9" name="Freeform 5"/>
                <p:cNvSpPr>
                  <a:spLocks/>
                </p:cNvSpPr>
                <p:nvPr/>
              </p:nvSpPr>
              <p:spPr bwMode="auto">
                <a:xfrm flipH="1">
                  <a:off x="1854519" y="3640662"/>
                  <a:ext cx="169026" cy="2623559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0" name="Freeform 8"/>
                <p:cNvSpPr>
                  <a:spLocks/>
                </p:cNvSpPr>
                <p:nvPr/>
              </p:nvSpPr>
              <p:spPr bwMode="auto">
                <a:xfrm>
                  <a:off x="1346207" y="4101039"/>
                  <a:ext cx="155328" cy="65722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1" name="Freeform 8"/>
                <p:cNvSpPr>
                  <a:spLocks/>
                </p:cNvSpPr>
                <p:nvPr/>
              </p:nvSpPr>
              <p:spPr bwMode="auto">
                <a:xfrm rot="308441" flipH="1">
                  <a:off x="1634072" y="3662885"/>
                  <a:ext cx="194738" cy="1359957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3" name="Freeform 6"/>
                <p:cNvSpPr>
                  <a:spLocks/>
                </p:cNvSpPr>
                <p:nvPr/>
              </p:nvSpPr>
              <p:spPr bwMode="auto">
                <a:xfrm rot="21099981" flipH="1">
                  <a:off x="1589538" y="3682098"/>
                  <a:ext cx="430800" cy="2259594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4" name="Freeform 8"/>
                <p:cNvSpPr>
                  <a:spLocks/>
                </p:cNvSpPr>
                <p:nvPr/>
              </p:nvSpPr>
              <p:spPr bwMode="auto">
                <a:xfrm>
                  <a:off x="1396999" y="4907492"/>
                  <a:ext cx="82552" cy="51050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73" name="Freeform 9"/>
              <p:cNvSpPr>
                <a:spLocks/>
              </p:cNvSpPr>
              <p:nvPr/>
            </p:nvSpPr>
            <p:spPr bwMode="auto">
              <a:xfrm rot="186992">
                <a:off x="2335857" y="5383474"/>
                <a:ext cx="239968" cy="111338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63" name="Group 7"/>
            <p:cNvGrpSpPr/>
            <p:nvPr/>
          </p:nvGrpSpPr>
          <p:grpSpPr>
            <a:xfrm>
              <a:off x="2415998" y="3971068"/>
              <a:ext cx="445811" cy="1476624"/>
              <a:chOff x="4267200" y="2895600"/>
              <a:chExt cx="485996" cy="1609725"/>
            </a:xfrm>
          </p:grpSpPr>
          <p:sp>
            <p:nvSpPr>
              <p:cNvPr id="164" name="Freeform 5"/>
              <p:cNvSpPr>
                <a:spLocks/>
              </p:cNvSpPr>
              <p:nvPr/>
            </p:nvSpPr>
            <p:spPr bwMode="auto">
              <a:xfrm>
                <a:off x="4267200" y="2895600"/>
                <a:ext cx="254000" cy="1609725"/>
              </a:xfrm>
              <a:custGeom>
                <a:avLst/>
                <a:gdLst/>
                <a:ahLst/>
                <a:cxnLst>
                  <a:cxn ang="0">
                    <a:pos x="8" y="1945"/>
                  </a:cxn>
                  <a:cxn ang="0">
                    <a:pos x="66" y="1835"/>
                  </a:cxn>
                  <a:cxn ang="0">
                    <a:pos x="119" y="1722"/>
                  </a:cxn>
                  <a:cxn ang="0">
                    <a:pos x="167" y="1606"/>
                  </a:cxn>
                  <a:cxn ang="0">
                    <a:pos x="208" y="1489"/>
                  </a:cxn>
                  <a:cxn ang="0">
                    <a:pos x="223" y="1428"/>
                  </a:cxn>
                  <a:cxn ang="0">
                    <a:pos x="237" y="1369"/>
                  </a:cxn>
                  <a:cxn ang="0">
                    <a:pos x="246" y="1308"/>
                  </a:cxn>
                  <a:cxn ang="0">
                    <a:pos x="250" y="1249"/>
                  </a:cxn>
                  <a:cxn ang="0">
                    <a:pos x="250" y="1219"/>
                  </a:cxn>
                  <a:cxn ang="0">
                    <a:pos x="242" y="1161"/>
                  </a:cxn>
                  <a:cxn ang="0">
                    <a:pos x="233" y="1134"/>
                  </a:cxn>
                  <a:cxn ang="0">
                    <a:pos x="222" y="1107"/>
                  </a:cxn>
                  <a:cxn ang="0">
                    <a:pos x="208" y="1078"/>
                  </a:cxn>
                  <a:cxn ang="0">
                    <a:pos x="185" y="1015"/>
                  </a:cxn>
                  <a:cxn ang="0">
                    <a:pos x="167" y="953"/>
                  </a:cxn>
                  <a:cxn ang="0">
                    <a:pos x="137" y="828"/>
                  </a:cxn>
                  <a:cxn ang="0">
                    <a:pos x="116" y="700"/>
                  </a:cxn>
                  <a:cxn ang="0">
                    <a:pos x="93" y="510"/>
                  </a:cxn>
                  <a:cxn ang="0">
                    <a:pos x="89" y="446"/>
                  </a:cxn>
                  <a:cxn ang="0">
                    <a:pos x="81" y="317"/>
                  </a:cxn>
                  <a:cxn ang="0">
                    <a:pos x="78" y="254"/>
                  </a:cxn>
                  <a:cxn ang="0">
                    <a:pos x="78" y="127"/>
                  </a:cxn>
                  <a:cxn ang="0">
                    <a:pos x="79" y="94"/>
                  </a:cxn>
                  <a:cxn ang="0">
                    <a:pos x="85" y="31"/>
                  </a:cxn>
                  <a:cxn ang="0">
                    <a:pos x="92" y="0"/>
                  </a:cxn>
                  <a:cxn ang="0">
                    <a:pos x="89" y="15"/>
                  </a:cxn>
                  <a:cxn ang="0">
                    <a:pos x="85" y="63"/>
                  </a:cxn>
                  <a:cxn ang="0">
                    <a:pos x="85" y="127"/>
                  </a:cxn>
                  <a:cxn ang="0">
                    <a:pos x="88" y="190"/>
                  </a:cxn>
                  <a:cxn ang="0">
                    <a:pos x="92" y="254"/>
                  </a:cxn>
                  <a:cxn ang="0">
                    <a:pos x="105" y="380"/>
                  </a:cxn>
                  <a:cxn ang="0">
                    <a:pos x="121" y="505"/>
                  </a:cxn>
                  <a:cxn ang="0">
                    <a:pos x="131" y="569"/>
                  </a:cxn>
                  <a:cxn ang="0">
                    <a:pos x="154" y="693"/>
                  </a:cxn>
                  <a:cxn ang="0">
                    <a:pos x="181" y="818"/>
                  </a:cxn>
                  <a:cxn ang="0">
                    <a:pos x="215" y="938"/>
                  </a:cxn>
                  <a:cxn ang="0">
                    <a:pos x="236" y="997"/>
                  </a:cxn>
                  <a:cxn ang="0">
                    <a:pos x="260" y="1054"/>
                  </a:cxn>
                  <a:cxn ang="0">
                    <a:pos x="274" y="1080"/>
                  </a:cxn>
                  <a:cxn ang="0">
                    <a:pos x="290" y="1112"/>
                  </a:cxn>
                  <a:cxn ang="0">
                    <a:pos x="297" y="1128"/>
                  </a:cxn>
                  <a:cxn ang="0">
                    <a:pos x="307" y="1162"/>
                  </a:cxn>
                  <a:cxn ang="0">
                    <a:pos x="315" y="1213"/>
                  </a:cxn>
                  <a:cxn ang="0">
                    <a:pos x="318" y="1247"/>
                  </a:cxn>
                  <a:cxn ang="0">
                    <a:pos x="318" y="1315"/>
                  </a:cxn>
                  <a:cxn ang="0">
                    <a:pos x="311" y="1380"/>
                  </a:cxn>
                  <a:cxn ang="0">
                    <a:pos x="301" y="1446"/>
                  </a:cxn>
                  <a:cxn ang="0">
                    <a:pos x="287" y="1510"/>
                  </a:cxn>
                  <a:cxn ang="0">
                    <a:pos x="250" y="1636"/>
                  </a:cxn>
                  <a:cxn ang="0">
                    <a:pos x="208" y="1759"/>
                  </a:cxn>
                  <a:cxn ang="0">
                    <a:pos x="158" y="1879"/>
                  </a:cxn>
                  <a:cxn ang="0">
                    <a:pos x="105" y="1997"/>
                  </a:cxn>
                  <a:cxn ang="0">
                    <a:pos x="99" y="2006"/>
                  </a:cxn>
                  <a:cxn ang="0">
                    <a:pos x="82" y="2020"/>
                  </a:cxn>
                  <a:cxn ang="0">
                    <a:pos x="62" y="2027"/>
                  </a:cxn>
                  <a:cxn ang="0">
                    <a:pos x="41" y="2026"/>
                  </a:cxn>
                  <a:cxn ang="0">
                    <a:pos x="31" y="2023"/>
                  </a:cxn>
                  <a:cxn ang="0">
                    <a:pos x="14" y="2009"/>
                  </a:cxn>
                  <a:cxn ang="0">
                    <a:pos x="3" y="1992"/>
                  </a:cxn>
                  <a:cxn ang="0">
                    <a:pos x="0" y="1971"/>
                  </a:cxn>
                  <a:cxn ang="0">
                    <a:pos x="6" y="1949"/>
                  </a:cxn>
                  <a:cxn ang="0">
                    <a:pos x="7" y="1947"/>
                  </a:cxn>
                </a:cxnLst>
                <a:rect l="0" t="0" r="r" b="b"/>
                <a:pathLst>
                  <a:path w="319" h="2027">
                    <a:moveTo>
                      <a:pt x="8" y="1945"/>
                    </a:moveTo>
                    <a:lnTo>
                      <a:pt x="8" y="1945"/>
                    </a:lnTo>
                    <a:lnTo>
                      <a:pt x="37" y="1890"/>
                    </a:lnTo>
                    <a:lnTo>
                      <a:pt x="66" y="1835"/>
                    </a:lnTo>
                    <a:lnTo>
                      <a:pt x="93" y="1778"/>
                    </a:lnTo>
                    <a:lnTo>
                      <a:pt x="119" y="1722"/>
                    </a:lnTo>
                    <a:lnTo>
                      <a:pt x="144" y="1664"/>
                    </a:lnTo>
                    <a:lnTo>
                      <a:pt x="167" y="1606"/>
                    </a:lnTo>
                    <a:lnTo>
                      <a:pt x="188" y="1547"/>
                    </a:lnTo>
                    <a:lnTo>
                      <a:pt x="208" y="1489"/>
                    </a:lnTo>
                    <a:lnTo>
                      <a:pt x="208" y="1489"/>
                    </a:lnTo>
                    <a:lnTo>
                      <a:pt x="223" y="1428"/>
                    </a:lnTo>
                    <a:lnTo>
                      <a:pt x="230" y="1398"/>
                    </a:lnTo>
                    <a:lnTo>
                      <a:pt x="237" y="1369"/>
                    </a:lnTo>
                    <a:lnTo>
                      <a:pt x="242" y="1339"/>
                    </a:lnTo>
                    <a:lnTo>
                      <a:pt x="246" y="1308"/>
                    </a:lnTo>
                    <a:lnTo>
                      <a:pt x="249" y="1278"/>
                    </a:lnTo>
                    <a:lnTo>
                      <a:pt x="250" y="1249"/>
                    </a:lnTo>
                    <a:lnTo>
                      <a:pt x="250" y="1249"/>
                    </a:lnTo>
                    <a:lnTo>
                      <a:pt x="250" y="1219"/>
                    </a:lnTo>
                    <a:lnTo>
                      <a:pt x="247" y="1189"/>
                    </a:lnTo>
                    <a:lnTo>
                      <a:pt x="242" y="1161"/>
                    </a:lnTo>
                    <a:lnTo>
                      <a:pt x="233" y="1134"/>
                    </a:lnTo>
                    <a:lnTo>
                      <a:pt x="233" y="1134"/>
                    </a:lnTo>
                    <a:lnTo>
                      <a:pt x="227" y="1121"/>
                    </a:lnTo>
                    <a:lnTo>
                      <a:pt x="222" y="1107"/>
                    </a:lnTo>
                    <a:lnTo>
                      <a:pt x="208" y="1078"/>
                    </a:lnTo>
                    <a:lnTo>
                      <a:pt x="208" y="1078"/>
                    </a:lnTo>
                    <a:lnTo>
                      <a:pt x="195" y="1047"/>
                    </a:lnTo>
                    <a:lnTo>
                      <a:pt x="185" y="1015"/>
                    </a:lnTo>
                    <a:lnTo>
                      <a:pt x="185" y="1015"/>
                    </a:lnTo>
                    <a:lnTo>
                      <a:pt x="167" y="953"/>
                    </a:lnTo>
                    <a:lnTo>
                      <a:pt x="151" y="890"/>
                    </a:lnTo>
                    <a:lnTo>
                      <a:pt x="137" y="828"/>
                    </a:lnTo>
                    <a:lnTo>
                      <a:pt x="126" y="764"/>
                    </a:lnTo>
                    <a:lnTo>
                      <a:pt x="116" y="700"/>
                    </a:lnTo>
                    <a:lnTo>
                      <a:pt x="107" y="637"/>
                    </a:lnTo>
                    <a:lnTo>
                      <a:pt x="93" y="510"/>
                    </a:lnTo>
                    <a:lnTo>
                      <a:pt x="93" y="510"/>
                    </a:lnTo>
                    <a:lnTo>
                      <a:pt x="89" y="446"/>
                    </a:lnTo>
                    <a:lnTo>
                      <a:pt x="85" y="381"/>
                    </a:lnTo>
                    <a:lnTo>
                      <a:pt x="81" y="317"/>
                    </a:lnTo>
                    <a:lnTo>
                      <a:pt x="78" y="254"/>
                    </a:lnTo>
                    <a:lnTo>
                      <a:pt x="78" y="254"/>
                    </a:lnTo>
                    <a:lnTo>
                      <a:pt x="78" y="190"/>
                    </a:lnTo>
                    <a:lnTo>
                      <a:pt x="78" y="127"/>
                    </a:lnTo>
                    <a:lnTo>
                      <a:pt x="78" y="127"/>
                    </a:lnTo>
                    <a:lnTo>
                      <a:pt x="79" y="94"/>
                    </a:lnTo>
                    <a:lnTo>
                      <a:pt x="82" y="62"/>
                    </a:lnTo>
                    <a:lnTo>
                      <a:pt x="85" y="31"/>
                    </a:lnTo>
                    <a:lnTo>
                      <a:pt x="89" y="15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89" y="15"/>
                    </a:lnTo>
                    <a:lnTo>
                      <a:pt x="88" y="31"/>
                    </a:lnTo>
                    <a:lnTo>
                      <a:pt x="85" y="63"/>
                    </a:lnTo>
                    <a:lnTo>
                      <a:pt x="85" y="94"/>
                    </a:lnTo>
                    <a:lnTo>
                      <a:pt x="85" y="127"/>
                    </a:lnTo>
                    <a:lnTo>
                      <a:pt x="85" y="127"/>
                    </a:lnTo>
                    <a:lnTo>
                      <a:pt x="88" y="190"/>
                    </a:lnTo>
                    <a:lnTo>
                      <a:pt x="92" y="254"/>
                    </a:lnTo>
                    <a:lnTo>
                      <a:pt x="92" y="254"/>
                    </a:lnTo>
                    <a:lnTo>
                      <a:pt x="97" y="316"/>
                    </a:lnTo>
                    <a:lnTo>
                      <a:pt x="105" y="380"/>
                    </a:lnTo>
                    <a:lnTo>
                      <a:pt x="112" y="443"/>
                    </a:lnTo>
                    <a:lnTo>
                      <a:pt x="121" y="505"/>
                    </a:lnTo>
                    <a:lnTo>
                      <a:pt x="121" y="505"/>
                    </a:lnTo>
                    <a:lnTo>
                      <a:pt x="131" y="569"/>
                    </a:lnTo>
                    <a:lnTo>
                      <a:pt x="141" y="631"/>
                    </a:lnTo>
                    <a:lnTo>
                      <a:pt x="154" y="693"/>
                    </a:lnTo>
                    <a:lnTo>
                      <a:pt x="167" y="755"/>
                    </a:lnTo>
                    <a:lnTo>
                      <a:pt x="181" y="818"/>
                    </a:lnTo>
                    <a:lnTo>
                      <a:pt x="198" y="878"/>
                    </a:lnTo>
                    <a:lnTo>
                      <a:pt x="215" y="938"/>
                    </a:lnTo>
                    <a:lnTo>
                      <a:pt x="236" y="997"/>
                    </a:lnTo>
                    <a:lnTo>
                      <a:pt x="236" y="997"/>
                    </a:lnTo>
                    <a:lnTo>
                      <a:pt x="247" y="1025"/>
                    </a:lnTo>
                    <a:lnTo>
                      <a:pt x="260" y="1054"/>
                    </a:lnTo>
                    <a:lnTo>
                      <a:pt x="260" y="1054"/>
                    </a:lnTo>
                    <a:lnTo>
                      <a:pt x="274" y="1080"/>
                    </a:lnTo>
                    <a:lnTo>
                      <a:pt x="283" y="1095"/>
                    </a:lnTo>
                    <a:lnTo>
                      <a:pt x="290" y="1112"/>
                    </a:lnTo>
                    <a:lnTo>
                      <a:pt x="290" y="1112"/>
                    </a:lnTo>
                    <a:lnTo>
                      <a:pt x="297" y="1128"/>
                    </a:lnTo>
                    <a:lnTo>
                      <a:pt x="302" y="1145"/>
                    </a:lnTo>
                    <a:lnTo>
                      <a:pt x="307" y="1162"/>
                    </a:lnTo>
                    <a:lnTo>
                      <a:pt x="311" y="1179"/>
                    </a:lnTo>
                    <a:lnTo>
                      <a:pt x="315" y="1213"/>
                    </a:lnTo>
                    <a:lnTo>
                      <a:pt x="318" y="1247"/>
                    </a:lnTo>
                    <a:lnTo>
                      <a:pt x="318" y="1247"/>
                    </a:lnTo>
                    <a:lnTo>
                      <a:pt x="319" y="1281"/>
                    </a:lnTo>
                    <a:lnTo>
                      <a:pt x="318" y="1315"/>
                    </a:lnTo>
                    <a:lnTo>
                      <a:pt x="315" y="1347"/>
                    </a:lnTo>
                    <a:lnTo>
                      <a:pt x="311" y="1380"/>
                    </a:lnTo>
                    <a:lnTo>
                      <a:pt x="307" y="1414"/>
                    </a:lnTo>
                    <a:lnTo>
                      <a:pt x="301" y="1446"/>
                    </a:lnTo>
                    <a:lnTo>
                      <a:pt x="287" y="1510"/>
                    </a:lnTo>
                    <a:lnTo>
                      <a:pt x="287" y="1510"/>
                    </a:lnTo>
                    <a:lnTo>
                      <a:pt x="270" y="1574"/>
                    </a:lnTo>
                    <a:lnTo>
                      <a:pt x="250" y="1636"/>
                    </a:lnTo>
                    <a:lnTo>
                      <a:pt x="230" y="1696"/>
                    </a:lnTo>
                    <a:lnTo>
                      <a:pt x="208" y="1759"/>
                    </a:lnTo>
                    <a:lnTo>
                      <a:pt x="184" y="1818"/>
                    </a:lnTo>
                    <a:lnTo>
                      <a:pt x="158" y="1879"/>
                    </a:lnTo>
                    <a:lnTo>
                      <a:pt x="133" y="1938"/>
                    </a:lnTo>
                    <a:lnTo>
                      <a:pt x="105" y="1997"/>
                    </a:lnTo>
                    <a:lnTo>
                      <a:pt x="105" y="1997"/>
                    </a:lnTo>
                    <a:lnTo>
                      <a:pt x="99" y="2006"/>
                    </a:lnTo>
                    <a:lnTo>
                      <a:pt x="90" y="2014"/>
                    </a:lnTo>
                    <a:lnTo>
                      <a:pt x="82" y="2020"/>
                    </a:lnTo>
                    <a:lnTo>
                      <a:pt x="73" y="2024"/>
                    </a:lnTo>
                    <a:lnTo>
                      <a:pt x="62" y="2027"/>
                    </a:lnTo>
                    <a:lnTo>
                      <a:pt x="52" y="2027"/>
                    </a:lnTo>
                    <a:lnTo>
                      <a:pt x="41" y="2026"/>
                    </a:lnTo>
                    <a:lnTo>
                      <a:pt x="31" y="2023"/>
                    </a:lnTo>
                    <a:lnTo>
                      <a:pt x="31" y="2023"/>
                    </a:lnTo>
                    <a:lnTo>
                      <a:pt x="21" y="2017"/>
                    </a:lnTo>
                    <a:lnTo>
                      <a:pt x="14" y="2009"/>
                    </a:lnTo>
                    <a:lnTo>
                      <a:pt x="7" y="2000"/>
                    </a:lnTo>
                    <a:lnTo>
                      <a:pt x="3" y="1992"/>
                    </a:lnTo>
                    <a:lnTo>
                      <a:pt x="1" y="1980"/>
                    </a:lnTo>
                    <a:lnTo>
                      <a:pt x="0" y="1971"/>
                    </a:lnTo>
                    <a:lnTo>
                      <a:pt x="1" y="1959"/>
                    </a:lnTo>
                    <a:lnTo>
                      <a:pt x="6" y="1949"/>
                    </a:lnTo>
                    <a:lnTo>
                      <a:pt x="6" y="1949"/>
                    </a:lnTo>
                    <a:lnTo>
                      <a:pt x="7" y="1947"/>
                    </a:lnTo>
                    <a:lnTo>
                      <a:pt x="8" y="194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65" name="Group 110"/>
              <p:cNvGrpSpPr/>
              <p:nvPr/>
            </p:nvGrpSpPr>
            <p:grpSpPr>
              <a:xfrm rot="287009">
                <a:off x="4506877" y="3818451"/>
                <a:ext cx="246319" cy="233233"/>
                <a:chOff x="971551" y="0"/>
                <a:chExt cx="7200902" cy="6818311"/>
              </a:xfrm>
            </p:grpSpPr>
            <p:sp>
              <p:nvSpPr>
                <p:cNvPr id="169" name="Freeform 5"/>
                <p:cNvSpPr>
                  <a:spLocks/>
                </p:cNvSpPr>
                <p:nvPr/>
              </p:nvSpPr>
              <p:spPr bwMode="auto">
                <a:xfrm>
                  <a:off x="1372976" y="59702"/>
                  <a:ext cx="6586548" cy="6713516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" name="Freeform 6"/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6" name="Group 118"/>
              <p:cNvGrpSpPr/>
              <p:nvPr/>
            </p:nvGrpSpPr>
            <p:grpSpPr>
              <a:xfrm rot="16938217">
                <a:off x="4258732" y="3353819"/>
                <a:ext cx="313744" cy="87897"/>
                <a:chOff x="793750" y="0"/>
                <a:chExt cx="7556501" cy="2116991"/>
              </a:xfrm>
            </p:grpSpPr>
            <p:sp>
              <p:nvSpPr>
                <p:cNvPr id="167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40" name="Group 4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503053" y="473044"/>
            <a:ext cx="2488547" cy="7223156"/>
            <a:chOff x="6655453" y="685800"/>
            <a:chExt cx="2488547" cy="7223156"/>
          </a:xfrm>
          <a:effectLst/>
        </p:grpSpPr>
        <p:grpSp>
          <p:nvGrpSpPr>
            <p:cNvPr id="436" name="Group 435"/>
            <p:cNvGrpSpPr/>
            <p:nvPr/>
          </p:nvGrpSpPr>
          <p:grpSpPr>
            <a:xfrm>
              <a:off x="7142585" y="5350922"/>
              <a:ext cx="756716" cy="2558034"/>
              <a:chOff x="7142585" y="5367856"/>
              <a:chExt cx="756716" cy="2558034"/>
            </a:xfrm>
          </p:grpSpPr>
          <p:grpSp>
            <p:nvGrpSpPr>
              <p:cNvPr id="421" name="Group 93"/>
              <p:cNvGrpSpPr/>
              <p:nvPr/>
            </p:nvGrpSpPr>
            <p:grpSpPr>
              <a:xfrm rot="186992">
                <a:off x="7142585" y="5477639"/>
                <a:ext cx="756716" cy="2448251"/>
                <a:chOff x="1346199" y="3640666"/>
                <a:chExt cx="755164" cy="3117518"/>
              </a:xfrm>
            </p:grpSpPr>
            <p:sp>
              <p:nvSpPr>
                <p:cNvPr id="423" name="Freeform 7"/>
                <p:cNvSpPr>
                  <a:spLocks/>
                </p:cNvSpPr>
                <p:nvPr/>
              </p:nvSpPr>
              <p:spPr bwMode="auto">
                <a:xfrm>
                  <a:off x="1740433" y="3674533"/>
                  <a:ext cx="318052" cy="3083651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4" name="Freeform 5"/>
                <p:cNvSpPr>
                  <a:spLocks/>
                </p:cNvSpPr>
                <p:nvPr/>
              </p:nvSpPr>
              <p:spPr bwMode="auto">
                <a:xfrm>
                  <a:off x="1452037" y="3640667"/>
                  <a:ext cx="169026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5" name="Freeform 6"/>
                <p:cNvSpPr>
                  <a:spLocks/>
                </p:cNvSpPr>
                <p:nvPr/>
              </p:nvSpPr>
              <p:spPr bwMode="auto">
                <a:xfrm rot="400286">
                  <a:off x="1517125" y="3676652"/>
                  <a:ext cx="584238" cy="2470150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6" name="Freeform 8"/>
                <p:cNvSpPr>
                  <a:spLocks/>
                </p:cNvSpPr>
                <p:nvPr/>
              </p:nvSpPr>
              <p:spPr bwMode="auto">
                <a:xfrm>
                  <a:off x="1837270" y="4109510"/>
                  <a:ext cx="155327" cy="65722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7" name="Freeform 7"/>
                <p:cNvSpPr>
                  <a:spLocks/>
                </p:cNvSpPr>
                <p:nvPr/>
              </p:nvSpPr>
              <p:spPr bwMode="auto">
                <a:xfrm rot="21316019" flipH="1">
                  <a:off x="1500489" y="36627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8" name="Freeform 5"/>
                <p:cNvSpPr>
                  <a:spLocks/>
                </p:cNvSpPr>
                <p:nvPr/>
              </p:nvSpPr>
              <p:spPr bwMode="auto">
                <a:xfrm flipH="1">
                  <a:off x="1854511" y="3640666"/>
                  <a:ext cx="169026" cy="2623557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9" name="Freeform 8"/>
                <p:cNvSpPr>
                  <a:spLocks/>
                </p:cNvSpPr>
                <p:nvPr/>
              </p:nvSpPr>
              <p:spPr bwMode="auto">
                <a:xfrm>
                  <a:off x="1346199" y="4101042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0" name="Freeform 8"/>
                <p:cNvSpPr>
                  <a:spLocks/>
                </p:cNvSpPr>
                <p:nvPr/>
              </p:nvSpPr>
              <p:spPr bwMode="auto">
                <a:xfrm rot="308441" flipH="1">
                  <a:off x="1634065" y="3662892"/>
                  <a:ext cx="194736" cy="1359958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1" name="Freeform 5"/>
                <p:cNvSpPr>
                  <a:spLocks/>
                </p:cNvSpPr>
                <p:nvPr/>
              </p:nvSpPr>
              <p:spPr bwMode="auto">
                <a:xfrm rot="21448727">
                  <a:off x="1720852" y="3651251"/>
                  <a:ext cx="169026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2" name="Freeform 6"/>
                <p:cNvSpPr>
                  <a:spLocks/>
                </p:cNvSpPr>
                <p:nvPr/>
              </p:nvSpPr>
              <p:spPr bwMode="auto">
                <a:xfrm rot="21099981" flipH="1">
                  <a:off x="1589360" y="3674976"/>
                  <a:ext cx="430796" cy="2259597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3" name="Freeform 8"/>
                <p:cNvSpPr>
                  <a:spLocks/>
                </p:cNvSpPr>
                <p:nvPr/>
              </p:nvSpPr>
              <p:spPr bwMode="auto">
                <a:xfrm>
                  <a:off x="1397000" y="4907492"/>
                  <a:ext cx="82551" cy="510506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4" name="Freeform 5"/>
                <p:cNvSpPr>
                  <a:spLocks/>
                </p:cNvSpPr>
                <p:nvPr/>
              </p:nvSpPr>
              <p:spPr bwMode="auto">
                <a:xfrm rot="21448727">
                  <a:off x="1631951" y="3644900"/>
                  <a:ext cx="169026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5" name="Freeform 7"/>
                <p:cNvSpPr>
                  <a:spLocks/>
                </p:cNvSpPr>
                <p:nvPr/>
              </p:nvSpPr>
              <p:spPr bwMode="auto">
                <a:xfrm rot="21316019" flipH="1">
                  <a:off x="1640185" y="36500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22" name="Freeform 9"/>
              <p:cNvSpPr>
                <a:spLocks/>
              </p:cNvSpPr>
              <p:nvPr/>
            </p:nvSpPr>
            <p:spPr bwMode="auto">
              <a:xfrm rot="186992">
                <a:off x="7445485" y="5367856"/>
                <a:ext cx="359118" cy="166619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20" name="Group 135"/>
            <p:cNvGrpSpPr/>
            <p:nvPr/>
          </p:nvGrpSpPr>
          <p:grpSpPr>
            <a:xfrm>
              <a:off x="6655453" y="685800"/>
              <a:ext cx="2488547" cy="4795026"/>
              <a:chOff x="4716638" y="589355"/>
              <a:chExt cx="2712862" cy="5227245"/>
            </a:xfrm>
          </p:grpSpPr>
          <p:sp>
            <p:nvSpPr>
              <p:cNvPr id="221" name="Freeform 10"/>
              <p:cNvSpPr>
                <a:spLocks/>
              </p:cNvSpPr>
              <p:nvPr/>
            </p:nvSpPr>
            <p:spPr bwMode="auto">
              <a:xfrm>
                <a:off x="4944314" y="2133600"/>
                <a:ext cx="802042" cy="381000"/>
              </a:xfrm>
              <a:custGeom>
                <a:avLst/>
                <a:gdLst/>
                <a:ahLst/>
                <a:cxnLst>
                  <a:cxn ang="0">
                    <a:pos x="2450" y="1245"/>
                  </a:cxn>
                  <a:cxn ang="0">
                    <a:pos x="2176" y="1199"/>
                  </a:cxn>
                  <a:cxn ang="0">
                    <a:pos x="1995" y="1158"/>
                  </a:cxn>
                  <a:cxn ang="0">
                    <a:pos x="1816" y="1107"/>
                  </a:cxn>
                  <a:cxn ang="0">
                    <a:pos x="1639" y="1047"/>
                  </a:cxn>
                  <a:cxn ang="0">
                    <a:pos x="1509" y="993"/>
                  </a:cxn>
                  <a:cxn ang="0">
                    <a:pos x="1426" y="952"/>
                  </a:cxn>
                  <a:cxn ang="0">
                    <a:pos x="1303" y="880"/>
                  </a:cxn>
                  <a:cxn ang="0">
                    <a:pos x="1189" y="795"/>
                  </a:cxn>
                  <a:cxn ang="0">
                    <a:pos x="1119" y="729"/>
                  </a:cxn>
                  <a:cxn ang="0">
                    <a:pos x="1059" y="654"/>
                  </a:cxn>
                  <a:cxn ang="0">
                    <a:pos x="1032" y="613"/>
                  </a:cxn>
                  <a:cxn ang="0">
                    <a:pos x="998" y="551"/>
                  </a:cxn>
                  <a:cxn ang="0">
                    <a:pos x="964" y="496"/>
                  </a:cxn>
                  <a:cxn ang="0">
                    <a:pos x="913" y="425"/>
                  </a:cxn>
                  <a:cxn ang="0">
                    <a:pos x="823" y="330"/>
                  </a:cxn>
                  <a:cxn ang="0">
                    <a:pos x="718" y="247"/>
                  </a:cxn>
                  <a:cxn ang="0">
                    <a:pos x="643" y="199"/>
                  </a:cxn>
                  <a:cxn ang="0">
                    <a:pos x="523" y="137"/>
                  </a:cxn>
                  <a:cxn ang="0">
                    <a:pos x="397" y="86"/>
                  </a:cxn>
                  <a:cxn ang="0">
                    <a:pos x="313" y="59"/>
                  </a:cxn>
                  <a:cxn ang="0">
                    <a:pos x="180" y="27"/>
                  </a:cxn>
                  <a:cxn ang="0">
                    <a:pos x="46" y="4"/>
                  </a:cxn>
                  <a:cxn ang="0">
                    <a:pos x="46" y="1"/>
                  </a:cxn>
                  <a:cxn ang="0">
                    <a:pos x="183" y="15"/>
                  </a:cxn>
                  <a:cxn ang="0">
                    <a:pos x="317" y="39"/>
                  </a:cxn>
                  <a:cxn ang="0">
                    <a:pos x="406" y="62"/>
                  </a:cxn>
                  <a:cxn ang="0">
                    <a:pos x="537" y="106"/>
                  </a:cxn>
                  <a:cxn ang="0">
                    <a:pos x="663" y="161"/>
                  </a:cxn>
                  <a:cxn ang="0">
                    <a:pos x="745" y="206"/>
                  </a:cxn>
                  <a:cxn ang="0">
                    <a:pos x="859" y="287"/>
                  </a:cxn>
                  <a:cxn ang="0">
                    <a:pos x="962" y="383"/>
                  </a:cxn>
                  <a:cxn ang="0">
                    <a:pos x="1023" y="455"/>
                  </a:cxn>
                  <a:cxn ang="0">
                    <a:pos x="1063" y="514"/>
                  </a:cxn>
                  <a:cxn ang="0">
                    <a:pos x="1098" y="571"/>
                  </a:cxn>
                  <a:cxn ang="0">
                    <a:pos x="1152" y="636"/>
                  </a:cxn>
                  <a:cxn ang="0">
                    <a:pos x="1214" y="695"/>
                  </a:cxn>
                  <a:cxn ang="0">
                    <a:pos x="1320" y="770"/>
                  </a:cxn>
                  <a:cxn ang="0">
                    <a:pos x="1434" y="833"/>
                  </a:cxn>
                  <a:cxn ang="0">
                    <a:pos x="1515" y="869"/>
                  </a:cxn>
                  <a:cxn ang="0">
                    <a:pos x="1639" y="915"/>
                  </a:cxn>
                  <a:cxn ang="0">
                    <a:pos x="1851" y="976"/>
                  </a:cxn>
                  <a:cxn ang="0">
                    <a:pos x="2026" y="1013"/>
                  </a:cxn>
                  <a:cxn ang="0">
                    <a:pos x="2290" y="1052"/>
                  </a:cxn>
                  <a:cxn ang="0">
                    <a:pos x="2556" y="1074"/>
                  </a:cxn>
                  <a:cxn ang="0">
                    <a:pos x="2567" y="1075"/>
                  </a:cxn>
                  <a:cxn ang="0">
                    <a:pos x="2593" y="1082"/>
                  </a:cxn>
                  <a:cxn ang="0">
                    <a:pos x="2621" y="1103"/>
                  </a:cxn>
                  <a:cxn ang="0">
                    <a:pos x="2639" y="1133"/>
                  </a:cxn>
                  <a:cxn ang="0">
                    <a:pos x="2645" y="1160"/>
                  </a:cxn>
                  <a:cxn ang="0">
                    <a:pos x="2644" y="1178"/>
                  </a:cxn>
                  <a:cxn ang="0">
                    <a:pos x="2635" y="1204"/>
                  </a:cxn>
                  <a:cxn ang="0">
                    <a:pos x="2615" y="1232"/>
                  </a:cxn>
                  <a:cxn ang="0">
                    <a:pos x="2586" y="1250"/>
                  </a:cxn>
                  <a:cxn ang="0">
                    <a:pos x="2559" y="1256"/>
                  </a:cxn>
                  <a:cxn ang="0">
                    <a:pos x="2545" y="1256"/>
                  </a:cxn>
                </a:cxnLst>
                <a:rect l="0" t="0" r="r" b="b"/>
                <a:pathLst>
                  <a:path w="2645" h="1256">
                    <a:moveTo>
                      <a:pt x="2545" y="1256"/>
                    </a:moveTo>
                    <a:lnTo>
                      <a:pt x="2545" y="1256"/>
                    </a:lnTo>
                    <a:lnTo>
                      <a:pt x="2450" y="1245"/>
                    </a:lnTo>
                    <a:lnTo>
                      <a:pt x="2358" y="1232"/>
                    </a:lnTo>
                    <a:lnTo>
                      <a:pt x="2266" y="1216"/>
                    </a:lnTo>
                    <a:lnTo>
                      <a:pt x="2176" y="1199"/>
                    </a:lnTo>
                    <a:lnTo>
                      <a:pt x="2176" y="1199"/>
                    </a:lnTo>
                    <a:lnTo>
                      <a:pt x="2084" y="1180"/>
                    </a:lnTo>
                    <a:lnTo>
                      <a:pt x="1995" y="1158"/>
                    </a:lnTo>
                    <a:lnTo>
                      <a:pt x="1905" y="1134"/>
                    </a:lnTo>
                    <a:lnTo>
                      <a:pt x="1816" y="1107"/>
                    </a:lnTo>
                    <a:lnTo>
                      <a:pt x="1816" y="1107"/>
                    </a:lnTo>
                    <a:lnTo>
                      <a:pt x="1727" y="1079"/>
                    </a:lnTo>
                    <a:lnTo>
                      <a:pt x="1683" y="1064"/>
                    </a:lnTo>
                    <a:lnTo>
                      <a:pt x="1639" y="1047"/>
                    </a:lnTo>
                    <a:lnTo>
                      <a:pt x="1595" y="1030"/>
                    </a:lnTo>
                    <a:lnTo>
                      <a:pt x="1553" y="1011"/>
                    </a:lnTo>
                    <a:lnTo>
                      <a:pt x="1509" y="993"/>
                    </a:lnTo>
                    <a:lnTo>
                      <a:pt x="1467" y="973"/>
                    </a:lnTo>
                    <a:lnTo>
                      <a:pt x="1467" y="973"/>
                    </a:lnTo>
                    <a:lnTo>
                      <a:pt x="1426" y="952"/>
                    </a:lnTo>
                    <a:lnTo>
                      <a:pt x="1383" y="929"/>
                    </a:lnTo>
                    <a:lnTo>
                      <a:pt x="1344" y="905"/>
                    </a:lnTo>
                    <a:lnTo>
                      <a:pt x="1303" y="880"/>
                    </a:lnTo>
                    <a:lnTo>
                      <a:pt x="1263" y="853"/>
                    </a:lnTo>
                    <a:lnTo>
                      <a:pt x="1225" y="825"/>
                    </a:lnTo>
                    <a:lnTo>
                      <a:pt x="1189" y="795"/>
                    </a:lnTo>
                    <a:lnTo>
                      <a:pt x="1153" y="763"/>
                    </a:lnTo>
                    <a:lnTo>
                      <a:pt x="1153" y="763"/>
                    </a:lnTo>
                    <a:lnTo>
                      <a:pt x="1119" y="729"/>
                    </a:lnTo>
                    <a:lnTo>
                      <a:pt x="1087" y="692"/>
                    </a:lnTo>
                    <a:lnTo>
                      <a:pt x="1073" y="674"/>
                    </a:lnTo>
                    <a:lnTo>
                      <a:pt x="1059" y="654"/>
                    </a:lnTo>
                    <a:lnTo>
                      <a:pt x="1044" y="634"/>
                    </a:lnTo>
                    <a:lnTo>
                      <a:pt x="1032" y="613"/>
                    </a:lnTo>
                    <a:lnTo>
                      <a:pt x="1032" y="613"/>
                    </a:lnTo>
                    <a:lnTo>
                      <a:pt x="1019" y="592"/>
                    </a:lnTo>
                    <a:lnTo>
                      <a:pt x="1008" y="572"/>
                    </a:lnTo>
                    <a:lnTo>
                      <a:pt x="998" y="551"/>
                    </a:lnTo>
                    <a:lnTo>
                      <a:pt x="988" y="532"/>
                    </a:lnTo>
                    <a:lnTo>
                      <a:pt x="988" y="532"/>
                    </a:lnTo>
                    <a:lnTo>
                      <a:pt x="964" y="496"/>
                    </a:lnTo>
                    <a:lnTo>
                      <a:pt x="940" y="460"/>
                    </a:lnTo>
                    <a:lnTo>
                      <a:pt x="940" y="460"/>
                    </a:lnTo>
                    <a:lnTo>
                      <a:pt x="913" y="425"/>
                    </a:lnTo>
                    <a:lnTo>
                      <a:pt x="885" y="393"/>
                    </a:lnTo>
                    <a:lnTo>
                      <a:pt x="854" y="360"/>
                    </a:lnTo>
                    <a:lnTo>
                      <a:pt x="823" y="330"/>
                    </a:lnTo>
                    <a:lnTo>
                      <a:pt x="789" y="301"/>
                    </a:lnTo>
                    <a:lnTo>
                      <a:pt x="753" y="272"/>
                    </a:lnTo>
                    <a:lnTo>
                      <a:pt x="718" y="247"/>
                    </a:lnTo>
                    <a:lnTo>
                      <a:pt x="681" y="222"/>
                    </a:lnTo>
                    <a:lnTo>
                      <a:pt x="681" y="222"/>
                    </a:lnTo>
                    <a:lnTo>
                      <a:pt x="643" y="199"/>
                    </a:lnTo>
                    <a:lnTo>
                      <a:pt x="604" y="176"/>
                    </a:lnTo>
                    <a:lnTo>
                      <a:pt x="564" y="157"/>
                    </a:lnTo>
                    <a:lnTo>
                      <a:pt x="523" y="137"/>
                    </a:lnTo>
                    <a:lnTo>
                      <a:pt x="482" y="118"/>
                    </a:lnTo>
                    <a:lnTo>
                      <a:pt x="440" y="101"/>
                    </a:lnTo>
                    <a:lnTo>
                      <a:pt x="397" y="86"/>
                    </a:lnTo>
                    <a:lnTo>
                      <a:pt x="355" y="72"/>
                    </a:lnTo>
                    <a:lnTo>
                      <a:pt x="355" y="72"/>
                    </a:lnTo>
                    <a:lnTo>
                      <a:pt x="313" y="59"/>
                    </a:lnTo>
                    <a:lnTo>
                      <a:pt x="269" y="46"/>
                    </a:lnTo>
                    <a:lnTo>
                      <a:pt x="225" y="36"/>
                    </a:lnTo>
                    <a:lnTo>
                      <a:pt x="180" y="27"/>
                    </a:lnTo>
                    <a:lnTo>
                      <a:pt x="136" y="17"/>
                    </a:lnTo>
                    <a:lnTo>
                      <a:pt x="91" y="10"/>
                    </a:lnTo>
                    <a:lnTo>
                      <a:pt x="46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6" y="1"/>
                    </a:lnTo>
                    <a:lnTo>
                      <a:pt x="92" y="4"/>
                    </a:lnTo>
                    <a:lnTo>
                      <a:pt x="137" y="8"/>
                    </a:lnTo>
                    <a:lnTo>
                      <a:pt x="183" y="15"/>
                    </a:lnTo>
                    <a:lnTo>
                      <a:pt x="228" y="22"/>
                    </a:lnTo>
                    <a:lnTo>
                      <a:pt x="272" y="31"/>
                    </a:lnTo>
                    <a:lnTo>
                      <a:pt x="317" y="39"/>
                    </a:lnTo>
                    <a:lnTo>
                      <a:pt x="362" y="51"/>
                    </a:lnTo>
                    <a:lnTo>
                      <a:pt x="362" y="51"/>
                    </a:lnTo>
                    <a:lnTo>
                      <a:pt x="406" y="62"/>
                    </a:lnTo>
                    <a:lnTo>
                      <a:pt x="450" y="75"/>
                    </a:lnTo>
                    <a:lnTo>
                      <a:pt x="493" y="90"/>
                    </a:lnTo>
                    <a:lnTo>
                      <a:pt x="537" y="106"/>
                    </a:lnTo>
                    <a:lnTo>
                      <a:pt x="580" y="123"/>
                    </a:lnTo>
                    <a:lnTo>
                      <a:pt x="622" y="141"/>
                    </a:lnTo>
                    <a:lnTo>
                      <a:pt x="663" y="161"/>
                    </a:lnTo>
                    <a:lnTo>
                      <a:pt x="704" y="183"/>
                    </a:lnTo>
                    <a:lnTo>
                      <a:pt x="704" y="183"/>
                    </a:lnTo>
                    <a:lnTo>
                      <a:pt x="745" y="206"/>
                    </a:lnTo>
                    <a:lnTo>
                      <a:pt x="783" y="231"/>
                    </a:lnTo>
                    <a:lnTo>
                      <a:pt x="821" y="258"/>
                    </a:lnTo>
                    <a:lnTo>
                      <a:pt x="859" y="287"/>
                    </a:lnTo>
                    <a:lnTo>
                      <a:pt x="895" y="316"/>
                    </a:lnTo>
                    <a:lnTo>
                      <a:pt x="929" y="349"/>
                    </a:lnTo>
                    <a:lnTo>
                      <a:pt x="962" y="383"/>
                    </a:lnTo>
                    <a:lnTo>
                      <a:pt x="994" y="418"/>
                    </a:lnTo>
                    <a:lnTo>
                      <a:pt x="994" y="418"/>
                    </a:lnTo>
                    <a:lnTo>
                      <a:pt x="1023" y="455"/>
                    </a:lnTo>
                    <a:lnTo>
                      <a:pt x="1050" y="494"/>
                    </a:lnTo>
                    <a:lnTo>
                      <a:pt x="1050" y="494"/>
                    </a:lnTo>
                    <a:lnTo>
                      <a:pt x="1063" y="514"/>
                    </a:lnTo>
                    <a:lnTo>
                      <a:pt x="1076" y="534"/>
                    </a:lnTo>
                    <a:lnTo>
                      <a:pt x="1087" y="552"/>
                    </a:lnTo>
                    <a:lnTo>
                      <a:pt x="1098" y="571"/>
                    </a:lnTo>
                    <a:lnTo>
                      <a:pt x="1098" y="571"/>
                    </a:lnTo>
                    <a:lnTo>
                      <a:pt x="1124" y="604"/>
                    </a:lnTo>
                    <a:lnTo>
                      <a:pt x="1152" y="636"/>
                    </a:lnTo>
                    <a:lnTo>
                      <a:pt x="1181" y="667"/>
                    </a:lnTo>
                    <a:lnTo>
                      <a:pt x="1214" y="695"/>
                    </a:lnTo>
                    <a:lnTo>
                      <a:pt x="1214" y="695"/>
                    </a:lnTo>
                    <a:lnTo>
                      <a:pt x="1248" y="722"/>
                    </a:lnTo>
                    <a:lnTo>
                      <a:pt x="1283" y="747"/>
                    </a:lnTo>
                    <a:lnTo>
                      <a:pt x="1320" y="770"/>
                    </a:lnTo>
                    <a:lnTo>
                      <a:pt x="1357" y="792"/>
                    </a:lnTo>
                    <a:lnTo>
                      <a:pt x="1395" y="814"/>
                    </a:lnTo>
                    <a:lnTo>
                      <a:pt x="1434" y="833"/>
                    </a:lnTo>
                    <a:lnTo>
                      <a:pt x="1474" y="852"/>
                    </a:lnTo>
                    <a:lnTo>
                      <a:pt x="1515" y="869"/>
                    </a:lnTo>
                    <a:lnTo>
                      <a:pt x="1515" y="869"/>
                    </a:lnTo>
                    <a:lnTo>
                      <a:pt x="1556" y="886"/>
                    </a:lnTo>
                    <a:lnTo>
                      <a:pt x="1597" y="901"/>
                    </a:lnTo>
                    <a:lnTo>
                      <a:pt x="1639" y="915"/>
                    </a:lnTo>
                    <a:lnTo>
                      <a:pt x="1680" y="929"/>
                    </a:lnTo>
                    <a:lnTo>
                      <a:pt x="1766" y="955"/>
                    </a:lnTo>
                    <a:lnTo>
                      <a:pt x="1851" y="976"/>
                    </a:lnTo>
                    <a:lnTo>
                      <a:pt x="1851" y="976"/>
                    </a:lnTo>
                    <a:lnTo>
                      <a:pt x="1939" y="996"/>
                    </a:lnTo>
                    <a:lnTo>
                      <a:pt x="2026" y="1013"/>
                    </a:lnTo>
                    <a:lnTo>
                      <a:pt x="2114" y="1028"/>
                    </a:lnTo>
                    <a:lnTo>
                      <a:pt x="2203" y="1041"/>
                    </a:lnTo>
                    <a:lnTo>
                      <a:pt x="2290" y="1052"/>
                    </a:lnTo>
                    <a:lnTo>
                      <a:pt x="2379" y="1062"/>
                    </a:lnTo>
                    <a:lnTo>
                      <a:pt x="2467" y="1069"/>
                    </a:lnTo>
                    <a:lnTo>
                      <a:pt x="2556" y="1074"/>
                    </a:lnTo>
                    <a:lnTo>
                      <a:pt x="2557" y="1074"/>
                    </a:lnTo>
                    <a:lnTo>
                      <a:pt x="2557" y="1074"/>
                    </a:lnTo>
                    <a:lnTo>
                      <a:pt x="2567" y="1075"/>
                    </a:lnTo>
                    <a:lnTo>
                      <a:pt x="2576" y="1076"/>
                    </a:lnTo>
                    <a:lnTo>
                      <a:pt x="2584" y="1079"/>
                    </a:lnTo>
                    <a:lnTo>
                      <a:pt x="2593" y="1082"/>
                    </a:lnTo>
                    <a:lnTo>
                      <a:pt x="2600" y="1086"/>
                    </a:lnTo>
                    <a:lnTo>
                      <a:pt x="2608" y="1092"/>
                    </a:lnTo>
                    <a:lnTo>
                      <a:pt x="2621" y="1103"/>
                    </a:lnTo>
                    <a:lnTo>
                      <a:pt x="2631" y="1117"/>
                    </a:lnTo>
                    <a:lnTo>
                      <a:pt x="2635" y="1124"/>
                    </a:lnTo>
                    <a:lnTo>
                      <a:pt x="2639" y="1133"/>
                    </a:lnTo>
                    <a:lnTo>
                      <a:pt x="2642" y="1141"/>
                    </a:lnTo>
                    <a:lnTo>
                      <a:pt x="2644" y="1150"/>
                    </a:lnTo>
                    <a:lnTo>
                      <a:pt x="2645" y="1160"/>
                    </a:lnTo>
                    <a:lnTo>
                      <a:pt x="2645" y="1170"/>
                    </a:lnTo>
                    <a:lnTo>
                      <a:pt x="2645" y="1170"/>
                    </a:lnTo>
                    <a:lnTo>
                      <a:pt x="2644" y="1178"/>
                    </a:lnTo>
                    <a:lnTo>
                      <a:pt x="2642" y="1187"/>
                    </a:lnTo>
                    <a:lnTo>
                      <a:pt x="2639" y="1196"/>
                    </a:lnTo>
                    <a:lnTo>
                      <a:pt x="2635" y="1204"/>
                    </a:lnTo>
                    <a:lnTo>
                      <a:pt x="2631" y="1212"/>
                    </a:lnTo>
                    <a:lnTo>
                      <a:pt x="2627" y="1219"/>
                    </a:lnTo>
                    <a:lnTo>
                      <a:pt x="2615" y="1232"/>
                    </a:lnTo>
                    <a:lnTo>
                      <a:pt x="2601" y="1243"/>
                    </a:lnTo>
                    <a:lnTo>
                      <a:pt x="2593" y="1247"/>
                    </a:lnTo>
                    <a:lnTo>
                      <a:pt x="2586" y="1250"/>
                    </a:lnTo>
                    <a:lnTo>
                      <a:pt x="2576" y="1253"/>
                    </a:lnTo>
                    <a:lnTo>
                      <a:pt x="2567" y="1254"/>
                    </a:lnTo>
                    <a:lnTo>
                      <a:pt x="2559" y="1256"/>
                    </a:lnTo>
                    <a:lnTo>
                      <a:pt x="2549" y="1256"/>
                    </a:lnTo>
                    <a:lnTo>
                      <a:pt x="2549" y="1256"/>
                    </a:lnTo>
                    <a:lnTo>
                      <a:pt x="2545" y="1256"/>
                    </a:lnTo>
                    <a:lnTo>
                      <a:pt x="2545" y="125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22" name="Group 165"/>
              <p:cNvGrpSpPr/>
              <p:nvPr/>
            </p:nvGrpSpPr>
            <p:grpSpPr>
              <a:xfrm rot="3502563">
                <a:off x="5059058" y="2714815"/>
                <a:ext cx="658980" cy="591697"/>
                <a:chOff x="971551" y="0"/>
                <a:chExt cx="7200902" cy="6818311"/>
              </a:xfrm>
            </p:grpSpPr>
            <p:sp>
              <p:nvSpPr>
                <p:cNvPr id="292" name="Freeform 5"/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3" name="Freeform 6"/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3" name="Group 171"/>
              <p:cNvGrpSpPr/>
              <p:nvPr/>
            </p:nvGrpSpPr>
            <p:grpSpPr>
              <a:xfrm rot="21312991" flipH="1">
                <a:off x="5180347" y="4696231"/>
                <a:ext cx="698708" cy="550197"/>
                <a:chOff x="971551" y="0"/>
                <a:chExt cx="7200902" cy="6818311"/>
              </a:xfrm>
            </p:grpSpPr>
            <p:sp>
              <p:nvSpPr>
                <p:cNvPr id="290" name="Freeform 5"/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22000">
                      <a:srgbClr val="84BC76"/>
                    </a:gs>
                    <a:gs pos="86000">
                      <a:srgbClr val="2F6C1C"/>
                    </a:gs>
                  </a:gsLst>
                  <a:lin ang="18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1" name="Freeform 6"/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80000">
                      <a:srgbClr val="2E6D26"/>
                    </a:gs>
                  </a:gsLst>
                  <a:lin ang="258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24" name="Freeform 9"/>
              <p:cNvSpPr>
                <a:spLocks/>
              </p:cNvSpPr>
              <p:nvPr/>
            </p:nvSpPr>
            <p:spPr bwMode="auto">
              <a:xfrm>
                <a:off x="4716638" y="4099567"/>
                <a:ext cx="1285555" cy="231133"/>
              </a:xfrm>
              <a:custGeom>
                <a:avLst/>
                <a:gdLst/>
                <a:ahLst/>
                <a:cxnLst>
                  <a:cxn ang="0">
                    <a:pos x="2560" y="473"/>
                  </a:cxn>
                  <a:cxn ang="0">
                    <a:pos x="2412" y="404"/>
                  </a:cxn>
                  <a:cxn ang="0">
                    <a:pos x="2261" y="341"/>
                  </a:cxn>
                  <a:cxn ang="0">
                    <a:pos x="2107" y="283"/>
                  </a:cxn>
                  <a:cxn ang="0">
                    <a:pos x="1951" y="229"/>
                  </a:cxn>
                  <a:cxn ang="0">
                    <a:pos x="1874" y="205"/>
                  </a:cxn>
                  <a:cxn ang="0">
                    <a:pos x="1715" y="161"/>
                  </a:cxn>
                  <a:cxn ang="0">
                    <a:pos x="1554" y="126"/>
                  </a:cxn>
                  <a:cxn ang="0">
                    <a:pos x="1393" y="100"/>
                  </a:cxn>
                  <a:cxn ang="0">
                    <a:pos x="1313" y="92"/>
                  </a:cxn>
                  <a:cxn ang="0">
                    <a:pos x="1149" y="85"/>
                  </a:cxn>
                  <a:cxn ang="0">
                    <a:pos x="984" y="89"/>
                  </a:cxn>
                  <a:cxn ang="0">
                    <a:pos x="818" y="102"/>
                  </a:cxn>
                  <a:cxn ang="0">
                    <a:pos x="653" y="120"/>
                  </a:cxn>
                  <a:cxn ang="0">
                    <a:pos x="571" y="131"/>
                  </a:cxn>
                  <a:cxn ang="0">
                    <a:pos x="407" y="158"/>
                  </a:cxn>
                  <a:cxn ang="0">
                    <a:pos x="243" y="191"/>
                  </a:cxn>
                  <a:cxn ang="0">
                    <a:pos x="81" y="229"/>
                  </a:cxn>
                  <a:cxn ang="0">
                    <a:pos x="0" y="250"/>
                  </a:cxn>
                  <a:cxn ang="0">
                    <a:pos x="159" y="198"/>
                  </a:cxn>
                  <a:cxn ang="0">
                    <a:pos x="320" y="153"/>
                  </a:cxn>
                  <a:cxn ang="0">
                    <a:pos x="482" y="110"/>
                  </a:cxn>
                  <a:cxn ang="0">
                    <a:pos x="646" y="75"/>
                  </a:cxn>
                  <a:cxn ang="0">
                    <a:pos x="728" y="59"/>
                  </a:cxn>
                  <a:cxn ang="0">
                    <a:pos x="895" y="32"/>
                  </a:cxn>
                  <a:cxn ang="0">
                    <a:pos x="1061" y="13"/>
                  </a:cxn>
                  <a:cxn ang="0">
                    <a:pos x="1231" y="1"/>
                  </a:cxn>
                  <a:cxn ang="0">
                    <a:pos x="1317" y="0"/>
                  </a:cxn>
                  <a:cxn ang="0">
                    <a:pos x="1487" y="10"/>
                  </a:cxn>
                  <a:cxn ang="0">
                    <a:pos x="1656" y="30"/>
                  </a:cxn>
                  <a:cxn ang="0">
                    <a:pos x="1823" y="61"/>
                  </a:cxn>
                  <a:cxn ang="0">
                    <a:pos x="1989" y="97"/>
                  </a:cxn>
                  <a:cxn ang="0">
                    <a:pos x="2071" y="119"/>
                  </a:cxn>
                  <a:cxn ang="0">
                    <a:pos x="2234" y="165"/>
                  </a:cxn>
                  <a:cxn ang="0">
                    <a:pos x="2395" y="218"/>
                  </a:cxn>
                  <a:cxn ang="0">
                    <a:pos x="2556" y="276"/>
                  </a:cxn>
                  <a:cxn ang="0">
                    <a:pos x="2635" y="307"/>
                  </a:cxn>
                  <a:cxn ang="0">
                    <a:pos x="2652" y="315"/>
                  </a:cxn>
                  <a:cxn ang="0">
                    <a:pos x="2666" y="326"/>
                  </a:cxn>
                  <a:cxn ang="0">
                    <a:pos x="2677" y="341"/>
                  </a:cxn>
                  <a:cxn ang="0">
                    <a:pos x="2690" y="373"/>
                  </a:cxn>
                  <a:cxn ang="0">
                    <a:pos x="2693" y="390"/>
                  </a:cxn>
                  <a:cxn ang="0">
                    <a:pos x="2692" y="408"/>
                  </a:cxn>
                  <a:cxn ang="0">
                    <a:pos x="2686" y="425"/>
                  </a:cxn>
                  <a:cxn ang="0">
                    <a:pos x="2682" y="434"/>
                  </a:cxn>
                  <a:cxn ang="0">
                    <a:pos x="2672" y="449"/>
                  </a:cxn>
                  <a:cxn ang="0">
                    <a:pos x="2659" y="462"/>
                  </a:cxn>
                  <a:cxn ang="0">
                    <a:pos x="2638" y="476"/>
                  </a:cxn>
                  <a:cxn ang="0">
                    <a:pos x="2612" y="482"/>
                  </a:cxn>
                  <a:cxn ang="0">
                    <a:pos x="2594" y="483"/>
                  </a:cxn>
                  <a:cxn ang="0">
                    <a:pos x="2577" y="479"/>
                  </a:cxn>
                  <a:cxn ang="0">
                    <a:pos x="2567" y="476"/>
                  </a:cxn>
                  <a:cxn ang="0">
                    <a:pos x="2560" y="473"/>
                  </a:cxn>
                </a:cxnLst>
                <a:rect l="0" t="0" r="r" b="b"/>
                <a:pathLst>
                  <a:path w="2693" h="483">
                    <a:moveTo>
                      <a:pt x="2560" y="473"/>
                    </a:moveTo>
                    <a:lnTo>
                      <a:pt x="2560" y="473"/>
                    </a:lnTo>
                    <a:lnTo>
                      <a:pt x="2487" y="438"/>
                    </a:lnTo>
                    <a:lnTo>
                      <a:pt x="2412" y="404"/>
                    </a:lnTo>
                    <a:lnTo>
                      <a:pt x="2337" y="372"/>
                    </a:lnTo>
                    <a:lnTo>
                      <a:pt x="2261" y="341"/>
                    </a:lnTo>
                    <a:lnTo>
                      <a:pt x="2184" y="311"/>
                    </a:lnTo>
                    <a:lnTo>
                      <a:pt x="2107" y="283"/>
                    </a:lnTo>
                    <a:lnTo>
                      <a:pt x="2029" y="254"/>
                    </a:lnTo>
                    <a:lnTo>
                      <a:pt x="1951" y="229"/>
                    </a:lnTo>
                    <a:lnTo>
                      <a:pt x="1951" y="229"/>
                    </a:lnTo>
                    <a:lnTo>
                      <a:pt x="1874" y="205"/>
                    </a:lnTo>
                    <a:lnTo>
                      <a:pt x="1795" y="182"/>
                    </a:lnTo>
                    <a:lnTo>
                      <a:pt x="1715" y="161"/>
                    </a:lnTo>
                    <a:lnTo>
                      <a:pt x="1635" y="141"/>
                    </a:lnTo>
                    <a:lnTo>
                      <a:pt x="1554" y="126"/>
                    </a:lnTo>
                    <a:lnTo>
                      <a:pt x="1474" y="112"/>
                    </a:lnTo>
                    <a:lnTo>
                      <a:pt x="1393" y="100"/>
                    </a:lnTo>
                    <a:lnTo>
                      <a:pt x="1313" y="92"/>
                    </a:lnTo>
                    <a:lnTo>
                      <a:pt x="1313" y="92"/>
                    </a:lnTo>
                    <a:lnTo>
                      <a:pt x="1231" y="88"/>
                    </a:lnTo>
                    <a:lnTo>
                      <a:pt x="1149" y="85"/>
                    </a:lnTo>
                    <a:lnTo>
                      <a:pt x="1067" y="86"/>
                    </a:lnTo>
                    <a:lnTo>
                      <a:pt x="984" y="89"/>
                    </a:lnTo>
                    <a:lnTo>
                      <a:pt x="902" y="95"/>
                    </a:lnTo>
                    <a:lnTo>
                      <a:pt x="818" y="102"/>
                    </a:lnTo>
                    <a:lnTo>
                      <a:pt x="736" y="110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571" y="131"/>
                    </a:lnTo>
                    <a:lnTo>
                      <a:pt x="489" y="144"/>
                    </a:lnTo>
                    <a:lnTo>
                      <a:pt x="407" y="158"/>
                    </a:lnTo>
                    <a:lnTo>
                      <a:pt x="325" y="174"/>
                    </a:lnTo>
                    <a:lnTo>
                      <a:pt x="243" y="191"/>
                    </a:lnTo>
                    <a:lnTo>
                      <a:pt x="161" y="209"/>
                    </a:lnTo>
                    <a:lnTo>
                      <a:pt x="81" y="229"/>
                    </a:lnTo>
                    <a:lnTo>
                      <a:pt x="0" y="250"/>
                    </a:lnTo>
                    <a:lnTo>
                      <a:pt x="0" y="250"/>
                    </a:lnTo>
                    <a:lnTo>
                      <a:pt x="80" y="223"/>
                    </a:lnTo>
                    <a:lnTo>
                      <a:pt x="159" y="198"/>
                    </a:lnTo>
                    <a:lnTo>
                      <a:pt x="239" y="174"/>
                    </a:lnTo>
                    <a:lnTo>
                      <a:pt x="320" y="153"/>
                    </a:lnTo>
                    <a:lnTo>
                      <a:pt x="400" y="130"/>
                    </a:lnTo>
                    <a:lnTo>
                      <a:pt x="482" y="110"/>
                    </a:lnTo>
                    <a:lnTo>
                      <a:pt x="564" y="92"/>
                    </a:lnTo>
                    <a:lnTo>
                      <a:pt x="646" y="75"/>
                    </a:lnTo>
                    <a:lnTo>
                      <a:pt x="646" y="75"/>
                    </a:lnTo>
                    <a:lnTo>
                      <a:pt x="728" y="59"/>
                    </a:lnTo>
                    <a:lnTo>
                      <a:pt x="811" y="45"/>
                    </a:lnTo>
                    <a:lnTo>
                      <a:pt x="895" y="32"/>
                    </a:lnTo>
                    <a:lnTo>
                      <a:pt x="978" y="21"/>
                    </a:lnTo>
                    <a:lnTo>
                      <a:pt x="1061" y="13"/>
                    </a:lnTo>
                    <a:lnTo>
                      <a:pt x="1146" y="6"/>
                    </a:lnTo>
                    <a:lnTo>
                      <a:pt x="1231" y="1"/>
                    </a:lnTo>
                    <a:lnTo>
                      <a:pt x="1317" y="0"/>
                    </a:lnTo>
                    <a:lnTo>
                      <a:pt x="1317" y="0"/>
                    </a:lnTo>
                    <a:lnTo>
                      <a:pt x="1402" y="3"/>
                    </a:lnTo>
                    <a:lnTo>
                      <a:pt x="1487" y="10"/>
                    </a:lnTo>
                    <a:lnTo>
                      <a:pt x="1571" y="18"/>
                    </a:lnTo>
                    <a:lnTo>
                      <a:pt x="1656" y="30"/>
                    </a:lnTo>
                    <a:lnTo>
                      <a:pt x="1739" y="44"/>
                    </a:lnTo>
                    <a:lnTo>
                      <a:pt x="1823" y="61"/>
                    </a:lnTo>
                    <a:lnTo>
                      <a:pt x="1906" y="78"/>
                    </a:lnTo>
                    <a:lnTo>
                      <a:pt x="1989" y="97"/>
                    </a:lnTo>
                    <a:lnTo>
                      <a:pt x="1989" y="97"/>
                    </a:lnTo>
                    <a:lnTo>
                      <a:pt x="2071" y="119"/>
                    </a:lnTo>
                    <a:lnTo>
                      <a:pt x="2153" y="141"/>
                    </a:lnTo>
                    <a:lnTo>
                      <a:pt x="2234" y="165"/>
                    </a:lnTo>
                    <a:lnTo>
                      <a:pt x="2314" y="191"/>
                    </a:lnTo>
                    <a:lnTo>
                      <a:pt x="2395" y="218"/>
                    </a:lnTo>
                    <a:lnTo>
                      <a:pt x="2475" y="246"/>
                    </a:lnTo>
                    <a:lnTo>
                      <a:pt x="2556" y="276"/>
                    </a:lnTo>
                    <a:lnTo>
                      <a:pt x="2635" y="307"/>
                    </a:lnTo>
                    <a:lnTo>
                      <a:pt x="2635" y="307"/>
                    </a:lnTo>
                    <a:lnTo>
                      <a:pt x="2644" y="311"/>
                    </a:lnTo>
                    <a:lnTo>
                      <a:pt x="2652" y="315"/>
                    </a:lnTo>
                    <a:lnTo>
                      <a:pt x="2659" y="321"/>
                    </a:lnTo>
                    <a:lnTo>
                      <a:pt x="2666" y="326"/>
                    </a:lnTo>
                    <a:lnTo>
                      <a:pt x="2672" y="333"/>
                    </a:lnTo>
                    <a:lnTo>
                      <a:pt x="2677" y="341"/>
                    </a:lnTo>
                    <a:lnTo>
                      <a:pt x="2686" y="356"/>
                    </a:lnTo>
                    <a:lnTo>
                      <a:pt x="2690" y="373"/>
                    </a:lnTo>
                    <a:lnTo>
                      <a:pt x="2692" y="381"/>
                    </a:lnTo>
                    <a:lnTo>
                      <a:pt x="2693" y="390"/>
                    </a:lnTo>
                    <a:lnTo>
                      <a:pt x="2693" y="398"/>
                    </a:lnTo>
                    <a:lnTo>
                      <a:pt x="2692" y="408"/>
                    </a:lnTo>
                    <a:lnTo>
                      <a:pt x="2689" y="417"/>
                    </a:lnTo>
                    <a:lnTo>
                      <a:pt x="2686" y="425"/>
                    </a:lnTo>
                    <a:lnTo>
                      <a:pt x="2686" y="425"/>
                    </a:lnTo>
                    <a:lnTo>
                      <a:pt x="2682" y="434"/>
                    </a:lnTo>
                    <a:lnTo>
                      <a:pt x="2677" y="442"/>
                    </a:lnTo>
                    <a:lnTo>
                      <a:pt x="2672" y="449"/>
                    </a:lnTo>
                    <a:lnTo>
                      <a:pt x="2666" y="456"/>
                    </a:lnTo>
                    <a:lnTo>
                      <a:pt x="2659" y="462"/>
                    </a:lnTo>
                    <a:lnTo>
                      <a:pt x="2653" y="468"/>
                    </a:lnTo>
                    <a:lnTo>
                      <a:pt x="2638" y="476"/>
                    </a:lnTo>
                    <a:lnTo>
                      <a:pt x="2621" y="480"/>
                    </a:lnTo>
                    <a:lnTo>
                      <a:pt x="2612" y="482"/>
                    </a:lnTo>
                    <a:lnTo>
                      <a:pt x="2603" y="483"/>
                    </a:lnTo>
                    <a:lnTo>
                      <a:pt x="2594" y="483"/>
                    </a:lnTo>
                    <a:lnTo>
                      <a:pt x="2586" y="482"/>
                    </a:lnTo>
                    <a:lnTo>
                      <a:pt x="2577" y="479"/>
                    </a:lnTo>
                    <a:lnTo>
                      <a:pt x="2567" y="476"/>
                    </a:lnTo>
                    <a:lnTo>
                      <a:pt x="2567" y="476"/>
                    </a:lnTo>
                    <a:lnTo>
                      <a:pt x="2562" y="473"/>
                    </a:lnTo>
                    <a:lnTo>
                      <a:pt x="2560" y="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360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7"/>
              <p:cNvSpPr>
                <a:spLocks/>
              </p:cNvSpPr>
              <p:nvPr/>
            </p:nvSpPr>
            <p:spPr bwMode="auto">
              <a:xfrm>
                <a:off x="5669348" y="589355"/>
                <a:ext cx="426652" cy="5227245"/>
              </a:xfrm>
              <a:custGeom>
                <a:avLst/>
                <a:gdLst/>
                <a:ahLst/>
                <a:cxnLst>
                  <a:cxn ang="0">
                    <a:pos x="85" y="8177"/>
                  </a:cxn>
                  <a:cxn ang="0">
                    <a:pos x="198" y="7659"/>
                  </a:cxn>
                  <a:cxn ang="0">
                    <a:pos x="268" y="7269"/>
                  </a:cxn>
                  <a:cxn ang="0">
                    <a:pos x="336" y="6747"/>
                  </a:cxn>
                  <a:cxn ang="0">
                    <a:pos x="357" y="6422"/>
                  </a:cxn>
                  <a:cxn ang="0">
                    <a:pos x="357" y="6228"/>
                  </a:cxn>
                  <a:cxn ang="0">
                    <a:pos x="342" y="6039"/>
                  </a:cxn>
                  <a:cxn ang="0">
                    <a:pos x="315" y="5888"/>
                  </a:cxn>
                  <a:cxn ang="0">
                    <a:pos x="275" y="5719"/>
                  </a:cxn>
                  <a:cxn ang="0">
                    <a:pos x="203" y="5320"/>
                  </a:cxn>
                  <a:cxn ang="0">
                    <a:pos x="147" y="4918"/>
                  </a:cxn>
                  <a:cxn ang="0">
                    <a:pos x="87" y="4383"/>
                  </a:cxn>
                  <a:cxn ang="0">
                    <a:pos x="52" y="3982"/>
                  </a:cxn>
                  <a:cxn ang="0">
                    <a:pos x="18" y="3445"/>
                  </a:cxn>
                  <a:cxn ang="0">
                    <a:pos x="4" y="3042"/>
                  </a:cxn>
                  <a:cxn ang="0">
                    <a:pos x="3" y="2504"/>
                  </a:cxn>
                  <a:cxn ang="0">
                    <a:pos x="22" y="2100"/>
                  </a:cxn>
                  <a:cxn ang="0">
                    <a:pos x="61" y="1765"/>
                  </a:cxn>
                  <a:cxn ang="0">
                    <a:pos x="99" y="1564"/>
                  </a:cxn>
                  <a:cxn ang="0">
                    <a:pos x="134" y="1433"/>
                  </a:cxn>
                  <a:cxn ang="0">
                    <a:pos x="179" y="1306"/>
                  </a:cxn>
                  <a:cxn ang="0">
                    <a:pos x="257" y="1051"/>
                  </a:cxn>
                  <a:cxn ang="0">
                    <a:pos x="299" y="856"/>
                  </a:cxn>
                  <a:cxn ang="0">
                    <a:pos x="333" y="592"/>
                  </a:cxn>
                  <a:cxn ang="0">
                    <a:pos x="336" y="393"/>
                  </a:cxn>
                  <a:cxn ang="0">
                    <a:pos x="316" y="194"/>
                  </a:cxn>
                  <a:cxn ang="0">
                    <a:pos x="288" y="64"/>
                  </a:cxn>
                  <a:cxn ang="0">
                    <a:pos x="280" y="31"/>
                  </a:cxn>
                  <a:cxn ang="0">
                    <a:pos x="318" y="160"/>
                  </a:cxn>
                  <a:cxn ang="0">
                    <a:pos x="345" y="325"/>
                  </a:cxn>
                  <a:cxn ang="0">
                    <a:pos x="357" y="526"/>
                  </a:cxn>
                  <a:cxn ang="0">
                    <a:pos x="340" y="795"/>
                  </a:cxn>
                  <a:cxn ang="0">
                    <a:pos x="296" y="1061"/>
                  </a:cxn>
                  <a:cxn ang="0">
                    <a:pos x="247" y="1257"/>
                  </a:cxn>
                  <a:cxn ang="0">
                    <a:pos x="198" y="1417"/>
                  </a:cxn>
                  <a:cxn ang="0">
                    <a:pos x="158" y="1577"/>
                  </a:cxn>
                  <a:cxn ang="0">
                    <a:pos x="130" y="1773"/>
                  </a:cxn>
                  <a:cxn ang="0">
                    <a:pos x="104" y="2104"/>
                  </a:cxn>
                  <a:cxn ang="0">
                    <a:pos x="100" y="2504"/>
                  </a:cxn>
                  <a:cxn ang="0">
                    <a:pos x="121" y="3036"/>
                  </a:cxn>
                  <a:cxn ang="0">
                    <a:pos x="151" y="3436"/>
                  </a:cxn>
                  <a:cxn ang="0">
                    <a:pos x="205" y="3966"/>
                  </a:cxn>
                  <a:cxn ang="0">
                    <a:pos x="256" y="4363"/>
                  </a:cxn>
                  <a:cxn ang="0">
                    <a:pos x="335" y="4892"/>
                  </a:cxn>
                  <a:cxn ang="0">
                    <a:pos x="405" y="5284"/>
                  </a:cxn>
                  <a:cxn ang="0">
                    <a:pos x="507" y="5734"/>
                  </a:cxn>
                  <a:cxn ang="0">
                    <a:pos x="544" y="5864"/>
                  </a:cxn>
                  <a:cxn ang="0">
                    <a:pos x="573" y="6005"/>
                  </a:cxn>
                  <a:cxn ang="0">
                    <a:pos x="597" y="6215"/>
                  </a:cxn>
                  <a:cxn ang="0">
                    <a:pos x="604" y="6423"/>
                  </a:cxn>
                  <a:cxn ang="0">
                    <a:pos x="597" y="6766"/>
                  </a:cxn>
                  <a:cxn ang="0">
                    <a:pos x="547" y="7309"/>
                  </a:cxn>
                  <a:cxn ang="0">
                    <a:pos x="490" y="7712"/>
                  </a:cxn>
                  <a:cxn ang="0">
                    <a:pos x="395" y="8246"/>
                  </a:cxn>
                  <a:cxn ang="0">
                    <a:pos x="335" y="8528"/>
                  </a:cxn>
                  <a:cxn ang="0">
                    <a:pos x="302" y="8583"/>
                  </a:cxn>
                  <a:cxn ang="0">
                    <a:pos x="253" y="8623"/>
                  </a:cxn>
                  <a:cxn ang="0">
                    <a:pos x="192" y="8640"/>
                  </a:cxn>
                  <a:cxn ang="0">
                    <a:pos x="144" y="8636"/>
                  </a:cxn>
                  <a:cxn ang="0">
                    <a:pos x="83" y="8610"/>
                  </a:cxn>
                  <a:cxn ang="0">
                    <a:pos x="41" y="8565"/>
                  </a:cxn>
                  <a:cxn ang="0">
                    <a:pos x="17" y="8506"/>
                  </a:cxn>
                  <a:cxn ang="0">
                    <a:pos x="18" y="8441"/>
                  </a:cxn>
                </a:cxnLst>
                <a:rect l="0" t="0" r="r" b="b"/>
                <a:pathLst>
                  <a:path w="606" h="8640">
                    <a:moveTo>
                      <a:pt x="21" y="8432"/>
                    </a:moveTo>
                    <a:lnTo>
                      <a:pt x="21" y="8432"/>
                    </a:lnTo>
                    <a:lnTo>
                      <a:pt x="54" y="8305"/>
                    </a:lnTo>
                    <a:lnTo>
                      <a:pt x="85" y="8177"/>
                    </a:lnTo>
                    <a:lnTo>
                      <a:pt x="114" y="8048"/>
                    </a:lnTo>
                    <a:lnTo>
                      <a:pt x="144" y="7919"/>
                    </a:lnTo>
                    <a:lnTo>
                      <a:pt x="171" y="7789"/>
                    </a:lnTo>
                    <a:lnTo>
                      <a:pt x="198" y="7659"/>
                    </a:lnTo>
                    <a:lnTo>
                      <a:pt x="223" y="7529"/>
                    </a:lnTo>
                    <a:lnTo>
                      <a:pt x="246" y="7399"/>
                    </a:lnTo>
                    <a:lnTo>
                      <a:pt x="246" y="7399"/>
                    </a:lnTo>
                    <a:lnTo>
                      <a:pt x="268" y="7269"/>
                    </a:lnTo>
                    <a:lnTo>
                      <a:pt x="288" y="7139"/>
                    </a:lnTo>
                    <a:lnTo>
                      <a:pt x="306" y="7008"/>
                    </a:lnTo>
                    <a:lnTo>
                      <a:pt x="323" y="6878"/>
                    </a:lnTo>
                    <a:lnTo>
                      <a:pt x="336" y="6747"/>
                    </a:lnTo>
                    <a:lnTo>
                      <a:pt x="347" y="6617"/>
                    </a:lnTo>
                    <a:lnTo>
                      <a:pt x="352" y="6552"/>
                    </a:lnTo>
                    <a:lnTo>
                      <a:pt x="354" y="6487"/>
                    </a:lnTo>
                    <a:lnTo>
                      <a:pt x="357" y="6422"/>
                    </a:lnTo>
                    <a:lnTo>
                      <a:pt x="359" y="6357"/>
                    </a:lnTo>
                    <a:lnTo>
                      <a:pt x="359" y="6357"/>
                    </a:lnTo>
                    <a:lnTo>
                      <a:pt x="359" y="6292"/>
                    </a:lnTo>
                    <a:lnTo>
                      <a:pt x="357" y="6228"/>
                    </a:lnTo>
                    <a:lnTo>
                      <a:pt x="353" y="6165"/>
                    </a:lnTo>
                    <a:lnTo>
                      <a:pt x="349" y="6101"/>
                    </a:lnTo>
                    <a:lnTo>
                      <a:pt x="349" y="6101"/>
                    </a:lnTo>
                    <a:lnTo>
                      <a:pt x="342" y="6039"/>
                    </a:lnTo>
                    <a:lnTo>
                      <a:pt x="333" y="5977"/>
                    </a:lnTo>
                    <a:lnTo>
                      <a:pt x="333" y="5977"/>
                    </a:lnTo>
                    <a:lnTo>
                      <a:pt x="322" y="5917"/>
                    </a:lnTo>
                    <a:lnTo>
                      <a:pt x="315" y="5888"/>
                    </a:lnTo>
                    <a:lnTo>
                      <a:pt x="306" y="5855"/>
                    </a:lnTo>
                    <a:lnTo>
                      <a:pt x="306" y="5855"/>
                    </a:lnTo>
                    <a:lnTo>
                      <a:pt x="291" y="5787"/>
                    </a:lnTo>
                    <a:lnTo>
                      <a:pt x="275" y="5719"/>
                    </a:lnTo>
                    <a:lnTo>
                      <a:pt x="263" y="5653"/>
                    </a:lnTo>
                    <a:lnTo>
                      <a:pt x="250" y="5587"/>
                    </a:lnTo>
                    <a:lnTo>
                      <a:pt x="226" y="5452"/>
                    </a:lnTo>
                    <a:lnTo>
                      <a:pt x="203" y="5320"/>
                    </a:lnTo>
                    <a:lnTo>
                      <a:pt x="203" y="5320"/>
                    </a:lnTo>
                    <a:lnTo>
                      <a:pt x="183" y="5185"/>
                    </a:lnTo>
                    <a:lnTo>
                      <a:pt x="165" y="5053"/>
                    </a:lnTo>
                    <a:lnTo>
                      <a:pt x="147" y="4918"/>
                    </a:lnTo>
                    <a:lnTo>
                      <a:pt x="131" y="4784"/>
                    </a:lnTo>
                    <a:lnTo>
                      <a:pt x="116" y="4651"/>
                    </a:lnTo>
                    <a:lnTo>
                      <a:pt x="100" y="4517"/>
                    </a:lnTo>
                    <a:lnTo>
                      <a:pt x="87" y="4383"/>
                    </a:lnTo>
                    <a:lnTo>
                      <a:pt x="75" y="4250"/>
                    </a:lnTo>
                    <a:lnTo>
                      <a:pt x="75" y="4250"/>
                    </a:lnTo>
                    <a:lnTo>
                      <a:pt x="63" y="4116"/>
                    </a:lnTo>
                    <a:lnTo>
                      <a:pt x="52" y="3982"/>
                    </a:lnTo>
                    <a:lnTo>
                      <a:pt x="42" y="3847"/>
                    </a:lnTo>
                    <a:lnTo>
                      <a:pt x="32" y="3713"/>
                    </a:lnTo>
                    <a:lnTo>
                      <a:pt x="25" y="3579"/>
                    </a:lnTo>
                    <a:lnTo>
                      <a:pt x="18" y="3445"/>
                    </a:lnTo>
                    <a:lnTo>
                      <a:pt x="13" y="3310"/>
                    </a:lnTo>
                    <a:lnTo>
                      <a:pt x="7" y="3176"/>
                    </a:lnTo>
                    <a:lnTo>
                      <a:pt x="7" y="3176"/>
                    </a:lnTo>
                    <a:lnTo>
                      <a:pt x="4" y="3042"/>
                    </a:lnTo>
                    <a:lnTo>
                      <a:pt x="1" y="2906"/>
                    </a:lnTo>
                    <a:lnTo>
                      <a:pt x="0" y="2772"/>
                    </a:lnTo>
                    <a:lnTo>
                      <a:pt x="1" y="2638"/>
                    </a:lnTo>
                    <a:lnTo>
                      <a:pt x="3" y="2504"/>
                    </a:lnTo>
                    <a:lnTo>
                      <a:pt x="7" y="2368"/>
                    </a:lnTo>
                    <a:lnTo>
                      <a:pt x="14" y="2234"/>
                    </a:lnTo>
                    <a:lnTo>
                      <a:pt x="22" y="2100"/>
                    </a:lnTo>
                    <a:lnTo>
                      <a:pt x="22" y="2100"/>
                    </a:lnTo>
                    <a:lnTo>
                      <a:pt x="35" y="1965"/>
                    </a:lnTo>
                    <a:lnTo>
                      <a:pt x="42" y="1898"/>
                    </a:lnTo>
                    <a:lnTo>
                      <a:pt x="51" y="1831"/>
                    </a:lnTo>
                    <a:lnTo>
                      <a:pt x="61" y="1765"/>
                    </a:lnTo>
                    <a:lnTo>
                      <a:pt x="72" y="1697"/>
                    </a:lnTo>
                    <a:lnTo>
                      <a:pt x="85" y="1631"/>
                    </a:lnTo>
                    <a:lnTo>
                      <a:pt x="99" y="1564"/>
                    </a:lnTo>
                    <a:lnTo>
                      <a:pt x="99" y="1564"/>
                    </a:lnTo>
                    <a:lnTo>
                      <a:pt x="116" y="1498"/>
                    </a:lnTo>
                    <a:lnTo>
                      <a:pt x="124" y="1465"/>
                    </a:lnTo>
                    <a:lnTo>
                      <a:pt x="134" y="1433"/>
                    </a:lnTo>
                    <a:lnTo>
                      <a:pt x="134" y="1433"/>
                    </a:lnTo>
                    <a:lnTo>
                      <a:pt x="145" y="1400"/>
                    </a:lnTo>
                    <a:lnTo>
                      <a:pt x="157" y="1369"/>
                    </a:lnTo>
                    <a:lnTo>
                      <a:pt x="179" y="1306"/>
                    </a:lnTo>
                    <a:lnTo>
                      <a:pt x="179" y="1306"/>
                    </a:lnTo>
                    <a:lnTo>
                      <a:pt x="200" y="1243"/>
                    </a:lnTo>
                    <a:lnTo>
                      <a:pt x="220" y="1180"/>
                    </a:lnTo>
                    <a:lnTo>
                      <a:pt x="239" y="1116"/>
                    </a:lnTo>
                    <a:lnTo>
                      <a:pt x="257" y="1051"/>
                    </a:lnTo>
                    <a:lnTo>
                      <a:pt x="257" y="1051"/>
                    </a:lnTo>
                    <a:lnTo>
                      <a:pt x="272" y="986"/>
                    </a:lnTo>
                    <a:lnTo>
                      <a:pt x="287" y="921"/>
                    </a:lnTo>
                    <a:lnTo>
                      <a:pt x="299" y="856"/>
                    </a:lnTo>
                    <a:lnTo>
                      <a:pt x="311" y="791"/>
                    </a:lnTo>
                    <a:lnTo>
                      <a:pt x="321" y="725"/>
                    </a:lnTo>
                    <a:lnTo>
                      <a:pt x="328" y="658"/>
                    </a:lnTo>
                    <a:lnTo>
                      <a:pt x="333" y="592"/>
                    </a:lnTo>
                    <a:lnTo>
                      <a:pt x="336" y="526"/>
                    </a:lnTo>
                    <a:lnTo>
                      <a:pt x="336" y="526"/>
                    </a:lnTo>
                    <a:lnTo>
                      <a:pt x="337" y="459"/>
                    </a:lnTo>
                    <a:lnTo>
                      <a:pt x="336" y="393"/>
                    </a:lnTo>
                    <a:lnTo>
                      <a:pt x="332" y="326"/>
                    </a:lnTo>
                    <a:lnTo>
                      <a:pt x="326" y="260"/>
                    </a:lnTo>
                    <a:lnTo>
                      <a:pt x="326" y="260"/>
                    </a:lnTo>
                    <a:lnTo>
                      <a:pt x="316" y="194"/>
                    </a:lnTo>
                    <a:lnTo>
                      <a:pt x="311" y="161"/>
                    </a:lnTo>
                    <a:lnTo>
                      <a:pt x="305" y="127"/>
                    </a:lnTo>
                    <a:lnTo>
                      <a:pt x="296" y="95"/>
                    </a:lnTo>
                    <a:lnTo>
                      <a:pt x="288" y="64"/>
                    </a:lnTo>
                    <a:lnTo>
                      <a:pt x="278" y="31"/>
                    </a:lnTo>
                    <a:lnTo>
                      <a:pt x="267" y="0"/>
                    </a:lnTo>
                    <a:lnTo>
                      <a:pt x="267" y="0"/>
                    </a:lnTo>
                    <a:lnTo>
                      <a:pt x="280" y="31"/>
                    </a:lnTo>
                    <a:lnTo>
                      <a:pt x="291" y="62"/>
                    </a:lnTo>
                    <a:lnTo>
                      <a:pt x="301" y="95"/>
                    </a:lnTo>
                    <a:lnTo>
                      <a:pt x="309" y="127"/>
                    </a:lnTo>
                    <a:lnTo>
                      <a:pt x="318" y="160"/>
                    </a:lnTo>
                    <a:lnTo>
                      <a:pt x="325" y="192"/>
                    </a:lnTo>
                    <a:lnTo>
                      <a:pt x="336" y="259"/>
                    </a:lnTo>
                    <a:lnTo>
                      <a:pt x="336" y="259"/>
                    </a:lnTo>
                    <a:lnTo>
                      <a:pt x="345" y="325"/>
                    </a:lnTo>
                    <a:lnTo>
                      <a:pt x="352" y="391"/>
                    </a:lnTo>
                    <a:lnTo>
                      <a:pt x="356" y="459"/>
                    </a:lnTo>
                    <a:lnTo>
                      <a:pt x="357" y="526"/>
                    </a:lnTo>
                    <a:lnTo>
                      <a:pt x="357" y="526"/>
                    </a:lnTo>
                    <a:lnTo>
                      <a:pt x="356" y="593"/>
                    </a:lnTo>
                    <a:lnTo>
                      <a:pt x="353" y="661"/>
                    </a:lnTo>
                    <a:lnTo>
                      <a:pt x="347" y="728"/>
                    </a:lnTo>
                    <a:lnTo>
                      <a:pt x="340" y="795"/>
                    </a:lnTo>
                    <a:lnTo>
                      <a:pt x="332" y="862"/>
                    </a:lnTo>
                    <a:lnTo>
                      <a:pt x="322" y="928"/>
                    </a:lnTo>
                    <a:lnTo>
                      <a:pt x="311" y="995"/>
                    </a:lnTo>
                    <a:lnTo>
                      <a:pt x="296" y="1061"/>
                    </a:lnTo>
                    <a:lnTo>
                      <a:pt x="296" y="1061"/>
                    </a:lnTo>
                    <a:lnTo>
                      <a:pt x="281" y="1126"/>
                    </a:lnTo>
                    <a:lnTo>
                      <a:pt x="265" y="1193"/>
                    </a:lnTo>
                    <a:lnTo>
                      <a:pt x="247" y="1257"/>
                    </a:lnTo>
                    <a:lnTo>
                      <a:pt x="227" y="1322"/>
                    </a:lnTo>
                    <a:lnTo>
                      <a:pt x="227" y="1322"/>
                    </a:lnTo>
                    <a:lnTo>
                      <a:pt x="207" y="1386"/>
                    </a:lnTo>
                    <a:lnTo>
                      <a:pt x="198" y="1417"/>
                    </a:lnTo>
                    <a:lnTo>
                      <a:pt x="188" y="1448"/>
                    </a:lnTo>
                    <a:lnTo>
                      <a:pt x="188" y="1448"/>
                    </a:lnTo>
                    <a:lnTo>
                      <a:pt x="172" y="1513"/>
                    </a:lnTo>
                    <a:lnTo>
                      <a:pt x="158" y="1577"/>
                    </a:lnTo>
                    <a:lnTo>
                      <a:pt x="158" y="1577"/>
                    </a:lnTo>
                    <a:lnTo>
                      <a:pt x="147" y="1642"/>
                    </a:lnTo>
                    <a:lnTo>
                      <a:pt x="137" y="1708"/>
                    </a:lnTo>
                    <a:lnTo>
                      <a:pt x="130" y="1773"/>
                    </a:lnTo>
                    <a:lnTo>
                      <a:pt x="123" y="1840"/>
                    </a:lnTo>
                    <a:lnTo>
                      <a:pt x="116" y="1906"/>
                    </a:lnTo>
                    <a:lnTo>
                      <a:pt x="111" y="1971"/>
                    </a:lnTo>
                    <a:lnTo>
                      <a:pt x="104" y="2104"/>
                    </a:lnTo>
                    <a:lnTo>
                      <a:pt x="104" y="2104"/>
                    </a:lnTo>
                    <a:lnTo>
                      <a:pt x="102" y="2238"/>
                    </a:lnTo>
                    <a:lnTo>
                      <a:pt x="100" y="2371"/>
                    </a:lnTo>
                    <a:lnTo>
                      <a:pt x="100" y="2504"/>
                    </a:lnTo>
                    <a:lnTo>
                      <a:pt x="103" y="2637"/>
                    </a:lnTo>
                    <a:lnTo>
                      <a:pt x="107" y="2771"/>
                    </a:lnTo>
                    <a:lnTo>
                      <a:pt x="114" y="2904"/>
                    </a:lnTo>
                    <a:lnTo>
                      <a:pt x="121" y="3036"/>
                    </a:lnTo>
                    <a:lnTo>
                      <a:pt x="130" y="3169"/>
                    </a:lnTo>
                    <a:lnTo>
                      <a:pt x="130" y="3169"/>
                    </a:lnTo>
                    <a:lnTo>
                      <a:pt x="140" y="3303"/>
                    </a:lnTo>
                    <a:lnTo>
                      <a:pt x="151" y="3436"/>
                    </a:lnTo>
                    <a:lnTo>
                      <a:pt x="162" y="3569"/>
                    </a:lnTo>
                    <a:lnTo>
                      <a:pt x="176" y="3702"/>
                    </a:lnTo>
                    <a:lnTo>
                      <a:pt x="191" y="3835"/>
                    </a:lnTo>
                    <a:lnTo>
                      <a:pt x="205" y="3966"/>
                    </a:lnTo>
                    <a:lnTo>
                      <a:pt x="220" y="4099"/>
                    </a:lnTo>
                    <a:lnTo>
                      <a:pt x="237" y="4232"/>
                    </a:lnTo>
                    <a:lnTo>
                      <a:pt x="237" y="4232"/>
                    </a:lnTo>
                    <a:lnTo>
                      <a:pt x="256" y="4363"/>
                    </a:lnTo>
                    <a:lnTo>
                      <a:pt x="274" y="4496"/>
                    </a:lnTo>
                    <a:lnTo>
                      <a:pt x="292" y="4627"/>
                    </a:lnTo>
                    <a:lnTo>
                      <a:pt x="313" y="4760"/>
                    </a:lnTo>
                    <a:lnTo>
                      <a:pt x="335" y="4892"/>
                    </a:lnTo>
                    <a:lnTo>
                      <a:pt x="357" y="5022"/>
                    </a:lnTo>
                    <a:lnTo>
                      <a:pt x="381" y="5153"/>
                    </a:lnTo>
                    <a:lnTo>
                      <a:pt x="405" y="5284"/>
                    </a:lnTo>
                    <a:lnTo>
                      <a:pt x="405" y="5284"/>
                    </a:lnTo>
                    <a:lnTo>
                      <a:pt x="432" y="5413"/>
                    </a:lnTo>
                    <a:lnTo>
                      <a:pt x="460" y="5543"/>
                    </a:lnTo>
                    <a:lnTo>
                      <a:pt x="490" y="5670"/>
                    </a:lnTo>
                    <a:lnTo>
                      <a:pt x="507" y="5734"/>
                    </a:lnTo>
                    <a:lnTo>
                      <a:pt x="524" y="5796"/>
                    </a:lnTo>
                    <a:lnTo>
                      <a:pt x="534" y="5828"/>
                    </a:lnTo>
                    <a:lnTo>
                      <a:pt x="544" y="5864"/>
                    </a:lnTo>
                    <a:lnTo>
                      <a:pt x="544" y="5864"/>
                    </a:lnTo>
                    <a:lnTo>
                      <a:pt x="552" y="5899"/>
                    </a:lnTo>
                    <a:lnTo>
                      <a:pt x="559" y="5934"/>
                    </a:lnTo>
                    <a:lnTo>
                      <a:pt x="559" y="5934"/>
                    </a:lnTo>
                    <a:lnTo>
                      <a:pt x="573" y="6005"/>
                    </a:lnTo>
                    <a:lnTo>
                      <a:pt x="583" y="6076"/>
                    </a:lnTo>
                    <a:lnTo>
                      <a:pt x="583" y="6076"/>
                    </a:lnTo>
                    <a:lnTo>
                      <a:pt x="590" y="6145"/>
                    </a:lnTo>
                    <a:lnTo>
                      <a:pt x="597" y="6215"/>
                    </a:lnTo>
                    <a:lnTo>
                      <a:pt x="602" y="6285"/>
                    </a:lnTo>
                    <a:lnTo>
                      <a:pt x="604" y="6354"/>
                    </a:lnTo>
                    <a:lnTo>
                      <a:pt x="604" y="6354"/>
                    </a:lnTo>
                    <a:lnTo>
                      <a:pt x="604" y="6423"/>
                    </a:lnTo>
                    <a:lnTo>
                      <a:pt x="606" y="6492"/>
                    </a:lnTo>
                    <a:lnTo>
                      <a:pt x="604" y="6562"/>
                    </a:lnTo>
                    <a:lnTo>
                      <a:pt x="603" y="6629"/>
                    </a:lnTo>
                    <a:lnTo>
                      <a:pt x="597" y="6766"/>
                    </a:lnTo>
                    <a:lnTo>
                      <a:pt x="588" y="6902"/>
                    </a:lnTo>
                    <a:lnTo>
                      <a:pt x="576" y="7039"/>
                    </a:lnTo>
                    <a:lnTo>
                      <a:pt x="562" y="7173"/>
                    </a:lnTo>
                    <a:lnTo>
                      <a:pt x="547" y="7309"/>
                    </a:lnTo>
                    <a:lnTo>
                      <a:pt x="530" y="7443"/>
                    </a:lnTo>
                    <a:lnTo>
                      <a:pt x="530" y="7443"/>
                    </a:lnTo>
                    <a:lnTo>
                      <a:pt x="511" y="7577"/>
                    </a:lnTo>
                    <a:lnTo>
                      <a:pt x="490" y="7712"/>
                    </a:lnTo>
                    <a:lnTo>
                      <a:pt x="469" y="7846"/>
                    </a:lnTo>
                    <a:lnTo>
                      <a:pt x="445" y="7979"/>
                    </a:lnTo>
                    <a:lnTo>
                      <a:pt x="421" y="8112"/>
                    </a:lnTo>
                    <a:lnTo>
                      <a:pt x="395" y="8246"/>
                    </a:lnTo>
                    <a:lnTo>
                      <a:pt x="367" y="8379"/>
                    </a:lnTo>
                    <a:lnTo>
                      <a:pt x="339" y="8511"/>
                    </a:lnTo>
                    <a:lnTo>
                      <a:pt x="339" y="8511"/>
                    </a:lnTo>
                    <a:lnTo>
                      <a:pt x="335" y="8528"/>
                    </a:lnTo>
                    <a:lnTo>
                      <a:pt x="329" y="8544"/>
                    </a:lnTo>
                    <a:lnTo>
                      <a:pt x="321" y="8558"/>
                    </a:lnTo>
                    <a:lnTo>
                      <a:pt x="312" y="8571"/>
                    </a:lnTo>
                    <a:lnTo>
                      <a:pt x="302" y="8583"/>
                    </a:lnTo>
                    <a:lnTo>
                      <a:pt x="292" y="8595"/>
                    </a:lnTo>
                    <a:lnTo>
                      <a:pt x="280" y="8606"/>
                    </a:lnTo>
                    <a:lnTo>
                      <a:pt x="267" y="8615"/>
                    </a:lnTo>
                    <a:lnTo>
                      <a:pt x="253" y="8623"/>
                    </a:lnTo>
                    <a:lnTo>
                      <a:pt x="239" y="8629"/>
                    </a:lnTo>
                    <a:lnTo>
                      <a:pt x="224" y="8634"/>
                    </a:lnTo>
                    <a:lnTo>
                      <a:pt x="209" y="8637"/>
                    </a:lnTo>
                    <a:lnTo>
                      <a:pt x="192" y="8640"/>
                    </a:lnTo>
                    <a:lnTo>
                      <a:pt x="176" y="8640"/>
                    </a:lnTo>
                    <a:lnTo>
                      <a:pt x="159" y="8639"/>
                    </a:lnTo>
                    <a:lnTo>
                      <a:pt x="144" y="8636"/>
                    </a:lnTo>
                    <a:lnTo>
                      <a:pt x="144" y="8636"/>
                    </a:lnTo>
                    <a:lnTo>
                      <a:pt x="127" y="8632"/>
                    </a:lnTo>
                    <a:lnTo>
                      <a:pt x="111" y="8626"/>
                    </a:lnTo>
                    <a:lnTo>
                      <a:pt x="97" y="8619"/>
                    </a:lnTo>
                    <a:lnTo>
                      <a:pt x="83" y="8610"/>
                    </a:lnTo>
                    <a:lnTo>
                      <a:pt x="72" y="8600"/>
                    </a:lnTo>
                    <a:lnTo>
                      <a:pt x="59" y="8589"/>
                    </a:lnTo>
                    <a:lnTo>
                      <a:pt x="49" y="8578"/>
                    </a:lnTo>
                    <a:lnTo>
                      <a:pt x="41" y="8565"/>
                    </a:lnTo>
                    <a:lnTo>
                      <a:pt x="32" y="8551"/>
                    </a:lnTo>
                    <a:lnTo>
                      <a:pt x="27" y="8537"/>
                    </a:lnTo>
                    <a:lnTo>
                      <a:pt x="21" y="8521"/>
                    </a:lnTo>
                    <a:lnTo>
                      <a:pt x="17" y="8506"/>
                    </a:lnTo>
                    <a:lnTo>
                      <a:pt x="15" y="8490"/>
                    </a:lnTo>
                    <a:lnTo>
                      <a:pt x="15" y="8473"/>
                    </a:lnTo>
                    <a:lnTo>
                      <a:pt x="15" y="8458"/>
                    </a:lnTo>
                    <a:lnTo>
                      <a:pt x="18" y="8441"/>
                    </a:lnTo>
                    <a:lnTo>
                      <a:pt x="18" y="8441"/>
                    </a:lnTo>
                    <a:lnTo>
                      <a:pt x="20" y="8435"/>
                    </a:lnTo>
                    <a:lnTo>
                      <a:pt x="21" y="84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26" name="Group 165"/>
              <p:cNvGrpSpPr/>
              <p:nvPr/>
            </p:nvGrpSpPr>
            <p:grpSpPr>
              <a:xfrm rot="287009">
                <a:off x="5976808" y="4153555"/>
                <a:ext cx="864455" cy="818525"/>
                <a:chOff x="707853" y="22066"/>
                <a:chExt cx="7200902" cy="6818311"/>
              </a:xfrm>
            </p:grpSpPr>
            <p:sp>
              <p:nvSpPr>
                <p:cNvPr id="288" name="Freeform 5"/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9" name="Freeform 6"/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27" name="Freeform 8"/>
              <p:cNvSpPr>
                <a:spLocks/>
              </p:cNvSpPr>
              <p:nvPr/>
            </p:nvSpPr>
            <p:spPr bwMode="auto">
              <a:xfrm>
                <a:off x="5840798" y="3121975"/>
                <a:ext cx="1588702" cy="539295"/>
              </a:xfrm>
              <a:custGeom>
                <a:avLst/>
                <a:gdLst/>
                <a:ahLst/>
                <a:cxnLst>
                  <a:cxn ang="0">
                    <a:pos x="38" y="785"/>
                  </a:cxn>
                  <a:cxn ang="0">
                    <a:pos x="90" y="735"/>
                  </a:cxn>
                  <a:cxn ang="0">
                    <a:pos x="165" y="679"/>
                  </a:cxn>
                  <a:cxn ang="0">
                    <a:pos x="281" y="602"/>
                  </a:cxn>
                  <a:cxn ang="0">
                    <a:pos x="361" y="559"/>
                  </a:cxn>
                  <a:cxn ang="0">
                    <a:pos x="486" y="501"/>
                  </a:cxn>
                  <a:cxn ang="0">
                    <a:pos x="613" y="451"/>
                  </a:cxn>
                  <a:cxn ang="0">
                    <a:pos x="699" y="424"/>
                  </a:cxn>
                  <a:cxn ang="0">
                    <a:pos x="830" y="390"/>
                  </a:cxn>
                  <a:cxn ang="0">
                    <a:pos x="1008" y="356"/>
                  </a:cxn>
                  <a:cxn ang="0">
                    <a:pos x="1275" y="330"/>
                  </a:cxn>
                  <a:cxn ang="0">
                    <a:pos x="1452" y="323"/>
                  </a:cxn>
                  <a:cxn ang="0">
                    <a:pos x="1715" y="300"/>
                  </a:cxn>
                  <a:cxn ang="0">
                    <a:pos x="1975" y="258"/>
                  </a:cxn>
                  <a:cxn ang="0">
                    <a:pos x="2146" y="219"/>
                  </a:cxn>
                  <a:cxn ang="0">
                    <a:pos x="2399" y="143"/>
                  </a:cxn>
                  <a:cxn ang="0">
                    <a:pos x="2523" y="96"/>
                  </a:cxn>
                  <a:cxn ang="0">
                    <a:pos x="2643" y="43"/>
                  </a:cxn>
                  <a:cxn ang="0">
                    <a:pos x="2721" y="0"/>
                  </a:cxn>
                  <a:cxn ang="0">
                    <a:pos x="2606" y="68"/>
                  </a:cxn>
                  <a:cxn ang="0">
                    <a:pos x="2486" y="125"/>
                  </a:cxn>
                  <a:cxn ang="0">
                    <a:pos x="2322" y="193"/>
                  </a:cxn>
                  <a:cxn ang="0">
                    <a:pos x="2069" y="275"/>
                  </a:cxn>
                  <a:cxn ang="0">
                    <a:pos x="1897" y="318"/>
                  </a:cxn>
                  <a:cxn ang="0">
                    <a:pos x="1634" y="368"/>
                  </a:cxn>
                  <a:cxn ang="0">
                    <a:pos x="1370" y="400"/>
                  </a:cxn>
                  <a:cxn ang="0">
                    <a:pos x="1195" y="417"/>
                  </a:cxn>
                  <a:cxn ang="0">
                    <a:pos x="939" y="465"/>
                  </a:cxn>
                  <a:cxn ang="0">
                    <a:pos x="774" y="512"/>
                  </a:cxn>
                  <a:cxn ang="0">
                    <a:pos x="692" y="540"/>
                  </a:cxn>
                  <a:cxn ang="0">
                    <a:pos x="573" y="590"/>
                  </a:cxn>
                  <a:cxn ang="0">
                    <a:pos x="459" y="648"/>
                  </a:cxn>
                  <a:cxn ang="0">
                    <a:pos x="385" y="690"/>
                  </a:cxn>
                  <a:cxn ang="0">
                    <a:pos x="281" y="761"/>
                  </a:cxn>
                  <a:cxn ang="0">
                    <a:pos x="215" y="814"/>
                  </a:cxn>
                  <a:cxn ang="0">
                    <a:pos x="155" y="869"/>
                  </a:cxn>
                  <a:cxn ang="0">
                    <a:pos x="130" y="899"/>
                  </a:cxn>
                  <a:cxn ang="0">
                    <a:pos x="94" y="923"/>
                  </a:cxn>
                  <a:cxn ang="0">
                    <a:pos x="53" y="923"/>
                  </a:cxn>
                  <a:cxn ang="0">
                    <a:pos x="27" y="910"/>
                  </a:cxn>
                  <a:cxn ang="0">
                    <a:pos x="3" y="875"/>
                  </a:cxn>
                  <a:cxn ang="0">
                    <a:pos x="3" y="833"/>
                  </a:cxn>
                  <a:cxn ang="0">
                    <a:pos x="17" y="807"/>
                  </a:cxn>
                </a:cxnLst>
                <a:rect l="0" t="0" r="r" b="b"/>
                <a:pathLst>
                  <a:path w="2721" h="926">
                    <a:moveTo>
                      <a:pt x="20" y="804"/>
                    </a:moveTo>
                    <a:lnTo>
                      <a:pt x="20" y="804"/>
                    </a:lnTo>
                    <a:lnTo>
                      <a:pt x="38" y="785"/>
                    </a:lnTo>
                    <a:lnTo>
                      <a:pt x="55" y="768"/>
                    </a:lnTo>
                    <a:lnTo>
                      <a:pt x="90" y="735"/>
                    </a:lnTo>
                    <a:lnTo>
                      <a:pt x="90" y="735"/>
                    </a:lnTo>
                    <a:lnTo>
                      <a:pt x="127" y="705"/>
                    </a:lnTo>
                    <a:lnTo>
                      <a:pt x="165" y="679"/>
                    </a:lnTo>
                    <a:lnTo>
                      <a:pt x="165" y="679"/>
                    </a:lnTo>
                    <a:lnTo>
                      <a:pt x="203" y="652"/>
                    </a:lnTo>
                    <a:lnTo>
                      <a:pt x="241" y="626"/>
                    </a:lnTo>
                    <a:lnTo>
                      <a:pt x="281" y="602"/>
                    </a:lnTo>
                    <a:lnTo>
                      <a:pt x="320" y="580"/>
                    </a:lnTo>
                    <a:lnTo>
                      <a:pt x="320" y="580"/>
                    </a:lnTo>
                    <a:lnTo>
                      <a:pt x="361" y="559"/>
                    </a:lnTo>
                    <a:lnTo>
                      <a:pt x="402" y="537"/>
                    </a:lnTo>
                    <a:lnTo>
                      <a:pt x="443" y="519"/>
                    </a:lnTo>
                    <a:lnTo>
                      <a:pt x="486" y="501"/>
                    </a:lnTo>
                    <a:lnTo>
                      <a:pt x="528" y="482"/>
                    </a:lnTo>
                    <a:lnTo>
                      <a:pt x="571" y="467"/>
                    </a:lnTo>
                    <a:lnTo>
                      <a:pt x="613" y="451"/>
                    </a:lnTo>
                    <a:lnTo>
                      <a:pt x="657" y="437"/>
                    </a:lnTo>
                    <a:lnTo>
                      <a:pt x="657" y="437"/>
                    </a:lnTo>
                    <a:lnTo>
                      <a:pt x="699" y="424"/>
                    </a:lnTo>
                    <a:lnTo>
                      <a:pt x="743" y="412"/>
                    </a:lnTo>
                    <a:lnTo>
                      <a:pt x="787" y="400"/>
                    </a:lnTo>
                    <a:lnTo>
                      <a:pt x="830" y="390"/>
                    </a:lnTo>
                    <a:lnTo>
                      <a:pt x="876" y="380"/>
                    </a:lnTo>
                    <a:lnTo>
                      <a:pt x="919" y="372"/>
                    </a:lnTo>
                    <a:lnTo>
                      <a:pt x="1008" y="356"/>
                    </a:lnTo>
                    <a:lnTo>
                      <a:pt x="1097" y="345"/>
                    </a:lnTo>
                    <a:lnTo>
                      <a:pt x="1186" y="337"/>
                    </a:lnTo>
                    <a:lnTo>
                      <a:pt x="1275" y="330"/>
                    </a:lnTo>
                    <a:lnTo>
                      <a:pt x="1366" y="327"/>
                    </a:lnTo>
                    <a:lnTo>
                      <a:pt x="1366" y="327"/>
                    </a:lnTo>
                    <a:lnTo>
                      <a:pt x="1452" y="323"/>
                    </a:lnTo>
                    <a:lnTo>
                      <a:pt x="1540" y="317"/>
                    </a:lnTo>
                    <a:lnTo>
                      <a:pt x="1627" y="310"/>
                    </a:lnTo>
                    <a:lnTo>
                      <a:pt x="1715" y="300"/>
                    </a:lnTo>
                    <a:lnTo>
                      <a:pt x="1801" y="287"/>
                    </a:lnTo>
                    <a:lnTo>
                      <a:pt x="1889" y="275"/>
                    </a:lnTo>
                    <a:lnTo>
                      <a:pt x="1975" y="258"/>
                    </a:lnTo>
                    <a:lnTo>
                      <a:pt x="2061" y="239"/>
                    </a:lnTo>
                    <a:lnTo>
                      <a:pt x="2061" y="239"/>
                    </a:lnTo>
                    <a:lnTo>
                      <a:pt x="2146" y="219"/>
                    </a:lnTo>
                    <a:lnTo>
                      <a:pt x="2230" y="197"/>
                    </a:lnTo>
                    <a:lnTo>
                      <a:pt x="2315" y="171"/>
                    </a:lnTo>
                    <a:lnTo>
                      <a:pt x="2399" y="143"/>
                    </a:lnTo>
                    <a:lnTo>
                      <a:pt x="2399" y="143"/>
                    </a:lnTo>
                    <a:lnTo>
                      <a:pt x="2482" y="113"/>
                    </a:lnTo>
                    <a:lnTo>
                      <a:pt x="2523" y="96"/>
                    </a:lnTo>
                    <a:lnTo>
                      <a:pt x="2564" y="80"/>
                    </a:lnTo>
                    <a:lnTo>
                      <a:pt x="2603" y="61"/>
                    </a:lnTo>
                    <a:lnTo>
                      <a:pt x="2643" y="43"/>
                    </a:lnTo>
                    <a:lnTo>
                      <a:pt x="2682" y="22"/>
                    </a:lnTo>
                    <a:lnTo>
                      <a:pt x="2721" y="0"/>
                    </a:lnTo>
                    <a:lnTo>
                      <a:pt x="2721" y="0"/>
                    </a:lnTo>
                    <a:lnTo>
                      <a:pt x="2684" y="24"/>
                    </a:lnTo>
                    <a:lnTo>
                      <a:pt x="2646" y="47"/>
                    </a:lnTo>
                    <a:lnTo>
                      <a:pt x="2606" y="68"/>
                    </a:lnTo>
                    <a:lnTo>
                      <a:pt x="2567" y="88"/>
                    </a:lnTo>
                    <a:lnTo>
                      <a:pt x="2527" y="106"/>
                    </a:lnTo>
                    <a:lnTo>
                      <a:pt x="2486" y="125"/>
                    </a:lnTo>
                    <a:lnTo>
                      <a:pt x="2406" y="160"/>
                    </a:lnTo>
                    <a:lnTo>
                      <a:pt x="2406" y="160"/>
                    </a:lnTo>
                    <a:lnTo>
                      <a:pt x="2322" y="193"/>
                    </a:lnTo>
                    <a:lnTo>
                      <a:pt x="2239" y="222"/>
                    </a:lnTo>
                    <a:lnTo>
                      <a:pt x="2154" y="250"/>
                    </a:lnTo>
                    <a:lnTo>
                      <a:pt x="2069" y="275"/>
                    </a:lnTo>
                    <a:lnTo>
                      <a:pt x="2069" y="275"/>
                    </a:lnTo>
                    <a:lnTo>
                      <a:pt x="1983" y="299"/>
                    </a:lnTo>
                    <a:lnTo>
                      <a:pt x="1897" y="318"/>
                    </a:lnTo>
                    <a:lnTo>
                      <a:pt x="1811" y="337"/>
                    </a:lnTo>
                    <a:lnTo>
                      <a:pt x="1723" y="354"/>
                    </a:lnTo>
                    <a:lnTo>
                      <a:pt x="1634" y="368"/>
                    </a:lnTo>
                    <a:lnTo>
                      <a:pt x="1547" y="380"/>
                    </a:lnTo>
                    <a:lnTo>
                      <a:pt x="1458" y="390"/>
                    </a:lnTo>
                    <a:lnTo>
                      <a:pt x="1370" y="400"/>
                    </a:lnTo>
                    <a:lnTo>
                      <a:pt x="1370" y="400"/>
                    </a:lnTo>
                    <a:lnTo>
                      <a:pt x="1283" y="407"/>
                    </a:lnTo>
                    <a:lnTo>
                      <a:pt x="1195" y="417"/>
                    </a:lnTo>
                    <a:lnTo>
                      <a:pt x="1109" y="430"/>
                    </a:lnTo>
                    <a:lnTo>
                      <a:pt x="1024" y="447"/>
                    </a:lnTo>
                    <a:lnTo>
                      <a:pt x="939" y="465"/>
                    </a:lnTo>
                    <a:lnTo>
                      <a:pt x="856" y="486"/>
                    </a:lnTo>
                    <a:lnTo>
                      <a:pt x="815" y="499"/>
                    </a:lnTo>
                    <a:lnTo>
                      <a:pt x="774" y="512"/>
                    </a:lnTo>
                    <a:lnTo>
                      <a:pt x="733" y="526"/>
                    </a:lnTo>
                    <a:lnTo>
                      <a:pt x="692" y="540"/>
                    </a:lnTo>
                    <a:lnTo>
                      <a:pt x="692" y="540"/>
                    </a:lnTo>
                    <a:lnTo>
                      <a:pt x="652" y="556"/>
                    </a:lnTo>
                    <a:lnTo>
                      <a:pt x="613" y="573"/>
                    </a:lnTo>
                    <a:lnTo>
                      <a:pt x="573" y="590"/>
                    </a:lnTo>
                    <a:lnTo>
                      <a:pt x="534" y="608"/>
                    </a:lnTo>
                    <a:lnTo>
                      <a:pt x="496" y="628"/>
                    </a:lnTo>
                    <a:lnTo>
                      <a:pt x="459" y="648"/>
                    </a:lnTo>
                    <a:lnTo>
                      <a:pt x="421" y="667"/>
                    </a:lnTo>
                    <a:lnTo>
                      <a:pt x="385" y="690"/>
                    </a:lnTo>
                    <a:lnTo>
                      <a:pt x="385" y="690"/>
                    </a:lnTo>
                    <a:lnTo>
                      <a:pt x="349" y="713"/>
                    </a:lnTo>
                    <a:lnTo>
                      <a:pt x="315" y="737"/>
                    </a:lnTo>
                    <a:lnTo>
                      <a:pt x="281" y="761"/>
                    </a:lnTo>
                    <a:lnTo>
                      <a:pt x="247" y="787"/>
                    </a:lnTo>
                    <a:lnTo>
                      <a:pt x="247" y="787"/>
                    </a:lnTo>
                    <a:lnTo>
                      <a:pt x="215" y="814"/>
                    </a:lnTo>
                    <a:lnTo>
                      <a:pt x="185" y="841"/>
                    </a:lnTo>
                    <a:lnTo>
                      <a:pt x="185" y="841"/>
                    </a:lnTo>
                    <a:lnTo>
                      <a:pt x="155" y="869"/>
                    </a:lnTo>
                    <a:lnTo>
                      <a:pt x="131" y="898"/>
                    </a:lnTo>
                    <a:lnTo>
                      <a:pt x="130" y="899"/>
                    </a:lnTo>
                    <a:lnTo>
                      <a:pt x="130" y="899"/>
                    </a:lnTo>
                    <a:lnTo>
                      <a:pt x="120" y="909"/>
                    </a:lnTo>
                    <a:lnTo>
                      <a:pt x="107" y="917"/>
                    </a:lnTo>
                    <a:lnTo>
                      <a:pt x="94" y="923"/>
                    </a:lnTo>
                    <a:lnTo>
                      <a:pt x="80" y="926"/>
                    </a:lnTo>
                    <a:lnTo>
                      <a:pt x="66" y="926"/>
                    </a:lnTo>
                    <a:lnTo>
                      <a:pt x="53" y="923"/>
                    </a:lnTo>
                    <a:lnTo>
                      <a:pt x="39" y="917"/>
                    </a:lnTo>
                    <a:lnTo>
                      <a:pt x="27" y="910"/>
                    </a:lnTo>
                    <a:lnTo>
                      <a:pt x="27" y="910"/>
                    </a:lnTo>
                    <a:lnTo>
                      <a:pt x="17" y="899"/>
                    </a:lnTo>
                    <a:lnTo>
                      <a:pt x="8" y="888"/>
                    </a:lnTo>
                    <a:lnTo>
                      <a:pt x="3" y="875"/>
                    </a:lnTo>
                    <a:lnTo>
                      <a:pt x="0" y="861"/>
                    </a:lnTo>
                    <a:lnTo>
                      <a:pt x="0" y="847"/>
                    </a:lnTo>
                    <a:lnTo>
                      <a:pt x="3" y="833"/>
                    </a:lnTo>
                    <a:lnTo>
                      <a:pt x="8" y="820"/>
                    </a:lnTo>
                    <a:lnTo>
                      <a:pt x="17" y="807"/>
                    </a:lnTo>
                    <a:lnTo>
                      <a:pt x="17" y="807"/>
                    </a:lnTo>
                    <a:lnTo>
                      <a:pt x="20" y="804"/>
                    </a:lnTo>
                    <a:lnTo>
                      <a:pt x="20" y="80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28" name="Group 168"/>
              <p:cNvGrpSpPr/>
              <p:nvPr/>
            </p:nvGrpSpPr>
            <p:grpSpPr>
              <a:xfrm rot="18617175">
                <a:off x="6718459" y="3075594"/>
                <a:ext cx="340137" cy="167559"/>
                <a:chOff x="793750" y="0"/>
                <a:chExt cx="7556501" cy="2116991"/>
              </a:xfrm>
            </p:grpSpPr>
            <p:sp>
              <p:nvSpPr>
                <p:cNvPr id="286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7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9" name="Group 168"/>
              <p:cNvGrpSpPr/>
              <p:nvPr/>
            </p:nvGrpSpPr>
            <p:grpSpPr>
              <a:xfrm rot="550500">
                <a:off x="5079515" y="3730271"/>
                <a:ext cx="820427" cy="229847"/>
                <a:chOff x="793750" y="0"/>
                <a:chExt cx="7556501" cy="2116991"/>
              </a:xfrm>
            </p:grpSpPr>
            <p:sp>
              <p:nvSpPr>
                <p:cNvPr id="284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5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0" name="Group 168"/>
              <p:cNvGrpSpPr/>
              <p:nvPr/>
            </p:nvGrpSpPr>
            <p:grpSpPr>
              <a:xfrm rot="14856880">
                <a:off x="5668393" y="4447194"/>
                <a:ext cx="340137" cy="167559"/>
                <a:chOff x="793750" y="0"/>
                <a:chExt cx="7556501" cy="2116991"/>
              </a:xfrm>
            </p:grpSpPr>
            <p:sp>
              <p:nvSpPr>
                <p:cNvPr id="282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3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1" name="Group 168"/>
              <p:cNvGrpSpPr/>
              <p:nvPr/>
            </p:nvGrpSpPr>
            <p:grpSpPr>
              <a:xfrm rot="19919584">
                <a:off x="6966926" y="3094189"/>
                <a:ext cx="383462" cy="160775"/>
                <a:chOff x="793750" y="0"/>
                <a:chExt cx="7556501" cy="2116991"/>
              </a:xfrm>
            </p:grpSpPr>
            <p:sp>
              <p:nvSpPr>
                <p:cNvPr id="280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1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2" name="Group 168"/>
              <p:cNvGrpSpPr/>
              <p:nvPr/>
            </p:nvGrpSpPr>
            <p:grpSpPr>
              <a:xfrm>
                <a:off x="4872682" y="2286000"/>
                <a:ext cx="444643" cy="124569"/>
                <a:chOff x="793750" y="0"/>
                <a:chExt cx="7556501" cy="2116991"/>
              </a:xfrm>
            </p:grpSpPr>
            <p:sp>
              <p:nvSpPr>
                <p:cNvPr id="278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9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3" name="Group 165"/>
              <p:cNvGrpSpPr/>
              <p:nvPr/>
            </p:nvGrpSpPr>
            <p:grpSpPr>
              <a:xfrm rot="287009">
                <a:off x="5737317" y="2262576"/>
                <a:ext cx="591348" cy="559929"/>
                <a:chOff x="707853" y="22066"/>
                <a:chExt cx="7200902" cy="6818311"/>
              </a:xfrm>
            </p:grpSpPr>
            <p:sp>
              <p:nvSpPr>
                <p:cNvPr id="276" name="Freeform 5"/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7" name="Freeform 6"/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4" name="Group 168"/>
              <p:cNvGrpSpPr/>
              <p:nvPr/>
            </p:nvGrpSpPr>
            <p:grpSpPr>
              <a:xfrm rot="1747496">
                <a:off x="5985568" y="3534304"/>
                <a:ext cx="617151" cy="147534"/>
                <a:chOff x="793750" y="0"/>
                <a:chExt cx="7556501" cy="2116991"/>
              </a:xfrm>
            </p:grpSpPr>
            <p:sp>
              <p:nvSpPr>
                <p:cNvPr id="274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5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5" name="Group 168"/>
              <p:cNvGrpSpPr/>
              <p:nvPr/>
            </p:nvGrpSpPr>
            <p:grpSpPr>
              <a:xfrm rot="2267926">
                <a:off x="6480809" y="3325925"/>
                <a:ext cx="340137" cy="167559"/>
                <a:chOff x="793750" y="0"/>
                <a:chExt cx="7556501" cy="2116991"/>
              </a:xfrm>
            </p:grpSpPr>
            <p:sp>
              <p:nvSpPr>
                <p:cNvPr id="272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3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6" name="Group 168"/>
              <p:cNvGrpSpPr/>
              <p:nvPr/>
            </p:nvGrpSpPr>
            <p:grpSpPr>
              <a:xfrm rot="17838455">
                <a:off x="6106266" y="3140680"/>
                <a:ext cx="340137" cy="167559"/>
                <a:chOff x="793750" y="0"/>
                <a:chExt cx="7556501" cy="2116991"/>
              </a:xfrm>
            </p:grpSpPr>
            <p:sp>
              <p:nvSpPr>
                <p:cNvPr id="270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1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7" name="Group 168"/>
              <p:cNvGrpSpPr/>
              <p:nvPr/>
            </p:nvGrpSpPr>
            <p:grpSpPr>
              <a:xfrm rot="2163541">
                <a:off x="4954243" y="4022464"/>
                <a:ext cx="288583" cy="80848"/>
                <a:chOff x="793750" y="0"/>
                <a:chExt cx="7556501" cy="2116991"/>
              </a:xfrm>
            </p:grpSpPr>
            <p:sp>
              <p:nvSpPr>
                <p:cNvPr id="268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9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8" name="Group 165"/>
              <p:cNvGrpSpPr/>
              <p:nvPr/>
            </p:nvGrpSpPr>
            <p:grpSpPr>
              <a:xfrm rot="20956613">
                <a:off x="5257800" y="4165742"/>
                <a:ext cx="373174" cy="335072"/>
                <a:chOff x="971551" y="0"/>
                <a:chExt cx="7200902" cy="6818311"/>
              </a:xfrm>
            </p:grpSpPr>
            <p:sp>
              <p:nvSpPr>
                <p:cNvPr id="266" name="Freeform 5"/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7" name="Freeform 6"/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9" name="Group 165"/>
              <p:cNvGrpSpPr/>
              <p:nvPr/>
            </p:nvGrpSpPr>
            <p:grpSpPr>
              <a:xfrm>
                <a:off x="4889500" y="4114800"/>
                <a:ext cx="220774" cy="198232"/>
                <a:chOff x="971551" y="0"/>
                <a:chExt cx="7200902" cy="6818311"/>
              </a:xfrm>
            </p:grpSpPr>
            <p:sp>
              <p:nvSpPr>
                <p:cNvPr id="264" name="Freeform 5"/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5" name="Freeform 6"/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40" name="Group 168"/>
              <p:cNvGrpSpPr/>
              <p:nvPr/>
            </p:nvGrpSpPr>
            <p:grpSpPr>
              <a:xfrm rot="16453772">
                <a:off x="5219859" y="2161194"/>
                <a:ext cx="340137" cy="167559"/>
                <a:chOff x="793750" y="0"/>
                <a:chExt cx="7556501" cy="2116991"/>
              </a:xfrm>
            </p:grpSpPr>
            <p:sp>
              <p:nvSpPr>
                <p:cNvPr id="262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3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41" name="Group 168"/>
              <p:cNvGrpSpPr/>
              <p:nvPr/>
            </p:nvGrpSpPr>
            <p:grpSpPr>
              <a:xfrm rot="2267926">
                <a:off x="5349661" y="2372654"/>
                <a:ext cx="340137" cy="167559"/>
                <a:chOff x="793750" y="0"/>
                <a:chExt cx="7556501" cy="2116991"/>
              </a:xfrm>
            </p:grpSpPr>
            <p:sp>
              <p:nvSpPr>
                <p:cNvPr id="260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1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42" name="Group 168"/>
              <p:cNvGrpSpPr/>
              <p:nvPr/>
            </p:nvGrpSpPr>
            <p:grpSpPr>
              <a:xfrm rot="19669352">
                <a:off x="5697395" y="1705970"/>
                <a:ext cx="340137" cy="167559"/>
                <a:chOff x="793750" y="0"/>
                <a:chExt cx="7556501" cy="2116991"/>
              </a:xfrm>
            </p:grpSpPr>
            <p:sp>
              <p:nvSpPr>
                <p:cNvPr id="258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9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43" name="Group 168"/>
              <p:cNvGrpSpPr/>
              <p:nvPr/>
            </p:nvGrpSpPr>
            <p:grpSpPr>
              <a:xfrm rot="1650327">
                <a:off x="5510100" y="1309862"/>
                <a:ext cx="303252" cy="149389"/>
                <a:chOff x="793750" y="0"/>
                <a:chExt cx="7556501" cy="2116991"/>
              </a:xfrm>
            </p:grpSpPr>
            <p:sp>
              <p:nvSpPr>
                <p:cNvPr id="256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7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44" name="Group 168"/>
              <p:cNvGrpSpPr/>
              <p:nvPr/>
            </p:nvGrpSpPr>
            <p:grpSpPr>
              <a:xfrm rot="1350096">
                <a:off x="5243919" y="1796000"/>
                <a:ext cx="508462" cy="213184"/>
                <a:chOff x="793750" y="0"/>
                <a:chExt cx="7556501" cy="2116991"/>
              </a:xfrm>
            </p:grpSpPr>
            <p:sp>
              <p:nvSpPr>
                <p:cNvPr id="254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5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45" name="Group 165"/>
              <p:cNvGrpSpPr/>
              <p:nvPr/>
            </p:nvGrpSpPr>
            <p:grpSpPr>
              <a:xfrm rot="287009">
                <a:off x="5799240" y="3108686"/>
                <a:ext cx="213046" cy="201727"/>
                <a:chOff x="707853" y="22066"/>
                <a:chExt cx="7200902" cy="6818311"/>
              </a:xfrm>
            </p:grpSpPr>
            <p:sp>
              <p:nvSpPr>
                <p:cNvPr id="252" name="Freeform 5"/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3" name="Freeform 6"/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46" name="Group 168"/>
              <p:cNvGrpSpPr/>
              <p:nvPr/>
            </p:nvGrpSpPr>
            <p:grpSpPr>
              <a:xfrm rot="18617175">
                <a:off x="5878274" y="3858466"/>
                <a:ext cx="599427" cy="295291"/>
                <a:chOff x="793750" y="0"/>
                <a:chExt cx="7556501" cy="2116991"/>
              </a:xfrm>
            </p:grpSpPr>
            <p:sp>
              <p:nvSpPr>
                <p:cNvPr id="250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1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47" name="Group 168"/>
              <p:cNvGrpSpPr/>
              <p:nvPr/>
            </p:nvGrpSpPr>
            <p:grpSpPr>
              <a:xfrm rot="2267926">
                <a:off x="5541009" y="3592625"/>
                <a:ext cx="340137" cy="167559"/>
                <a:chOff x="793750" y="0"/>
                <a:chExt cx="7556501" cy="2116991"/>
              </a:xfrm>
            </p:grpSpPr>
            <p:sp>
              <p:nvSpPr>
                <p:cNvPr id="248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9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41" name="Group 4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9200" y="1157414"/>
            <a:ext cx="1566262" cy="5774526"/>
            <a:chOff x="5181600" y="1370170"/>
            <a:chExt cx="1566262" cy="5774526"/>
          </a:xfrm>
        </p:grpSpPr>
        <p:grpSp>
          <p:nvGrpSpPr>
            <p:cNvPr id="437" name="Group 436"/>
            <p:cNvGrpSpPr/>
            <p:nvPr/>
          </p:nvGrpSpPr>
          <p:grpSpPr>
            <a:xfrm>
              <a:off x="5408077" y="5357011"/>
              <a:ext cx="602976" cy="1787685"/>
              <a:chOff x="5391143" y="5365478"/>
              <a:chExt cx="602976" cy="1787685"/>
            </a:xfrm>
          </p:grpSpPr>
          <p:grpSp>
            <p:nvGrpSpPr>
              <p:cNvPr id="405" name="Group 93"/>
              <p:cNvGrpSpPr/>
              <p:nvPr/>
            </p:nvGrpSpPr>
            <p:grpSpPr>
              <a:xfrm rot="186992">
                <a:off x="5391143" y="5464533"/>
                <a:ext cx="602976" cy="1688630"/>
                <a:chOff x="1346198" y="3640666"/>
                <a:chExt cx="755162" cy="3117518"/>
              </a:xfrm>
            </p:grpSpPr>
            <p:sp>
              <p:nvSpPr>
                <p:cNvPr id="407" name="Freeform 7"/>
                <p:cNvSpPr>
                  <a:spLocks/>
                </p:cNvSpPr>
                <p:nvPr/>
              </p:nvSpPr>
              <p:spPr bwMode="auto">
                <a:xfrm>
                  <a:off x="1740430" y="3674533"/>
                  <a:ext cx="318052" cy="3083651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8" name="Freeform 5"/>
                <p:cNvSpPr>
                  <a:spLocks/>
                </p:cNvSpPr>
                <p:nvPr/>
              </p:nvSpPr>
              <p:spPr bwMode="auto">
                <a:xfrm>
                  <a:off x="1452034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9" name="Freeform 6"/>
                <p:cNvSpPr>
                  <a:spLocks/>
                </p:cNvSpPr>
                <p:nvPr/>
              </p:nvSpPr>
              <p:spPr bwMode="auto">
                <a:xfrm rot="400286">
                  <a:off x="1517122" y="3676651"/>
                  <a:ext cx="584238" cy="2470150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0" name="Freeform 8"/>
                <p:cNvSpPr>
                  <a:spLocks/>
                </p:cNvSpPr>
                <p:nvPr/>
              </p:nvSpPr>
              <p:spPr bwMode="auto">
                <a:xfrm>
                  <a:off x="1837266" y="4109509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1" name="Freeform 7"/>
                <p:cNvSpPr>
                  <a:spLocks/>
                </p:cNvSpPr>
                <p:nvPr/>
              </p:nvSpPr>
              <p:spPr bwMode="auto">
                <a:xfrm rot="21316019" flipH="1">
                  <a:off x="1500486" y="36627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2" name="Freeform 5"/>
                <p:cNvSpPr>
                  <a:spLocks/>
                </p:cNvSpPr>
                <p:nvPr/>
              </p:nvSpPr>
              <p:spPr bwMode="auto">
                <a:xfrm flipH="1">
                  <a:off x="1854508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3" name="Freeform 8"/>
                <p:cNvSpPr>
                  <a:spLocks/>
                </p:cNvSpPr>
                <p:nvPr/>
              </p:nvSpPr>
              <p:spPr bwMode="auto">
                <a:xfrm>
                  <a:off x="1346198" y="4101042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4" name="Freeform 8"/>
                <p:cNvSpPr>
                  <a:spLocks/>
                </p:cNvSpPr>
                <p:nvPr/>
              </p:nvSpPr>
              <p:spPr bwMode="auto">
                <a:xfrm rot="308441" flipH="1">
                  <a:off x="1634063" y="3662892"/>
                  <a:ext cx="194736" cy="1359958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5" name="Freeform 5"/>
                <p:cNvSpPr>
                  <a:spLocks/>
                </p:cNvSpPr>
                <p:nvPr/>
              </p:nvSpPr>
              <p:spPr bwMode="auto">
                <a:xfrm rot="21448727">
                  <a:off x="1720850" y="3651250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6" name="Freeform 6"/>
                <p:cNvSpPr>
                  <a:spLocks/>
                </p:cNvSpPr>
                <p:nvPr/>
              </p:nvSpPr>
              <p:spPr bwMode="auto">
                <a:xfrm rot="21099981" flipH="1">
                  <a:off x="1589359" y="3674975"/>
                  <a:ext cx="430796" cy="2259597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7" name="Freeform 8"/>
                <p:cNvSpPr>
                  <a:spLocks/>
                </p:cNvSpPr>
                <p:nvPr/>
              </p:nvSpPr>
              <p:spPr bwMode="auto">
                <a:xfrm>
                  <a:off x="1396999" y="4907492"/>
                  <a:ext cx="82551" cy="510506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8" name="Freeform 5"/>
                <p:cNvSpPr>
                  <a:spLocks/>
                </p:cNvSpPr>
                <p:nvPr/>
              </p:nvSpPr>
              <p:spPr bwMode="auto">
                <a:xfrm rot="21448727">
                  <a:off x="1631950" y="3644900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9" name="Freeform 7"/>
                <p:cNvSpPr>
                  <a:spLocks/>
                </p:cNvSpPr>
                <p:nvPr/>
              </p:nvSpPr>
              <p:spPr bwMode="auto">
                <a:xfrm rot="21316019" flipH="1">
                  <a:off x="1640185" y="36500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06" name="Freeform 9"/>
              <p:cNvSpPr>
                <a:spLocks/>
              </p:cNvSpPr>
              <p:nvPr/>
            </p:nvSpPr>
            <p:spPr bwMode="auto">
              <a:xfrm rot="186992">
                <a:off x="5598006" y="5365478"/>
                <a:ext cx="307534" cy="142686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91" name="Group 61"/>
            <p:cNvGrpSpPr/>
            <p:nvPr/>
          </p:nvGrpSpPr>
          <p:grpSpPr>
            <a:xfrm>
              <a:off x="5181600" y="1370170"/>
              <a:ext cx="1566262" cy="4090142"/>
              <a:chOff x="4000115" y="628088"/>
              <a:chExt cx="1707443" cy="4458824"/>
            </a:xfrm>
          </p:grpSpPr>
          <p:grpSp>
            <p:nvGrpSpPr>
              <p:cNvPr id="192" name="Group 165"/>
              <p:cNvGrpSpPr/>
              <p:nvPr/>
            </p:nvGrpSpPr>
            <p:grpSpPr>
              <a:xfrm rot="4345192">
                <a:off x="3966474" y="2368244"/>
                <a:ext cx="658980" cy="591697"/>
                <a:chOff x="971551" y="0"/>
                <a:chExt cx="7200902" cy="6818311"/>
              </a:xfrm>
            </p:grpSpPr>
            <p:sp>
              <p:nvSpPr>
                <p:cNvPr id="214" name="Freeform 5"/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5" name="Freeform 6"/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93" name="Group 171"/>
              <p:cNvGrpSpPr/>
              <p:nvPr/>
            </p:nvGrpSpPr>
            <p:grpSpPr>
              <a:xfrm rot="21312991" flipH="1">
                <a:off x="4182179" y="4079136"/>
                <a:ext cx="533236" cy="419896"/>
                <a:chOff x="971551" y="0"/>
                <a:chExt cx="7200902" cy="6818311"/>
              </a:xfrm>
            </p:grpSpPr>
            <p:sp>
              <p:nvSpPr>
                <p:cNvPr id="212" name="Freeform 5"/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22000">
                      <a:srgbClr val="84BC76"/>
                    </a:gs>
                    <a:gs pos="86000">
                      <a:srgbClr val="2F6C1C"/>
                    </a:gs>
                  </a:gsLst>
                  <a:lin ang="18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3" name="Freeform 6"/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80000">
                      <a:srgbClr val="2E6D26"/>
                    </a:gs>
                  </a:gsLst>
                  <a:lin ang="258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94" name="Freeform 9"/>
              <p:cNvSpPr>
                <a:spLocks/>
              </p:cNvSpPr>
              <p:nvPr/>
            </p:nvSpPr>
            <p:spPr bwMode="auto">
              <a:xfrm>
                <a:off x="4038600" y="3486297"/>
                <a:ext cx="744008" cy="133767"/>
              </a:xfrm>
              <a:custGeom>
                <a:avLst/>
                <a:gdLst/>
                <a:ahLst/>
                <a:cxnLst>
                  <a:cxn ang="0">
                    <a:pos x="2560" y="473"/>
                  </a:cxn>
                  <a:cxn ang="0">
                    <a:pos x="2412" y="404"/>
                  </a:cxn>
                  <a:cxn ang="0">
                    <a:pos x="2261" y="341"/>
                  </a:cxn>
                  <a:cxn ang="0">
                    <a:pos x="2107" y="283"/>
                  </a:cxn>
                  <a:cxn ang="0">
                    <a:pos x="1951" y="229"/>
                  </a:cxn>
                  <a:cxn ang="0">
                    <a:pos x="1874" y="205"/>
                  </a:cxn>
                  <a:cxn ang="0">
                    <a:pos x="1715" y="161"/>
                  </a:cxn>
                  <a:cxn ang="0">
                    <a:pos x="1554" y="126"/>
                  </a:cxn>
                  <a:cxn ang="0">
                    <a:pos x="1393" y="100"/>
                  </a:cxn>
                  <a:cxn ang="0">
                    <a:pos x="1313" y="92"/>
                  </a:cxn>
                  <a:cxn ang="0">
                    <a:pos x="1149" y="85"/>
                  </a:cxn>
                  <a:cxn ang="0">
                    <a:pos x="984" y="89"/>
                  </a:cxn>
                  <a:cxn ang="0">
                    <a:pos x="818" y="102"/>
                  </a:cxn>
                  <a:cxn ang="0">
                    <a:pos x="653" y="120"/>
                  </a:cxn>
                  <a:cxn ang="0">
                    <a:pos x="571" y="131"/>
                  </a:cxn>
                  <a:cxn ang="0">
                    <a:pos x="407" y="158"/>
                  </a:cxn>
                  <a:cxn ang="0">
                    <a:pos x="243" y="191"/>
                  </a:cxn>
                  <a:cxn ang="0">
                    <a:pos x="81" y="229"/>
                  </a:cxn>
                  <a:cxn ang="0">
                    <a:pos x="0" y="250"/>
                  </a:cxn>
                  <a:cxn ang="0">
                    <a:pos x="159" y="198"/>
                  </a:cxn>
                  <a:cxn ang="0">
                    <a:pos x="320" y="153"/>
                  </a:cxn>
                  <a:cxn ang="0">
                    <a:pos x="482" y="110"/>
                  </a:cxn>
                  <a:cxn ang="0">
                    <a:pos x="646" y="75"/>
                  </a:cxn>
                  <a:cxn ang="0">
                    <a:pos x="728" y="59"/>
                  </a:cxn>
                  <a:cxn ang="0">
                    <a:pos x="895" y="32"/>
                  </a:cxn>
                  <a:cxn ang="0">
                    <a:pos x="1061" y="13"/>
                  </a:cxn>
                  <a:cxn ang="0">
                    <a:pos x="1231" y="1"/>
                  </a:cxn>
                  <a:cxn ang="0">
                    <a:pos x="1317" y="0"/>
                  </a:cxn>
                  <a:cxn ang="0">
                    <a:pos x="1487" y="10"/>
                  </a:cxn>
                  <a:cxn ang="0">
                    <a:pos x="1656" y="30"/>
                  </a:cxn>
                  <a:cxn ang="0">
                    <a:pos x="1823" y="61"/>
                  </a:cxn>
                  <a:cxn ang="0">
                    <a:pos x="1989" y="97"/>
                  </a:cxn>
                  <a:cxn ang="0">
                    <a:pos x="2071" y="119"/>
                  </a:cxn>
                  <a:cxn ang="0">
                    <a:pos x="2234" y="165"/>
                  </a:cxn>
                  <a:cxn ang="0">
                    <a:pos x="2395" y="218"/>
                  </a:cxn>
                  <a:cxn ang="0">
                    <a:pos x="2556" y="276"/>
                  </a:cxn>
                  <a:cxn ang="0">
                    <a:pos x="2635" y="307"/>
                  </a:cxn>
                  <a:cxn ang="0">
                    <a:pos x="2652" y="315"/>
                  </a:cxn>
                  <a:cxn ang="0">
                    <a:pos x="2666" y="326"/>
                  </a:cxn>
                  <a:cxn ang="0">
                    <a:pos x="2677" y="341"/>
                  </a:cxn>
                  <a:cxn ang="0">
                    <a:pos x="2690" y="373"/>
                  </a:cxn>
                  <a:cxn ang="0">
                    <a:pos x="2693" y="390"/>
                  </a:cxn>
                  <a:cxn ang="0">
                    <a:pos x="2692" y="408"/>
                  </a:cxn>
                  <a:cxn ang="0">
                    <a:pos x="2686" y="425"/>
                  </a:cxn>
                  <a:cxn ang="0">
                    <a:pos x="2682" y="434"/>
                  </a:cxn>
                  <a:cxn ang="0">
                    <a:pos x="2672" y="449"/>
                  </a:cxn>
                  <a:cxn ang="0">
                    <a:pos x="2659" y="462"/>
                  </a:cxn>
                  <a:cxn ang="0">
                    <a:pos x="2638" y="476"/>
                  </a:cxn>
                  <a:cxn ang="0">
                    <a:pos x="2612" y="482"/>
                  </a:cxn>
                  <a:cxn ang="0">
                    <a:pos x="2594" y="483"/>
                  </a:cxn>
                  <a:cxn ang="0">
                    <a:pos x="2577" y="479"/>
                  </a:cxn>
                  <a:cxn ang="0">
                    <a:pos x="2567" y="476"/>
                  </a:cxn>
                  <a:cxn ang="0">
                    <a:pos x="2560" y="473"/>
                  </a:cxn>
                </a:cxnLst>
                <a:rect l="0" t="0" r="r" b="b"/>
                <a:pathLst>
                  <a:path w="2693" h="483">
                    <a:moveTo>
                      <a:pt x="2560" y="473"/>
                    </a:moveTo>
                    <a:lnTo>
                      <a:pt x="2560" y="473"/>
                    </a:lnTo>
                    <a:lnTo>
                      <a:pt x="2487" y="438"/>
                    </a:lnTo>
                    <a:lnTo>
                      <a:pt x="2412" y="404"/>
                    </a:lnTo>
                    <a:lnTo>
                      <a:pt x="2337" y="372"/>
                    </a:lnTo>
                    <a:lnTo>
                      <a:pt x="2261" y="341"/>
                    </a:lnTo>
                    <a:lnTo>
                      <a:pt x="2184" y="311"/>
                    </a:lnTo>
                    <a:lnTo>
                      <a:pt x="2107" y="283"/>
                    </a:lnTo>
                    <a:lnTo>
                      <a:pt x="2029" y="254"/>
                    </a:lnTo>
                    <a:lnTo>
                      <a:pt x="1951" y="229"/>
                    </a:lnTo>
                    <a:lnTo>
                      <a:pt x="1951" y="229"/>
                    </a:lnTo>
                    <a:lnTo>
                      <a:pt x="1874" y="205"/>
                    </a:lnTo>
                    <a:lnTo>
                      <a:pt x="1795" y="182"/>
                    </a:lnTo>
                    <a:lnTo>
                      <a:pt x="1715" y="161"/>
                    </a:lnTo>
                    <a:lnTo>
                      <a:pt x="1635" y="141"/>
                    </a:lnTo>
                    <a:lnTo>
                      <a:pt x="1554" y="126"/>
                    </a:lnTo>
                    <a:lnTo>
                      <a:pt x="1474" y="112"/>
                    </a:lnTo>
                    <a:lnTo>
                      <a:pt x="1393" y="100"/>
                    </a:lnTo>
                    <a:lnTo>
                      <a:pt x="1313" y="92"/>
                    </a:lnTo>
                    <a:lnTo>
                      <a:pt x="1313" y="92"/>
                    </a:lnTo>
                    <a:lnTo>
                      <a:pt x="1231" y="88"/>
                    </a:lnTo>
                    <a:lnTo>
                      <a:pt x="1149" y="85"/>
                    </a:lnTo>
                    <a:lnTo>
                      <a:pt x="1067" y="86"/>
                    </a:lnTo>
                    <a:lnTo>
                      <a:pt x="984" y="89"/>
                    </a:lnTo>
                    <a:lnTo>
                      <a:pt x="902" y="95"/>
                    </a:lnTo>
                    <a:lnTo>
                      <a:pt x="818" y="102"/>
                    </a:lnTo>
                    <a:lnTo>
                      <a:pt x="736" y="110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571" y="131"/>
                    </a:lnTo>
                    <a:lnTo>
                      <a:pt x="489" y="144"/>
                    </a:lnTo>
                    <a:lnTo>
                      <a:pt x="407" y="158"/>
                    </a:lnTo>
                    <a:lnTo>
                      <a:pt x="325" y="174"/>
                    </a:lnTo>
                    <a:lnTo>
                      <a:pt x="243" y="191"/>
                    </a:lnTo>
                    <a:lnTo>
                      <a:pt x="161" y="209"/>
                    </a:lnTo>
                    <a:lnTo>
                      <a:pt x="81" y="229"/>
                    </a:lnTo>
                    <a:lnTo>
                      <a:pt x="0" y="250"/>
                    </a:lnTo>
                    <a:lnTo>
                      <a:pt x="0" y="250"/>
                    </a:lnTo>
                    <a:lnTo>
                      <a:pt x="80" y="223"/>
                    </a:lnTo>
                    <a:lnTo>
                      <a:pt x="159" y="198"/>
                    </a:lnTo>
                    <a:lnTo>
                      <a:pt x="239" y="174"/>
                    </a:lnTo>
                    <a:lnTo>
                      <a:pt x="320" y="153"/>
                    </a:lnTo>
                    <a:lnTo>
                      <a:pt x="400" y="130"/>
                    </a:lnTo>
                    <a:lnTo>
                      <a:pt x="482" y="110"/>
                    </a:lnTo>
                    <a:lnTo>
                      <a:pt x="564" y="92"/>
                    </a:lnTo>
                    <a:lnTo>
                      <a:pt x="646" y="75"/>
                    </a:lnTo>
                    <a:lnTo>
                      <a:pt x="646" y="75"/>
                    </a:lnTo>
                    <a:lnTo>
                      <a:pt x="728" y="59"/>
                    </a:lnTo>
                    <a:lnTo>
                      <a:pt x="811" y="45"/>
                    </a:lnTo>
                    <a:lnTo>
                      <a:pt x="895" y="32"/>
                    </a:lnTo>
                    <a:lnTo>
                      <a:pt x="978" y="21"/>
                    </a:lnTo>
                    <a:lnTo>
                      <a:pt x="1061" y="13"/>
                    </a:lnTo>
                    <a:lnTo>
                      <a:pt x="1146" y="6"/>
                    </a:lnTo>
                    <a:lnTo>
                      <a:pt x="1231" y="1"/>
                    </a:lnTo>
                    <a:lnTo>
                      <a:pt x="1317" y="0"/>
                    </a:lnTo>
                    <a:lnTo>
                      <a:pt x="1317" y="0"/>
                    </a:lnTo>
                    <a:lnTo>
                      <a:pt x="1402" y="3"/>
                    </a:lnTo>
                    <a:lnTo>
                      <a:pt x="1487" y="10"/>
                    </a:lnTo>
                    <a:lnTo>
                      <a:pt x="1571" y="18"/>
                    </a:lnTo>
                    <a:lnTo>
                      <a:pt x="1656" y="30"/>
                    </a:lnTo>
                    <a:lnTo>
                      <a:pt x="1739" y="44"/>
                    </a:lnTo>
                    <a:lnTo>
                      <a:pt x="1823" y="61"/>
                    </a:lnTo>
                    <a:lnTo>
                      <a:pt x="1906" y="78"/>
                    </a:lnTo>
                    <a:lnTo>
                      <a:pt x="1989" y="97"/>
                    </a:lnTo>
                    <a:lnTo>
                      <a:pt x="1989" y="97"/>
                    </a:lnTo>
                    <a:lnTo>
                      <a:pt x="2071" y="119"/>
                    </a:lnTo>
                    <a:lnTo>
                      <a:pt x="2153" y="141"/>
                    </a:lnTo>
                    <a:lnTo>
                      <a:pt x="2234" y="165"/>
                    </a:lnTo>
                    <a:lnTo>
                      <a:pt x="2314" y="191"/>
                    </a:lnTo>
                    <a:lnTo>
                      <a:pt x="2395" y="218"/>
                    </a:lnTo>
                    <a:lnTo>
                      <a:pt x="2475" y="246"/>
                    </a:lnTo>
                    <a:lnTo>
                      <a:pt x="2556" y="276"/>
                    </a:lnTo>
                    <a:lnTo>
                      <a:pt x="2635" y="307"/>
                    </a:lnTo>
                    <a:lnTo>
                      <a:pt x="2635" y="307"/>
                    </a:lnTo>
                    <a:lnTo>
                      <a:pt x="2644" y="311"/>
                    </a:lnTo>
                    <a:lnTo>
                      <a:pt x="2652" y="315"/>
                    </a:lnTo>
                    <a:lnTo>
                      <a:pt x="2659" y="321"/>
                    </a:lnTo>
                    <a:lnTo>
                      <a:pt x="2666" y="326"/>
                    </a:lnTo>
                    <a:lnTo>
                      <a:pt x="2672" y="333"/>
                    </a:lnTo>
                    <a:lnTo>
                      <a:pt x="2677" y="341"/>
                    </a:lnTo>
                    <a:lnTo>
                      <a:pt x="2686" y="356"/>
                    </a:lnTo>
                    <a:lnTo>
                      <a:pt x="2690" y="373"/>
                    </a:lnTo>
                    <a:lnTo>
                      <a:pt x="2692" y="381"/>
                    </a:lnTo>
                    <a:lnTo>
                      <a:pt x="2693" y="390"/>
                    </a:lnTo>
                    <a:lnTo>
                      <a:pt x="2693" y="398"/>
                    </a:lnTo>
                    <a:lnTo>
                      <a:pt x="2692" y="408"/>
                    </a:lnTo>
                    <a:lnTo>
                      <a:pt x="2689" y="417"/>
                    </a:lnTo>
                    <a:lnTo>
                      <a:pt x="2686" y="425"/>
                    </a:lnTo>
                    <a:lnTo>
                      <a:pt x="2686" y="425"/>
                    </a:lnTo>
                    <a:lnTo>
                      <a:pt x="2682" y="434"/>
                    </a:lnTo>
                    <a:lnTo>
                      <a:pt x="2677" y="442"/>
                    </a:lnTo>
                    <a:lnTo>
                      <a:pt x="2672" y="449"/>
                    </a:lnTo>
                    <a:lnTo>
                      <a:pt x="2666" y="456"/>
                    </a:lnTo>
                    <a:lnTo>
                      <a:pt x="2659" y="462"/>
                    </a:lnTo>
                    <a:lnTo>
                      <a:pt x="2653" y="468"/>
                    </a:lnTo>
                    <a:lnTo>
                      <a:pt x="2638" y="476"/>
                    </a:lnTo>
                    <a:lnTo>
                      <a:pt x="2621" y="480"/>
                    </a:lnTo>
                    <a:lnTo>
                      <a:pt x="2612" y="482"/>
                    </a:lnTo>
                    <a:lnTo>
                      <a:pt x="2603" y="483"/>
                    </a:lnTo>
                    <a:lnTo>
                      <a:pt x="2594" y="483"/>
                    </a:lnTo>
                    <a:lnTo>
                      <a:pt x="2586" y="482"/>
                    </a:lnTo>
                    <a:lnTo>
                      <a:pt x="2577" y="479"/>
                    </a:lnTo>
                    <a:lnTo>
                      <a:pt x="2567" y="476"/>
                    </a:lnTo>
                    <a:lnTo>
                      <a:pt x="2567" y="476"/>
                    </a:lnTo>
                    <a:lnTo>
                      <a:pt x="2562" y="473"/>
                    </a:lnTo>
                    <a:lnTo>
                      <a:pt x="2560" y="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360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5" name="Freeform 7"/>
              <p:cNvSpPr>
                <a:spLocks/>
              </p:cNvSpPr>
              <p:nvPr/>
            </p:nvSpPr>
            <p:spPr bwMode="auto">
              <a:xfrm>
                <a:off x="4564063" y="628088"/>
                <a:ext cx="312738" cy="4458824"/>
              </a:xfrm>
              <a:custGeom>
                <a:avLst/>
                <a:gdLst/>
                <a:ahLst/>
                <a:cxnLst>
                  <a:cxn ang="0">
                    <a:pos x="85" y="8177"/>
                  </a:cxn>
                  <a:cxn ang="0">
                    <a:pos x="198" y="7659"/>
                  </a:cxn>
                  <a:cxn ang="0">
                    <a:pos x="268" y="7269"/>
                  </a:cxn>
                  <a:cxn ang="0">
                    <a:pos x="336" y="6747"/>
                  </a:cxn>
                  <a:cxn ang="0">
                    <a:pos x="357" y="6422"/>
                  </a:cxn>
                  <a:cxn ang="0">
                    <a:pos x="357" y="6228"/>
                  </a:cxn>
                  <a:cxn ang="0">
                    <a:pos x="342" y="6039"/>
                  </a:cxn>
                  <a:cxn ang="0">
                    <a:pos x="315" y="5888"/>
                  </a:cxn>
                  <a:cxn ang="0">
                    <a:pos x="275" y="5719"/>
                  </a:cxn>
                  <a:cxn ang="0">
                    <a:pos x="203" y="5320"/>
                  </a:cxn>
                  <a:cxn ang="0">
                    <a:pos x="147" y="4918"/>
                  </a:cxn>
                  <a:cxn ang="0">
                    <a:pos x="87" y="4383"/>
                  </a:cxn>
                  <a:cxn ang="0">
                    <a:pos x="52" y="3982"/>
                  </a:cxn>
                  <a:cxn ang="0">
                    <a:pos x="18" y="3445"/>
                  </a:cxn>
                  <a:cxn ang="0">
                    <a:pos x="4" y="3042"/>
                  </a:cxn>
                  <a:cxn ang="0">
                    <a:pos x="3" y="2504"/>
                  </a:cxn>
                  <a:cxn ang="0">
                    <a:pos x="22" y="2100"/>
                  </a:cxn>
                  <a:cxn ang="0">
                    <a:pos x="61" y="1765"/>
                  </a:cxn>
                  <a:cxn ang="0">
                    <a:pos x="99" y="1564"/>
                  </a:cxn>
                  <a:cxn ang="0">
                    <a:pos x="134" y="1433"/>
                  </a:cxn>
                  <a:cxn ang="0">
                    <a:pos x="179" y="1306"/>
                  </a:cxn>
                  <a:cxn ang="0">
                    <a:pos x="257" y="1051"/>
                  </a:cxn>
                  <a:cxn ang="0">
                    <a:pos x="299" y="856"/>
                  </a:cxn>
                  <a:cxn ang="0">
                    <a:pos x="333" y="592"/>
                  </a:cxn>
                  <a:cxn ang="0">
                    <a:pos x="336" y="393"/>
                  </a:cxn>
                  <a:cxn ang="0">
                    <a:pos x="316" y="194"/>
                  </a:cxn>
                  <a:cxn ang="0">
                    <a:pos x="288" y="64"/>
                  </a:cxn>
                  <a:cxn ang="0">
                    <a:pos x="280" y="31"/>
                  </a:cxn>
                  <a:cxn ang="0">
                    <a:pos x="318" y="160"/>
                  </a:cxn>
                  <a:cxn ang="0">
                    <a:pos x="345" y="325"/>
                  </a:cxn>
                  <a:cxn ang="0">
                    <a:pos x="357" y="526"/>
                  </a:cxn>
                  <a:cxn ang="0">
                    <a:pos x="340" y="795"/>
                  </a:cxn>
                  <a:cxn ang="0">
                    <a:pos x="296" y="1061"/>
                  </a:cxn>
                  <a:cxn ang="0">
                    <a:pos x="247" y="1257"/>
                  </a:cxn>
                  <a:cxn ang="0">
                    <a:pos x="198" y="1417"/>
                  </a:cxn>
                  <a:cxn ang="0">
                    <a:pos x="158" y="1577"/>
                  </a:cxn>
                  <a:cxn ang="0">
                    <a:pos x="130" y="1773"/>
                  </a:cxn>
                  <a:cxn ang="0">
                    <a:pos x="104" y="2104"/>
                  </a:cxn>
                  <a:cxn ang="0">
                    <a:pos x="100" y="2504"/>
                  </a:cxn>
                  <a:cxn ang="0">
                    <a:pos x="121" y="3036"/>
                  </a:cxn>
                  <a:cxn ang="0">
                    <a:pos x="151" y="3436"/>
                  </a:cxn>
                  <a:cxn ang="0">
                    <a:pos x="205" y="3966"/>
                  </a:cxn>
                  <a:cxn ang="0">
                    <a:pos x="256" y="4363"/>
                  </a:cxn>
                  <a:cxn ang="0">
                    <a:pos x="335" y="4892"/>
                  </a:cxn>
                  <a:cxn ang="0">
                    <a:pos x="405" y="5284"/>
                  </a:cxn>
                  <a:cxn ang="0">
                    <a:pos x="507" y="5734"/>
                  </a:cxn>
                  <a:cxn ang="0">
                    <a:pos x="544" y="5864"/>
                  </a:cxn>
                  <a:cxn ang="0">
                    <a:pos x="573" y="6005"/>
                  </a:cxn>
                  <a:cxn ang="0">
                    <a:pos x="597" y="6215"/>
                  </a:cxn>
                  <a:cxn ang="0">
                    <a:pos x="604" y="6423"/>
                  </a:cxn>
                  <a:cxn ang="0">
                    <a:pos x="597" y="6766"/>
                  </a:cxn>
                  <a:cxn ang="0">
                    <a:pos x="547" y="7309"/>
                  </a:cxn>
                  <a:cxn ang="0">
                    <a:pos x="490" y="7712"/>
                  </a:cxn>
                  <a:cxn ang="0">
                    <a:pos x="395" y="8246"/>
                  </a:cxn>
                  <a:cxn ang="0">
                    <a:pos x="335" y="8528"/>
                  </a:cxn>
                  <a:cxn ang="0">
                    <a:pos x="302" y="8583"/>
                  </a:cxn>
                  <a:cxn ang="0">
                    <a:pos x="253" y="8623"/>
                  </a:cxn>
                  <a:cxn ang="0">
                    <a:pos x="192" y="8640"/>
                  </a:cxn>
                  <a:cxn ang="0">
                    <a:pos x="144" y="8636"/>
                  </a:cxn>
                  <a:cxn ang="0">
                    <a:pos x="83" y="8610"/>
                  </a:cxn>
                  <a:cxn ang="0">
                    <a:pos x="41" y="8565"/>
                  </a:cxn>
                  <a:cxn ang="0">
                    <a:pos x="17" y="8506"/>
                  </a:cxn>
                  <a:cxn ang="0">
                    <a:pos x="18" y="8441"/>
                  </a:cxn>
                </a:cxnLst>
                <a:rect l="0" t="0" r="r" b="b"/>
                <a:pathLst>
                  <a:path w="606" h="8640">
                    <a:moveTo>
                      <a:pt x="21" y="8432"/>
                    </a:moveTo>
                    <a:lnTo>
                      <a:pt x="21" y="8432"/>
                    </a:lnTo>
                    <a:lnTo>
                      <a:pt x="54" y="8305"/>
                    </a:lnTo>
                    <a:lnTo>
                      <a:pt x="85" y="8177"/>
                    </a:lnTo>
                    <a:lnTo>
                      <a:pt x="114" y="8048"/>
                    </a:lnTo>
                    <a:lnTo>
                      <a:pt x="144" y="7919"/>
                    </a:lnTo>
                    <a:lnTo>
                      <a:pt x="171" y="7789"/>
                    </a:lnTo>
                    <a:lnTo>
                      <a:pt x="198" y="7659"/>
                    </a:lnTo>
                    <a:lnTo>
                      <a:pt x="223" y="7529"/>
                    </a:lnTo>
                    <a:lnTo>
                      <a:pt x="246" y="7399"/>
                    </a:lnTo>
                    <a:lnTo>
                      <a:pt x="246" y="7399"/>
                    </a:lnTo>
                    <a:lnTo>
                      <a:pt x="268" y="7269"/>
                    </a:lnTo>
                    <a:lnTo>
                      <a:pt x="288" y="7139"/>
                    </a:lnTo>
                    <a:lnTo>
                      <a:pt x="306" y="7008"/>
                    </a:lnTo>
                    <a:lnTo>
                      <a:pt x="323" y="6878"/>
                    </a:lnTo>
                    <a:lnTo>
                      <a:pt x="336" y="6747"/>
                    </a:lnTo>
                    <a:lnTo>
                      <a:pt x="347" y="6617"/>
                    </a:lnTo>
                    <a:lnTo>
                      <a:pt x="352" y="6552"/>
                    </a:lnTo>
                    <a:lnTo>
                      <a:pt x="354" y="6487"/>
                    </a:lnTo>
                    <a:lnTo>
                      <a:pt x="357" y="6422"/>
                    </a:lnTo>
                    <a:lnTo>
                      <a:pt x="359" y="6357"/>
                    </a:lnTo>
                    <a:lnTo>
                      <a:pt x="359" y="6357"/>
                    </a:lnTo>
                    <a:lnTo>
                      <a:pt x="359" y="6292"/>
                    </a:lnTo>
                    <a:lnTo>
                      <a:pt x="357" y="6228"/>
                    </a:lnTo>
                    <a:lnTo>
                      <a:pt x="353" y="6165"/>
                    </a:lnTo>
                    <a:lnTo>
                      <a:pt x="349" y="6101"/>
                    </a:lnTo>
                    <a:lnTo>
                      <a:pt x="349" y="6101"/>
                    </a:lnTo>
                    <a:lnTo>
                      <a:pt x="342" y="6039"/>
                    </a:lnTo>
                    <a:lnTo>
                      <a:pt x="333" y="5977"/>
                    </a:lnTo>
                    <a:lnTo>
                      <a:pt x="333" y="5977"/>
                    </a:lnTo>
                    <a:lnTo>
                      <a:pt x="322" y="5917"/>
                    </a:lnTo>
                    <a:lnTo>
                      <a:pt x="315" y="5888"/>
                    </a:lnTo>
                    <a:lnTo>
                      <a:pt x="306" y="5855"/>
                    </a:lnTo>
                    <a:lnTo>
                      <a:pt x="306" y="5855"/>
                    </a:lnTo>
                    <a:lnTo>
                      <a:pt x="291" y="5787"/>
                    </a:lnTo>
                    <a:lnTo>
                      <a:pt x="275" y="5719"/>
                    </a:lnTo>
                    <a:lnTo>
                      <a:pt x="263" y="5653"/>
                    </a:lnTo>
                    <a:lnTo>
                      <a:pt x="250" y="5587"/>
                    </a:lnTo>
                    <a:lnTo>
                      <a:pt x="226" y="5452"/>
                    </a:lnTo>
                    <a:lnTo>
                      <a:pt x="203" y="5320"/>
                    </a:lnTo>
                    <a:lnTo>
                      <a:pt x="203" y="5320"/>
                    </a:lnTo>
                    <a:lnTo>
                      <a:pt x="183" y="5185"/>
                    </a:lnTo>
                    <a:lnTo>
                      <a:pt x="165" y="5053"/>
                    </a:lnTo>
                    <a:lnTo>
                      <a:pt x="147" y="4918"/>
                    </a:lnTo>
                    <a:lnTo>
                      <a:pt x="131" y="4784"/>
                    </a:lnTo>
                    <a:lnTo>
                      <a:pt x="116" y="4651"/>
                    </a:lnTo>
                    <a:lnTo>
                      <a:pt x="100" y="4517"/>
                    </a:lnTo>
                    <a:lnTo>
                      <a:pt x="87" y="4383"/>
                    </a:lnTo>
                    <a:lnTo>
                      <a:pt x="75" y="4250"/>
                    </a:lnTo>
                    <a:lnTo>
                      <a:pt x="75" y="4250"/>
                    </a:lnTo>
                    <a:lnTo>
                      <a:pt x="63" y="4116"/>
                    </a:lnTo>
                    <a:lnTo>
                      <a:pt x="52" y="3982"/>
                    </a:lnTo>
                    <a:lnTo>
                      <a:pt x="42" y="3847"/>
                    </a:lnTo>
                    <a:lnTo>
                      <a:pt x="32" y="3713"/>
                    </a:lnTo>
                    <a:lnTo>
                      <a:pt x="25" y="3579"/>
                    </a:lnTo>
                    <a:lnTo>
                      <a:pt x="18" y="3445"/>
                    </a:lnTo>
                    <a:lnTo>
                      <a:pt x="13" y="3310"/>
                    </a:lnTo>
                    <a:lnTo>
                      <a:pt x="7" y="3176"/>
                    </a:lnTo>
                    <a:lnTo>
                      <a:pt x="7" y="3176"/>
                    </a:lnTo>
                    <a:lnTo>
                      <a:pt x="4" y="3042"/>
                    </a:lnTo>
                    <a:lnTo>
                      <a:pt x="1" y="2906"/>
                    </a:lnTo>
                    <a:lnTo>
                      <a:pt x="0" y="2772"/>
                    </a:lnTo>
                    <a:lnTo>
                      <a:pt x="1" y="2638"/>
                    </a:lnTo>
                    <a:lnTo>
                      <a:pt x="3" y="2504"/>
                    </a:lnTo>
                    <a:lnTo>
                      <a:pt x="7" y="2368"/>
                    </a:lnTo>
                    <a:lnTo>
                      <a:pt x="14" y="2234"/>
                    </a:lnTo>
                    <a:lnTo>
                      <a:pt x="22" y="2100"/>
                    </a:lnTo>
                    <a:lnTo>
                      <a:pt x="22" y="2100"/>
                    </a:lnTo>
                    <a:lnTo>
                      <a:pt x="35" y="1965"/>
                    </a:lnTo>
                    <a:lnTo>
                      <a:pt x="42" y="1898"/>
                    </a:lnTo>
                    <a:lnTo>
                      <a:pt x="51" y="1831"/>
                    </a:lnTo>
                    <a:lnTo>
                      <a:pt x="61" y="1765"/>
                    </a:lnTo>
                    <a:lnTo>
                      <a:pt x="72" y="1697"/>
                    </a:lnTo>
                    <a:lnTo>
                      <a:pt x="85" y="1631"/>
                    </a:lnTo>
                    <a:lnTo>
                      <a:pt x="99" y="1564"/>
                    </a:lnTo>
                    <a:lnTo>
                      <a:pt x="99" y="1564"/>
                    </a:lnTo>
                    <a:lnTo>
                      <a:pt x="116" y="1498"/>
                    </a:lnTo>
                    <a:lnTo>
                      <a:pt x="124" y="1465"/>
                    </a:lnTo>
                    <a:lnTo>
                      <a:pt x="134" y="1433"/>
                    </a:lnTo>
                    <a:lnTo>
                      <a:pt x="134" y="1433"/>
                    </a:lnTo>
                    <a:lnTo>
                      <a:pt x="145" y="1400"/>
                    </a:lnTo>
                    <a:lnTo>
                      <a:pt x="157" y="1369"/>
                    </a:lnTo>
                    <a:lnTo>
                      <a:pt x="179" y="1306"/>
                    </a:lnTo>
                    <a:lnTo>
                      <a:pt x="179" y="1306"/>
                    </a:lnTo>
                    <a:lnTo>
                      <a:pt x="200" y="1243"/>
                    </a:lnTo>
                    <a:lnTo>
                      <a:pt x="220" y="1180"/>
                    </a:lnTo>
                    <a:lnTo>
                      <a:pt x="239" y="1116"/>
                    </a:lnTo>
                    <a:lnTo>
                      <a:pt x="257" y="1051"/>
                    </a:lnTo>
                    <a:lnTo>
                      <a:pt x="257" y="1051"/>
                    </a:lnTo>
                    <a:lnTo>
                      <a:pt x="272" y="986"/>
                    </a:lnTo>
                    <a:lnTo>
                      <a:pt x="287" y="921"/>
                    </a:lnTo>
                    <a:lnTo>
                      <a:pt x="299" y="856"/>
                    </a:lnTo>
                    <a:lnTo>
                      <a:pt x="311" y="791"/>
                    </a:lnTo>
                    <a:lnTo>
                      <a:pt x="321" y="725"/>
                    </a:lnTo>
                    <a:lnTo>
                      <a:pt x="328" y="658"/>
                    </a:lnTo>
                    <a:lnTo>
                      <a:pt x="333" y="592"/>
                    </a:lnTo>
                    <a:lnTo>
                      <a:pt x="336" y="526"/>
                    </a:lnTo>
                    <a:lnTo>
                      <a:pt x="336" y="526"/>
                    </a:lnTo>
                    <a:lnTo>
                      <a:pt x="337" y="459"/>
                    </a:lnTo>
                    <a:lnTo>
                      <a:pt x="336" y="393"/>
                    </a:lnTo>
                    <a:lnTo>
                      <a:pt x="332" y="326"/>
                    </a:lnTo>
                    <a:lnTo>
                      <a:pt x="326" y="260"/>
                    </a:lnTo>
                    <a:lnTo>
                      <a:pt x="326" y="260"/>
                    </a:lnTo>
                    <a:lnTo>
                      <a:pt x="316" y="194"/>
                    </a:lnTo>
                    <a:lnTo>
                      <a:pt x="311" y="161"/>
                    </a:lnTo>
                    <a:lnTo>
                      <a:pt x="305" y="127"/>
                    </a:lnTo>
                    <a:lnTo>
                      <a:pt x="296" y="95"/>
                    </a:lnTo>
                    <a:lnTo>
                      <a:pt x="288" y="64"/>
                    </a:lnTo>
                    <a:lnTo>
                      <a:pt x="278" y="31"/>
                    </a:lnTo>
                    <a:lnTo>
                      <a:pt x="267" y="0"/>
                    </a:lnTo>
                    <a:lnTo>
                      <a:pt x="267" y="0"/>
                    </a:lnTo>
                    <a:lnTo>
                      <a:pt x="280" y="31"/>
                    </a:lnTo>
                    <a:lnTo>
                      <a:pt x="291" y="62"/>
                    </a:lnTo>
                    <a:lnTo>
                      <a:pt x="301" y="95"/>
                    </a:lnTo>
                    <a:lnTo>
                      <a:pt x="309" y="127"/>
                    </a:lnTo>
                    <a:lnTo>
                      <a:pt x="318" y="160"/>
                    </a:lnTo>
                    <a:lnTo>
                      <a:pt x="325" y="192"/>
                    </a:lnTo>
                    <a:lnTo>
                      <a:pt x="336" y="259"/>
                    </a:lnTo>
                    <a:lnTo>
                      <a:pt x="336" y="259"/>
                    </a:lnTo>
                    <a:lnTo>
                      <a:pt x="345" y="325"/>
                    </a:lnTo>
                    <a:lnTo>
                      <a:pt x="352" y="391"/>
                    </a:lnTo>
                    <a:lnTo>
                      <a:pt x="356" y="459"/>
                    </a:lnTo>
                    <a:lnTo>
                      <a:pt x="357" y="526"/>
                    </a:lnTo>
                    <a:lnTo>
                      <a:pt x="357" y="526"/>
                    </a:lnTo>
                    <a:lnTo>
                      <a:pt x="356" y="593"/>
                    </a:lnTo>
                    <a:lnTo>
                      <a:pt x="353" y="661"/>
                    </a:lnTo>
                    <a:lnTo>
                      <a:pt x="347" y="728"/>
                    </a:lnTo>
                    <a:lnTo>
                      <a:pt x="340" y="795"/>
                    </a:lnTo>
                    <a:lnTo>
                      <a:pt x="332" y="862"/>
                    </a:lnTo>
                    <a:lnTo>
                      <a:pt x="322" y="928"/>
                    </a:lnTo>
                    <a:lnTo>
                      <a:pt x="311" y="995"/>
                    </a:lnTo>
                    <a:lnTo>
                      <a:pt x="296" y="1061"/>
                    </a:lnTo>
                    <a:lnTo>
                      <a:pt x="296" y="1061"/>
                    </a:lnTo>
                    <a:lnTo>
                      <a:pt x="281" y="1126"/>
                    </a:lnTo>
                    <a:lnTo>
                      <a:pt x="265" y="1193"/>
                    </a:lnTo>
                    <a:lnTo>
                      <a:pt x="247" y="1257"/>
                    </a:lnTo>
                    <a:lnTo>
                      <a:pt x="227" y="1322"/>
                    </a:lnTo>
                    <a:lnTo>
                      <a:pt x="227" y="1322"/>
                    </a:lnTo>
                    <a:lnTo>
                      <a:pt x="207" y="1386"/>
                    </a:lnTo>
                    <a:lnTo>
                      <a:pt x="198" y="1417"/>
                    </a:lnTo>
                    <a:lnTo>
                      <a:pt x="188" y="1448"/>
                    </a:lnTo>
                    <a:lnTo>
                      <a:pt x="188" y="1448"/>
                    </a:lnTo>
                    <a:lnTo>
                      <a:pt x="172" y="1513"/>
                    </a:lnTo>
                    <a:lnTo>
                      <a:pt x="158" y="1577"/>
                    </a:lnTo>
                    <a:lnTo>
                      <a:pt x="158" y="1577"/>
                    </a:lnTo>
                    <a:lnTo>
                      <a:pt x="147" y="1642"/>
                    </a:lnTo>
                    <a:lnTo>
                      <a:pt x="137" y="1708"/>
                    </a:lnTo>
                    <a:lnTo>
                      <a:pt x="130" y="1773"/>
                    </a:lnTo>
                    <a:lnTo>
                      <a:pt x="123" y="1840"/>
                    </a:lnTo>
                    <a:lnTo>
                      <a:pt x="116" y="1906"/>
                    </a:lnTo>
                    <a:lnTo>
                      <a:pt x="111" y="1971"/>
                    </a:lnTo>
                    <a:lnTo>
                      <a:pt x="104" y="2104"/>
                    </a:lnTo>
                    <a:lnTo>
                      <a:pt x="104" y="2104"/>
                    </a:lnTo>
                    <a:lnTo>
                      <a:pt x="102" y="2238"/>
                    </a:lnTo>
                    <a:lnTo>
                      <a:pt x="100" y="2371"/>
                    </a:lnTo>
                    <a:lnTo>
                      <a:pt x="100" y="2504"/>
                    </a:lnTo>
                    <a:lnTo>
                      <a:pt x="103" y="2637"/>
                    </a:lnTo>
                    <a:lnTo>
                      <a:pt x="107" y="2771"/>
                    </a:lnTo>
                    <a:lnTo>
                      <a:pt x="114" y="2904"/>
                    </a:lnTo>
                    <a:lnTo>
                      <a:pt x="121" y="3036"/>
                    </a:lnTo>
                    <a:lnTo>
                      <a:pt x="130" y="3169"/>
                    </a:lnTo>
                    <a:lnTo>
                      <a:pt x="130" y="3169"/>
                    </a:lnTo>
                    <a:lnTo>
                      <a:pt x="140" y="3303"/>
                    </a:lnTo>
                    <a:lnTo>
                      <a:pt x="151" y="3436"/>
                    </a:lnTo>
                    <a:lnTo>
                      <a:pt x="162" y="3569"/>
                    </a:lnTo>
                    <a:lnTo>
                      <a:pt x="176" y="3702"/>
                    </a:lnTo>
                    <a:lnTo>
                      <a:pt x="191" y="3835"/>
                    </a:lnTo>
                    <a:lnTo>
                      <a:pt x="205" y="3966"/>
                    </a:lnTo>
                    <a:lnTo>
                      <a:pt x="220" y="4099"/>
                    </a:lnTo>
                    <a:lnTo>
                      <a:pt x="237" y="4232"/>
                    </a:lnTo>
                    <a:lnTo>
                      <a:pt x="237" y="4232"/>
                    </a:lnTo>
                    <a:lnTo>
                      <a:pt x="256" y="4363"/>
                    </a:lnTo>
                    <a:lnTo>
                      <a:pt x="274" y="4496"/>
                    </a:lnTo>
                    <a:lnTo>
                      <a:pt x="292" y="4627"/>
                    </a:lnTo>
                    <a:lnTo>
                      <a:pt x="313" y="4760"/>
                    </a:lnTo>
                    <a:lnTo>
                      <a:pt x="335" y="4892"/>
                    </a:lnTo>
                    <a:lnTo>
                      <a:pt x="357" y="5022"/>
                    </a:lnTo>
                    <a:lnTo>
                      <a:pt x="381" y="5153"/>
                    </a:lnTo>
                    <a:lnTo>
                      <a:pt x="405" y="5284"/>
                    </a:lnTo>
                    <a:lnTo>
                      <a:pt x="405" y="5284"/>
                    </a:lnTo>
                    <a:lnTo>
                      <a:pt x="432" y="5413"/>
                    </a:lnTo>
                    <a:lnTo>
                      <a:pt x="460" y="5543"/>
                    </a:lnTo>
                    <a:lnTo>
                      <a:pt x="490" y="5670"/>
                    </a:lnTo>
                    <a:lnTo>
                      <a:pt x="507" y="5734"/>
                    </a:lnTo>
                    <a:lnTo>
                      <a:pt x="524" y="5796"/>
                    </a:lnTo>
                    <a:lnTo>
                      <a:pt x="534" y="5828"/>
                    </a:lnTo>
                    <a:lnTo>
                      <a:pt x="544" y="5864"/>
                    </a:lnTo>
                    <a:lnTo>
                      <a:pt x="544" y="5864"/>
                    </a:lnTo>
                    <a:lnTo>
                      <a:pt x="552" y="5899"/>
                    </a:lnTo>
                    <a:lnTo>
                      <a:pt x="559" y="5934"/>
                    </a:lnTo>
                    <a:lnTo>
                      <a:pt x="559" y="5934"/>
                    </a:lnTo>
                    <a:lnTo>
                      <a:pt x="573" y="6005"/>
                    </a:lnTo>
                    <a:lnTo>
                      <a:pt x="583" y="6076"/>
                    </a:lnTo>
                    <a:lnTo>
                      <a:pt x="583" y="6076"/>
                    </a:lnTo>
                    <a:lnTo>
                      <a:pt x="590" y="6145"/>
                    </a:lnTo>
                    <a:lnTo>
                      <a:pt x="597" y="6215"/>
                    </a:lnTo>
                    <a:lnTo>
                      <a:pt x="602" y="6285"/>
                    </a:lnTo>
                    <a:lnTo>
                      <a:pt x="604" y="6354"/>
                    </a:lnTo>
                    <a:lnTo>
                      <a:pt x="604" y="6354"/>
                    </a:lnTo>
                    <a:lnTo>
                      <a:pt x="604" y="6423"/>
                    </a:lnTo>
                    <a:lnTo>
                      <a:pt x="606" y="6492"/>
                    </a:lnTo>
                    <a:lnTo>
                      <a:pt x="604" y="6562"/>
                    </a:lnTo>
                    <a:lnTo>
                      <a:pt x="603" y="6629"/>
                    </a:lnTo>
                    <a:lnTo>
                      <a:pt x="597" y="6766"/>
                    </a:lnTo>
                    <a:lnTo>
                      <a:pt x="588" y="6902"/>
                    </a:lnTo>
                    <a:lnTo>
                      <a:pt x="576" y="7039"/>
                    </a:lnTo>
                    <a:lnTo>
                      <a:pt x="562" y="7173"/>
                    </a:lnTo>
                    <a:lnTo>
                      <a:pt x="547" y="7309"/>
                    </a:lnTo>
                    <a:lnTo>
                      <a:pt x="530" y="7443"/>
                    </a:lnTo>
                    <a:lnTo>
                      <a:pt x="530" y="7443"/>
                    </a:lnTo>
                    <a:lnTo>
                      <a:pt x="511" y="7577"/>
                    </a:lnTo>
                    <a:lnTo>
                      <a:pt x="490" y="7712"/>
                    </a:lnTo>
                    <a:lnTo>
                      <a:pt x="469" y="7846"/>
                    </a:lnTo>
                    <a:lnTo>
                      <a:pt x="445" y="7979"/>
                    </a:lnTo>
                    <a:lnTo>
                      <a:pt x="421" y="8112"/>
                    </a:lnTo>
                    <a:lnTo>
                      <a:pt x="395" y="8246"/>
                    </a:lnTo>
                    <a:lnTo>
                      <a:pt x="367" y="8379"/>
                    </a:lnTo>
                    <a:lnTo>
                      <a:pt x="339" y="8511"/>
                    </a:lnTo>
                    <a:lnTo>
                      <a:pt x="339" y="8511"/>
                    </a:lnTo>
                    <a:lnTo>
                      <a:pt x="335" y="8528"/>
                    </a:lnTo>
                    <a:lnTo>
                      <a:pt x="329" y="8544"/>
                    </a:lnTo>
                    <a:lnTo>
                      <a:pt x="321" y="8558"/>
                    </a:lnTo>
                    <a:lnTo>
                      <a:pt x="312" y="8571"/>
                    </a:lnTo>
                    <a:lnTo>
                      <a:pt x="302" y="8583"/>
                    </a:lnTo>
                    <a:lnTo>
                      <a:pt x="292" y="8595"/>
                    </a:lnTo>
                    <a:lnTo>
                      <a:pt x="280" y="8606"/>
                    </a:lnTo>
                    <a:lnTo>
                      <a:pt x="267" y="8615"/>
                    </a:lnTo>
                    <a:lnTo>
                      <a:pt x="253" y="8623"/>
                    </a:lnTo>
                    <a:lnTo>
                      <a:pt x="239" y="8629"/>
                    </a:lnTo>
                    <a:lnTo>
                      <a:pt x="224" y="8634"/>
                    </a:lnTo>
                    <a:lnTo>
                      <a:pt x="209" y="8637"/>
                    </a:lnTo>
                    <a:lnTo>
                      <a:pt x="192" y="8640"/>
                    </a:lnTo>
                    <a:lnTo>
                      <a:pt x="176" y="8640"/>
                    </a:lnTo>
                    <a:lnTo>
                      <a:pt x="159" y="8639"/>
                    </a:lnTo>
                    <a:lnTo>
                      <a:pt x="144" y="8636"/>
                    </a:lnTo>
                    <a:lnTo>
                      <a:pt x="144" y="8636"/>
                    </a:lnTo>
                    <a:lnTo>
                      <a:pt x="127" y="8632"/>
                    </a:lnTo>
                    <a:lnTo>
                      <a:pt x="111" y="8626"/>
                    </a:lnTo>
                    <a:lnTo>
                      <a:pt x="97" y="8619"/>
                    </a:lnTo>
                    <a:lnTo>
                      <a:pt x="83" y="8610"/>
                    </a:lnTo>
                    <a:lnTo>
                      <a:pt x="72" y="8600"/>
                    </a:lnTo>
                    <a:lnTo>
                      <a:pt x="59" y="8589"/>
                    </a:lnTo>
                    <a:lnTo>
                      <a:pt x="49" y="8578"/>
                    </a:lnTo>
                    <a:lnTo>
                      <a:pt x="41" y="8565"/>
                    </a:lnTo>
                    <a:lnTo>
                      <a:pt x="32" y="8551"/>
                    </a:lnTo>
                    <a:lnTo>
                      <a:pt x="27" y="8537"/>
                    </a:lnTo>
                    <a:lnTo>
                      <a:pt x="21" y="8521"/>
                    </a:lnTo>
                    <a:lnTo>
                      <a:pt x="17" y="8506"/>
                    </a:lnTo>
                    <a:lnTo>
                      <a:pt x="15" y="8490"/>
                    </a:lnTo>
                    <a:lnTo>
                      <a:pt x="15" y="8473"/>
                    </a:lnTo>
                    <a:lnTo>
                      <a:pt x="15" y="8458"/>
                    </a:lnTo>
                    <a:lnTo>
                      <a:pt x="18" y="8441"/>
                    </a:lnTo>
                    <a:lnTo>
                      <a:pt x="18" y="8441"/>
                    </a:lnTo>
                    <a:lnTo>
                      <a:pt x="20" y="8435"/>
                    </a:lnTo>
                    <a:lnTo>
                      <a:pt x="21" y="84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96" name="Group 165"/>
              <p:cNvGrpSpPr/>
              <p:nvPr/>
            </p:nvGrpSpPr>
            <p:grpSpPr>
              <a:xfrm rot="287009">
                <a:off x="4839585" y="3404730"/>
                <a:ext cx="691194" cy="654470"/>
                <a:chOff x="707853" y="22066"/>
                <a:chExt cx="7200902" cy="6818311"/>
              </a:xfrm>
            </p:grpSpPr>
            <p:sp>
              <p:nvSpPr>
                <p:cNvPr id="210" name="Freeform 5"/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1" name="Freeform 6"/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97" name="Group 168"/>
              <p:cNvGrpSpPr/>
              <p:nvPr/>
            </p:nvGrpSpPr>
            <p:grpSpPr>
              <a:xfrm rot="19919584">
                <a:off x="4566241" y="1541119"/>
                <a:ext cx="383462" cy="160775"/>
                <a:chOff x="793750" y="0"/>
                <a:chExt cx="7556501" cy="2116991"/>
              </a:xfrm>
            </p:grpSpPr>
            <p:sp>
              <p:nvSpPr>
                <p:cNvPr id="208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9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98" name="Freeform 8"/>
              <p:cNvSpPr>
                <a:spLocks/>
              </p:cNvSpPr>
              <p:nvPr/>
            </p:nvSpPr>
            <p:spPr bwMode="auto">
              <a:xfrm>
                <a:off x="4697413" y="2971800"/>
                <a:ext cx="1010145" cy="342900"/>
              </a:xfrm>
              <a:custGeom>
                <a:avLst/>
                <a:gdLst/>
                <a:ahLst/>
                <a:cxnLst>
                  <a:cxn ang="0">
                    <a:pos x="38" y="785"/>
                  </a:cxn>
                  <a:cxn ang="0">
                    <a:pos x="90" y="735"/>
                  </a:cxn>
                  <a:cxn ang="0">
                    <a:pos x="165" y="679"/>
                  </a:cxn>
                  <a:cxn ang="0">
                    <a:pos x="281" y="602"/>
                  </a:cxn>
                  <a:cxn ang="0">
                    <a:pos x="361" y="559"/>
                  </a:cxn>
                  <a:cxn ang="0">
                    <a:pos x="486" y="501"/>
                  </a:cxn>
                  <a:cxn ang="0">
                    <a:pos x="613" y="451"/>
                  </a:cxn>
                  <a:cxn ang="0">
                    <a:pos x="699" y="424"/>
                  </a:cxn>
                  <a:cxn ang="0">
                    <a:pos x="830" y="390"/>
                  </a:cxn>
                  <a:cxn ang="0">
                    <a:pos x="1008" y="356"/>
                  </a:cxn>
                  <a:cxn ang="0">
                    <a:pos x="1275" y="330"/>
                  </a:cxn>
                  <a:cxn ang="0">
                    <a:pos x="1452" y="323"/>
                  </a:cxn>
                  <a:cxn ang="0">
                    <a:pos x="1715" y="300"/>
                  </a:cxn>
                  <a:cxn ang="0">
                    <a:pos x="1975" y="258"/>
                  </a:cxn>
                  <a:cxn ang="0">
                    <a:pos x="2146" y="219"/>
                  </a:cxn>
                  <a:cxn ang="0">
                    <a:pos x="2399" y="143"/>
                  </a:cxn>
                  <a:cxn ang="0">
                    <a:pos x="2523" y="96"/>
                  </a:cxn>
                  <a:cxn ang="0">
                    <a:pos x="2643" y="43"/>
                  </a:cxn>
                  <a:cxn ang="0">
                    <a:pos x="2721" y="0"/>
                  </a:cxn>
                  <a:cxn ang="0">
                    <a:pos x="2606" y="68"/>
                  </a:cxn>
                  <a:cxn ang="0">
                    <a:pos x="2486" y="125"/>
                  </a:cxn>
                  <a:cxn ang="0">
                    <a:pos x="2322" y="193"/>
                  </a:cxn>
                  <a:cxn ang="0">
                    <a:pos x="2069" y="275"/>
                  </a:cxn>
                  <a:cxn ang="0">
                    <a:pos x="1897" y="318"/>
                  </a:cxn>
                  <a:cxn ang="0">
                    <a:pos x="1634" y="368"/>
                  </a:cxn>
                  <a:cxn ang="0">
                    <a:pos x="1370" y="400"/>
                  </a:cxn>
                  <a:cxn ang="0">
                    <a:pos x="1195" y="417"/>
                  </a:cxn>
                  <a:cxn ang="0">
                    <a:pos x="939" y="465"/>
                  </a:cxn>
                  <a:cxn ang="0">
                    <a:pos x="774" y="512"/>
                  </a:cxn>
                  <a:cxn ang="0">
                    <a:pos x="692" y="540"/>
                  </a:cxn>
                  <a:cxn ang="0">
                    <a:pos x="573" y="590"/>
                  </a:cxn>
                  <a:cxn ang="0">
                    <a:pos x="459" y="648"/>
                  </a:cxn>
                  <a:cxn ang="0">
                    <a:pos x="385" y="690"/>
                  </a:cxn>
                  <a:cxn ang="0">
                    <a:pos x="281" y="761"/>
                  </a:cxn>
                  <a:cxn ang="0">
                    <a:pos x="215" y="814"/>
                  </a:cxn>
                  <a:cxn ang="0">
                    <a:pos x="155" y="869"/>
                  </a:cxn>
                  <a:cxn ang="0">
                    <a:pos x="130" y="899"/>
                  </a:cxn>
                  <a:cxn ang="0">
                    <a:pos x="94" y="923"/>
                  </a:cxn>
                  <a:cxn ang="0">
                    <a:pos x="53" y="923"/>
                  </a:cxn>
                  <a:cxn ang="0">
                    <a:pos x="27" y="910"/>
                  </a:cxn>
                  <a:cxn ang="0">
                    <a:pos x="3" y="875"/>
                  </a:cxn>
                  <a:cxn ang="0">
                    <a:pos x="3" y="833"/>
                  </a:cxn>
                  <a:cxn ang="0">
                    <a:pos x="17" y="807"/>
                  </a:cxn>
                </a:cxnLst>
                <a:rect l="0" t="0" r="r" b="b"/>
                <a:pathLst>
                  <a:path w="2721" h="926">
                    <a:moveTo>
                      <a:pt x="20" y="804"/>
                    </a:moveTo>
                    <a:lnTo>
                      <a:pt x="20" y="804"/>
                    </a:lnTo>
                    <a:lnTo>
                      <a:pt x="38" y="785"/>
                    </a:lnTo>
                    <a:lnTo>
                      <a:pt x="55" y="768"/>
                    </a:lnTo>
                    <a:lnTo>
                      <a:pt x="90" y="735"/>
                    </a:lnTo>
                    <a:lnTo>
                      <a:pt x="90" y="735"/>
                    </a:lnTo>
                    <a:lnTo>
                      <a:pt x="127" y="705"/>
                    </a:lnTo>
                    <a:lnTo>
                      <a:pt x="165" y="679"/>
                    </a:lnTo>
                    <a:lnTo>
                      <a:pt x="165" y="679"/>
                    </a:lnTo>
                    <a:lnTo>
                      <a:pt x="203" y="652"/>
                    </a:lnTo>
                    <a:lnTo>
                      <a:pt x="241" y="626"/>
                    </a:lnTo>
                    <a:lnTo>
                      <a:pt x="281" y="602"/>
                    </a:lnTo>
                    <a:lnTo>
                      <a:pt x="320" y="580"/>
                    </a:lnTo>
                    <a:lnTo>
                      <a:pt x="320" y="580"/>
                    </a:lnTo>
                    <a:lnTo>
                      <a:pt x="361" y="559"/>
                    </a:lnTo>
                    <a:lnTo>
                      <a:pt x="402" y="537"/>
                    </a:lnTo>
                    <a:lnTo>
                      <a:pt x="443" y="519"/>
                    </a:lnTo>
                    <a:lnTo>
                      <a:pt x="486" y="501"/>
                    </a:lnTo>
                    <a:lnTo>
                      <a:pt x="528" y="482"/>
                    </a:lnTo>
                    <a:lnTo>
                      <a:pt x="571" y="467"/>
                    </a:lnTo>
                    <a:lnTo>
                      <a:pt x="613" y="451"/>
                    </a:lnTo>
                    <a:lnTo>
                      <a:pt x="657" y="437"/>
                    </a:lnTo>
                    <a:lnTo>
                      <a:pt x="657" y="437"/>
                    </a:lnTo>
                    <a:lnTo>
                      <a:pt x="699" y="424"/>
                    </a:lnTo>
                    <a:lnTo>
                      <a:pt x="743" y="412"/>
                    </a:lnTo>
                    <a:lnTo>
                      <a:pt x="787" y="400"/>
                    </a:lnTo>
                    <a:lnTo>
                      <a:pt x="830" y="390"/>
                    </a:lnTo>
                    <a:lnTo>
                      <a:pt x="876" y="380"/>
                    </a:lnTo>
                    <a:lnTo>
                      <a:pt x="919" y="372"/>
                    </a:lnTo>
                    <a:lnTo>
                      <a:pt x="1008" y="356"/>
                    </a:lnTo>
                    <a:lnTo>
                      <a:pt x="1097" y="345"/>
                    </a:lnTo>
                    <a:lnTo>
                      <a:pt x="1186" y="337"/>
                    </a:lnTo>
                    <a:lnTo>
                      <a:pt x="1275" y="330"/>
                    </a:lnTo>
                    <a:lnTo>
                      <a:pt x="1366" y="327"/>
                    </a:lnTo>
                    <a:lnTo>
                      <a:pt x="1366" y="327"/>
                    </a:lnTo>
                    <a:lnTo>
                      <a:pt x="1452" y="323"/>
                    </a:lnTo>
                    <a:lnTo>
                      <a:pt x="1540" y="317"/>
                    </a:lnTo>
                    <a:lnTo>
                      <a:pt x="1627" y="310"/>
                    </a:lnTo>
                    <a:lnTo>
                      <a:pt x="1715" y="300"/>
                    </a:lnTo>
                    <a:lnTo>
                      <a:pt x="1801" y="287"/>
                    </a:lnTo>
                    <a:lnTo>
                      <a:pt x="1889" y="275"/>
                    </a:lnTo>
                    <a:lnTo>
                      <a:pt x="1975" y="258"/>
                    </a:lnTo>
                    <a:lnTo>
                      <a:pt x="2061" y="239"/>
                    </a:lnTo>
                    <a:lnTo>
                      <a:pt x="2061" y="239"/>
                    </a:lnTo>
                    <a:lnTo>
                      <a:pt x="2146" y="219"/>
                    </a:lnTo>
                    <a:lnTo>
                      <a:pt x="2230" y="197"/>
                    </a:lnTo>
                    <a:lnTo>
                      <a:pt x="2315" y="171"/>
                    </a:lnTo>
                    <a:lnTo>
                      <a:pt x="2399" y="143"/>
                    </a:lnTo>
                    <a:lnTo>
                      <a:pt x="2399" y="143"/>
                    </a:lnTo>
                    <a:lnTo>
                      <a:pt x="2482" y="113"/>
                    </a:lnTo>
                    <a:lnTo>
                      <a:pt x="2523" y="96"/>
                    </a:lnTo>
                    <a:lnTo>
                      <a:pt x="2564" y="80"/>
                    </a:lnTo>
                    <a:lnTo>
                      <a:pt x="2603" y="61"/>
                    </a:lnTo>
                    <a:lnTo>
                      <a:pt x="2643" y="43"/>
                    </a:lnTo>
                    <a:lnTo>
                      <a:pt x="2682" y="22"/>
                    </a:lnTo>
                    <a:lnTo>
                      <a:pt x="2721" y="0"/>
                    </a:lnTo>
                    <a:lnTo>
                      <a:pt x="2721" y="0"/>
                    </a:lnTo>
                    <a:lnTo>
                      <a:pt x="2684" y="24"/>
                    </a:lnTo>
                    <a:lnTo>
                      <a:pt x="2646" y="47"/>
                    </a:lnTo>
                    <a:lnTo>
                      <a:pt x="2606" y="68"/>
                    </a:lnTo>
                    <a:lnTo>
                      <a:pt x="2567" y="88"/>
                    </a:lnTo>
                    <a:lnTo>
                      <a:pt x="2527" y="106"/>
                    </a:lnTo>
                    <a:lnTo>
                      <a:pt x="2486" y="125"/>
                    </a:lnTo>
                    <a:lnTo>
                      <a:pt x="2406" y="160"/>
                    </a:lnTo>
                    <a:lnTo>
                      <a:pt x="2406" y="160"/>
                    </a:lnTo>
                    <a:lnTo>
                      <a:pt x="2322" y="193"/>
                    </a:lnTo>
                    <a:lnTo>
                      <a:pt x="2239" y="222"/>
                    </a:lnTo>
                    <a:lnTo>
                      <a:pt x="2154" y="250"/>
                    </a:lnTo>
                    <a:lnTo>
                      <a:pt x="2069" y="275"/>
                    </a:lnTo>
                    <a:lnTo>
                      <a:pt x="2069" y="275"/>
                    </a:lnTo>
                    <a:lnTo>
                      <a:pt x="1983" y="299"/>
                    </a:lnTo>
                    <a:lnTo>
                      <a:pt x="1897" y="318"/>
                    </a:lnTo>
                    <a:lnTo>
                      <a:pt x="1811" y="337"/>
                    </a:lnTo>
                    <a:lnTo>
                      <a:pt x="1723" y="354"/>
                    </a:lnTo>
                    <a:lnTo>
                      <a:pt x="1634" y="368"/>
                    </a:lnTo>
                    <a:lnTo>
                      <a:pt x="1547" y="380"/>
                    </a:lnTo>
                    <a:lnTo>
                      <a:pt x="1458" y="390"/>
                    </a:lnTo>
                    <a:lnTo>
                      <a:pt x="1370" y="400"/>
                    </a:lnTo>
                    <a:lnTo>
                      <a:pt x="1370" y="400"/>
                    </a:lnTo>
                    <a:lnTo>
                      <a:pt x="1283" y="407"/>
                    </a:lnTo>
                    <a:lnTo>
                      <a:pt x="1195" y="417"/>
                    </a:lnTo>
                    <a:lnTo>
                      <a:pt x="1109" y="430"/>
                    </a:lnTo>
                    <a:lnTo>
                      <a:pt x="1024" y="447"/>
                    </a:lnTo>
                    <a:lnTo>
                      <a:pt x="939" y="465"/>
                    </a:lnTo>
                    <a:lnTo>
                      <a:pt x="856" y="486"/>
                    </a:lnTo>
                    <a:lnTo>
                      <a:pt x="815" y="499"/>
                    </a:lnTo>
                    <a:lnTo>
                      <a:pt x="774" y="512"/>
                    </a:lnTo>
                    <a:lnTo>
                      <a:pt x="733" y="526"/>
                    </a:lnTo>
                    <a:lnTo>
                      <a:pt x="692" y="540"/>
                    </a:lnTo>
                    <a:lnTo>
                      <a:pt x="692" y="540"/>
                    </a:lnTo>
                    <a:lnTo>
                      <a:pt x="652" y="556"/>
                    </a:lnTo>
                    <a:lnTo>
                      <a:pt x="613" y="573"/>
                    </a:lnTo>
                    <a:lnTo>
                      <a:pt x="573" y="590"/>
                    </a:lnTo>
                    <a:lnTo>
                      <a:pt x="534" y="608"/>
                    </a:lnTo>
                    <a:lnTo>
                      <a:pt x="496" y="628"/>
                    </a:lnTo>
                    <a:lnTo>
                      <a:pt x="459" y="648"/>
                    </a:lnTo>
                    <a:lnTo>
                      <a:pt x="421" y="667"/>
                    </a:lnTo>
                    <a:lnTo>
                      <a:pt x="385" y="690"/>
                    </a:lnTo>
                    <a:lnTo>
                      <a:pt x="385" y="690"/>
                    </a:lnTo>
                    <a:lnTo>
                      <a:pt x="349" y="713"/>
                    </a:lnTo>
                    <a:lnTo>
                      <a:pt x="315" y="737"/>
                    </a:lnTo>
                    <a:lnTo>
                      <a:pt x="281" y="761"/>
                    </a:lnTo>
                    <a:lnTo>
                      <a:pt x="247" y="787"/>
                    </a:lnTo>
                    <a:lnTo>
                      <a:pt x="247" y="787"/>
                    </a:lnTo>
                    <a:lnTo>
                      <a:pt x="215" y="814"/>
                    </a:lnTo>
                    <a:lnTo>
                      <a:pt x="185" y="841"/>
                    </a:lnTo>
                    <a:lnTo>
                      <a:pt x="185" y="841"/>
                    </a:lnTo>
                    <a:lnTo>
                      <a:pt x="155" y="869"/>
                    </a:lnTo>
                    <a:lnTo>
                      <a:pt x="131" y="898"/>
                    </a:lnTo>
                    <a:lnTo>
                      <a:pt x="130" y="899"/>
                    </a:lnTo>
                    <a:lnTo>
                      <a:pt x="130" y="899"/>
                    </a:lnTo>
                    <a:lnTo>
                      <a:pt x="120" y="909"/>
                    </a:lnTo>
                    <a:lnTo>
                      <a:pt x="107" y="917"/>
                    </a:lnTo>
                    <a:lnTo>
                      <a:pt x="94" y="923"/>
                    </a:lnTo>
                    <a:lnTo>
                      <a:pt x="80" y="926"/>
                    </a:lnTo>
                    <a:lnTo>
                      <a:pt x="66" y="926"/>
                    </a:lnTo>
                    <a:lnTo>
                      <a:pt x="53" y="923"/>
                    </a:lnTo>
                    <a:lnTo>
                      <a:pt x="39" y="917"/>
                    </a:lnTo>
                    <a:lnTo>
                      <a:pt x="27" y="910"/>
                    </a:lnTo>
                    <a:lnTo>
                      <a:pt x="27" y="910"/>
                    </a:lnTo>
                    <a:lnTo>
                      <a:pt x="17" y="899"/>
                    </a:lnTo>
                    <a:lnTo>
                      <a:pt x="8" y="888"/>
                    </a:lnTo>
                    <a:lnTo>
                      <a:pt x="3" y="875"/>
                    </a:lnTo>
                    <a:lnTo>
                      <a:pt x="0" y="861"/>
                    </a:lnTo>
                    <a:lnTo>
                      <a:pt x="0" y="847"/>
                    </a:lnTo>
                    <a:lnTo>
                      <a:pt x="3" y="833"/>
                    </a:lnTo>
                    <a:lnTo>
                      <a:pt x="8" y="820"/>
                    </a:lnTo>
                    <a:lnTo>
                      <a:pt x="17" y="807"/>
                    </a:lnTo>
                    <a:lnTo>
                      <a:pt x="17" y="807"/>
                    </a:lnTo>
                    <a:lnTo>
                      <a:pt x="20" y="804"/>
                    </a:lnTo>
                    <a:lnTo>
                      <a:pt x="20" y="80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99" name="Group 168"/>
              <p:cNvGrpSpPr/>
              <p:nvPr/>
            </p:nvGrpSpPr>
            <p:grpSpPr>
              <a:xfrm rot="18617175">
                <a:off x="4952774" y="2906824"/>
                <a:ext cx="340137" cy="167559"/>
                <a:chOff x="793750" y="0"/>
                <a:chExt cx="7556501" cy="2116991"/>
              </a:xfrm>
            </p:grpSpPr>
            <p:sp>
              <p:nvSpPr>
                <p:cNvPr id="206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7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00" name="Group 168"/>
              <p:cNvGrpSpPr/>
              <p:nvPr/>
            </p:nvGrpSpPr>
            <p:grpSpPr>
              <a:xfrm rot="2057568">
                <a:off x="4143922" y="2068330"/>
                <a:ext cx="515275" cy="144357"/>
                <a:chOff x="793750" y="0"/>
                <a:chExt cx="7556501" cy="2116991"/>
              </a:xfrm>
            </p:grpSpPr>
            <p:sp>
              <p:nvSpPr>
                <p:cNvPr id="204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5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01" name="Group 168"/>
              <p:cNvGrpSpPr/>
              <p:nvPr/>
            </p:nvGrpSpPr>
            <p:grpSpPr>
              <a:xfrm rot="14856880">
                <a:off x="4309108" y="3275124"/>
                <a:ext cx="340137" cy="167559"/>
                <a:chOff x="793750" y="0"/>
                <a:chExt cx="7556501" cy="2116991"/>
              </a:xfrm>
            </p:grpSpPr>
            <p:sp>
              <p:nvSpPr>
                <p:cNvPr id="202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3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42" name="Group 4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57740" y="3129218"/>
            <a:ext cx="961860" cy="3287903"/>
            <a:chOff x="3610140" y="3341974"/>
            <a:chExt cx="961860" cy="3287903"/>
          </a:xfrm>
        </p:grpSpPr>
        <p:grpSp>
          <p:nvGrpSpPr>
            <p:cNvPr id="439" name="Group 438"/>
            <p:cNvGrpSpPr/>
            <p:nvPr/>
          </p:nvGrpSpPr>
          <p:grpSpPr>
            <a:xfrm>
              <a:off x="3737331" y="5360827"/>
              <a:ext cx="499533" cy="1269050"/>
              <a:chOff x="3737331" y="5360827"/>
              <a:chExt cx="499533" cy="1269050"/>
            </a:xfrm>
          </p:grpSpPr>
          <p:grpSp>
            <p:nvGrpSpPr>
              <p:cNvPr id="389" name="Group 93"/>
              <p:cNvGrpSpPr/>
              <p:nvPr/>
            </p:nvGrpSpPr>
            <p:grpSpPr>
              <a:xfrm rot="186992">
                <a:off x="3737331" y="5459153"/>
                <a:ext cx="499533" cy="1170724"/>
                <a:chOff x="1346198" y="3640666"/>
                <a:chExt cx="755162" cy="3117518"/>
              </a:xfrm>
            </p:grpSpPr>
            <p:sp>
              <p:nvSpPr>
                <p:cNvPr id="391" name="Freeform 7"/>
                <p:cNvSpPr>
                  <a:spLocks/>
                </p:cNvSpPr>
                <p:nvPr/>
              </p:nvSpPr>
              <p:spPr bwMode="auto">
                <a:xfrm>
                  <a:off x="1740430" y="3674533"/>
                  <a:ext cx="318052" cy="3083651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2" name="Freeform 5"/>
                <p:cNvSpPr>
                  <a:spLocks/>
                </p:cNvSpPr>
                <p:nvPr/>
              </p:nvSpPr>
              <p:spPr bwMode="auto">
                <a:xfrm>
                  <a:off x="1452034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3" name="Freeform 6"/>
                <p:cNvSpPr>
                  <a:spLocks/>
                </p:cNvSpPr>
                <p:nvPr/>
              </p:nvSpPr>
              <p:spPr bwMode="auto">
                <a:xfrm rot="400286">
                  <a:off x="1517122" y="3676651"/>
                  <a:ext cx="584238" cy="2470150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4" name="Freeform 8"/>
                <p:cNvSpPr>
                  <a:spLocks/>
                </p:cNvSpPr>
                <p:nvPr/>
              </p:nvSpPr>
              <p:spPr bwMode="auto">
                <a:xfrm>
                  <a:off x="1837266" y="4109509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5" name="Freeform 7"/>
                <p:cNvSpPr>
                  <a:spLocks/>
                </p:cNvSpPr>
                <p:nvPr/>
              </p:nvSpPr>
              <p:spPr bwMode="auto">
                <a:xfrm rot="21316019" flipH="1">
                  <a:off x="1500486" y="36627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6" name="Freeform 5"/>
                <p:cNvSpPr>
                  <a:spLocks/>
                </p:cNvSpPr>
                <p:nvPr/>
              </p:nvSpPr>
              <p:spPr bwMode="auto">
                <a:xfrm flipH="1">
                  <a:off x="1854508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7" name="Freeform 8"/>
                <p:cNvSpPr>
                  <a:spLocks/>
                </p:cNvSpPr>
                <p:nvPr/>
              </p:nvSpPr>
              <p:spPr bwMode="auto">
                <a:xfrm>
                  <a:off x="1346198" y="4101042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8" name="Freeform 8"/>
                <p:cNvSpPr>
                  <a:spLocks/>
                </p:cNvSpPr>
                <p:nvPr/>
              </p:nvSpPr>
              <p:spPr bwMode="auto">
                <a:xfrm rot="308441" flipH="1">
                  <a:off x="1634063" y="3662892"/>
                  <a:ext cx="194736" cy="1359958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9" name="Freeform 5"/>
                <p:cNvSpPr>
                  <a:spLocks/>
                </p:cNvSpPr>
                <p:nvPr/>
              </p:nvSpPr>
              <p:spPr bwMode="auto">
                <a:xfrm rot="21448727">
                  <a:off x="1720850" y="3651250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0" name="Freeform 6"/>
                <p:cNvSpPr>
                  <a:spLocks/>
                </p:cNvSpPr>
                <p:nvPr/>
              </p:nvSpPr>
              <p:spPr bwMode="auto">
                <a:xfrm rot="21099981" flipH="1">
                  <a:off x="1589359" y="3674975"/>
                  <a:ext cx="430796" cy="2259597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1" name="Freeform 8"/>
                <p:cNvSpPr>
                  <a:spLocks/>
                </p:cNvSpPr>
                <p:nvPr/>
              </p:nvSpPr>
              <p:spPr bwMode="auto">
                <a:xfrm>
                  <a:off x="1396999" y="4907492"/>
                  <a:ext cx="82551" cy="510506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90" name="Freeform 9"/>
              <p:cNvSpPr>
                <a:spLocks/>
              </p:cNvSpPr>
              <p:nvPr/>
            </p:nvSpPr>
            <p:spPr bwMode="auto">
              <a:xfrm rot="186992">
                <a:off x="3914052" y="5360827"/>
                <a:ext cx="266765" cy="135464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75" name="Group 18"/>
            <p:cNvGrpSpPr/>
            <p:nvPr/>
          </p:nvGrpSpPr>
          <p:grpSpPr>
            <a:xfrm>
              <a:off x="3610140" y="3341974"/>
              <a:ext cx="961860" cy="2115426"/>
              <a:chOff x="6931077" y="2209800"/>
              <a:chExt cx="1048561" cy="2306108"/>
            </a:xfrm>
          </p:grpSpPr>
          <p:sp>
            <p:nvSpPr>
              <p:cNvPr id="176" name="Freeform 6"/>
              <p:cNvSpPr>
                <a:spLocks/>
              </p:cNvSpPr>
              <p:nvPr/>
            </p:nvSpPr>
            <p:spPr bwMode="auto">
              <a:xfrm>
                <a:off x="7348008" y="2209800"/>
                <a:ext cx="243693" cy="2306108"/>
              </a:xfrm>
              <a:custGeom>
                <a:avLst/>
                <a:gdLst/>
                <a:ahLst/>
                <a:cxnLst>
                  <a:cxn ang="0">
                    <a:pos x="48" y="3350"/>
                  </a:cxn>
                  <a:cxn ang="0">
                    <a:pos x="134" y="3037"/>
                  </a:cxn>
                  <a:cxn ang="0">
                    <a:pos x="181" y="2826"/>
                  </a:cxn>
                  <a:cxn ang="0">
                    <a:pos x="207" y="2666"/>
                  </a:cxn>
                  <a:cxn ang="0">
                    <a:pos x="219" y="2560"/>
                  </a:cxn>
                  <a:cxn ang="0">
                    <a:pos x="224" y="2404"/>
                  </a:cxn>
                  <a:cxn ang="0">
                    <a:pos x="216" y="2301"/>
                  </a:cxn>
                  <a:cxn ang="0">
                    <a:pos x="202" y="2193"/>
                  </a:cxn>
                  <a:cxn ang="0">
                    <a:pos x="128" y="1759"/>
                  </a:cxn>
                  <a:cxn ang="0">
                    <a:pos x="75" y="1432"/>
                  </a:cxn>
                  <a:cxn ang="0">
                    <a:pos x="32" y="1101"/>
                  </a:cxn>
                  <a:cxn ang="0">
                    <a:pos x="11" y="881"/>
                  </a:cxn>
                  <a:cxn ang="0">
                    <a:pos x="0" y="604"/>
                  </a:cxn>
                  <a:cxn ang="0">
                    <a:pos x="3" y="437"/>
                  </a:cxn>
                  <a:cxn ang="0">
                    <a:pos x="11" y="327"/>
                  </a:cxn>
                  <a:cxn ang="0">
                    <a:pos x="32" y="161"/>
                  </a:cxn>
                  <a:cxn ang="0">
                    <a:pos x="70" y="0"/>
                  </a:cxn>
                  <a:cxn ang="0">
                    <a:pos x="49" y="108"/>
                  </a:cxn>
                  <a:cxn ang="0">
                    <a:pos x="34" y="273"/>
                  </a:cxn>
                  <a:cxn ang="0">
                    <a:pos x="31" y="437"/>
                  </a:cxn>
                  <a:cxn ang="0">
                    <a:pos x="34" y="547"/>
                  </a:cxn>
                  <a:cxn ang="0">
                    <a:pos x="52" y="766"/>
                  </a:cxn>
                  <a:cxn ang="0">
                    <a:pos x="82" y="984"/>
                  </a:cxn>
                  <a:cxn ang="0">
                    <a:pos x="140" y="1309"/>
                  </a:cxn>
                  <a:cxn ang="0">
                    <a:pos x="236" y="1738"/>
                  </a:cxn>
                  <a:cxn ang="0">
                    <a:pos x="312" y="2060"/>
                  </a:cxn>
                  <a:cxn ang="0">
                    <a:pos x="347" y="2224"/>
                  </a:cxn>
                  <a:cxn ang="0">
                    <a:pos x="374" y="2395"/>
                  </a:cxn>
                  <a:cxn ang="0">
                    <a:pos x="380" y="2512"/>
                  </a:cxn>
                  <a:cxn ang="0">
                    <a:pos x="377" y="2627"/>
                  </a:cxn>
                  <a:cxn ang="0">
                    <a:pos x="363" y="2796"/>
                  </a:cxn>
                  <a:cxn ang="0">
                    <a:pos x="322" y="3076"/>
                  </a:cxn>
                  <a:cxn ang="0">
                    <a:pos x="277" y="3297"/>
                  </a:cxn>
                  <a:cxn ang="0">
                    <a:pos x="223" y="3517"/>
                  </a:cxn>
                  <a:cxn ang="0">
                    <a:pos x="209" y="3547"/>
                  </a:cxn>
                  <a:cxn ang="0">
                    <a:pos x="189" y="3571"/>
                  </a:cxn>
                  <a:cxn ang="0">
                    <a:pos x="162" y="3588"/>
                  </a:cxn>
                  <a:cxn ang="0">
                    <a:pos x="131" y="3596"/>
                  </a:cxn>
                  <a:cxn ang="0">
                    <a:pos x="100" y="3596"/>
                  </a:cxn>
                  <a:cxn ang="0">
                    <a:pos x="78" y="3591"/>
                  </a:cxn>
                  <a:cxn ang="0">
                    <a:pos x="49" y="3574"/>
                  </a:cxn>
                  <a:cxn ang="0">
                    <a:pos x="28" y="3551"/>
                  </a:cxn>
                  <a:cxn ang="0">
                    <a:pos x="14" y="3523"/>
                  </a:cxn>
                  <a:cxn ang="0">
                    <a:pos x="8" y="3492"/>
                  </a:cxn>
                  <a:cxn ang="0">
                    <a:pos x="11" y="3459"/>
                  </a:cxn>
                  <a:cxn ang="0">
                    <a:pos x="14" y="3452"/>
                  </a:cxn>
                </a:cxnLst>
                <a:rect l="0" t="0" r="r" b="b"/>
                <a:pathLst>
                  <a:path w="380" h="3598">
                    <a:moveTo>
                      <a:pt x="14" y="3452"/>
                    </a:moveTo>
                    <a:lnTo>
                      <a:pt x="14" y="3452"/>
                    </a:lnTo>
                    <a:lnTo>
                      <a:pt x="48" y="3350"/>
                    </a:lnTo>
                    <a:lnTo>
                      <a:pt x="79" y="3246"/>
                    </a:lnTo>
                    <a:lnTo>
                      <a:pt x="107" y="3141"/>
                    </a:lnTo>
                    <a:lnTo>
                      <a:pt x="134" y="3037"/>
                    </a:lnTo>
                    <a:lnTo>
                      <a:pt x="134" y="3037"/>
                    </a:lnTo>
                    <a:lnTo>
                      <a:pt x="159" y="2931"/>
                    </a:lnTo>
                    <a:lnTo>
                      <a:pt x="181" y="2826"/>
                    </a:lnTo>
                    <a:lnTo>
                      <a:pt x="191" y="2772"/>
                    </a:lnTo>
                    <a:lnTo>
                      <a:pt x="199" y="2720"/>
                    </a:lnTo>
                    <a:lnTo>
                      <a:pt x="207" y="2666"/>
                    </a:lnTo>
                    <a:lnTo>
                      <a:pt x="213" y="2614"/>
                    </a:lnTo>
                    <a:lnTo>
                      <a:pt x="213" y="2614"/>
                    </a:lnTo>
                    <a:lnTo>
                      <a:pt x="219" y="2560"/>
                    </a:lnTo>
                    <a:lnTo>
                      <a:pt x="223" y="2508"/>
                    </a:lnTo>
                    <a:lnTo>
                      <a:pt x="224" y="2456"/>
                    </a:lnTo>
                    <a:lnTo>
                      <a:pt x="224" y="2404"/>
                    </a:lnTo>
                    <a:lnTo>
                      <a:pt x="224" y="2404"/>
                    </a:lnTo>
                    <a:lnTo>
                      <a:pt x="222" y="2353"/>
                    </a:lnTo>
                    <a:lnTo>
                      <a:pt x="216" y="2301"/>
                    </a:lnTo>
                    <a:lnTo>
                      <a:pt x="210" y="2247"/>
                    </a:lnTo>
                    <a:lnTo>
                      <a:pt x="202" y="2193"/>
                    </a:lnTo>
                    <a:lnTo>
                      <a:pt x="202" y="2193"/>
                    </a:lnTo>
                    <a:lnTo>
                      <a:pt x="185" y="2086"/>
                    </a:lnTo>
                    <a:lnTo>
                      <a:pt x="167" y="1977"/>
                    </a:lnTo>
                    <a:lnTo>
                      <a:pt x="128" y="1759"/>
                    </a:lnTo>
                    <a:lnTo>
                      <a:pt x="128" y="1759"/>
                    </a:lnTo>
                    <a:lnTo>
                      <a:pt x="92" y="1540"/>
                    </a:lnTo>
                    <a:lnTo>
                      <a:pt x="75" y="1432"/>
                    </a:lnTo>
                    <a:lnTo>
                      <a:pt x="59" y="1321"/>
                    </a:lnTo>
                    <a:lnTo>
                      <a:pt x="45" y="1211"/>
                    </a:lnTo>
                    <a:lnTo>
                      <a:pt x="32" y="1101"/>
                    </a:lnTo>
                    <a:lnTo>
                      <a:pt x="21" y="991"/>
                    </a:lnTo>
                    <a:lnTo>
                      <a:pt x="11" y="881"/>
                    </a:lnTo>
                    <a:lnTo>
                      <a:pt x="11" y="881"/>
                    </a:lnTo>
                    <a:lnTo>
                      <a:pt x="4" y="770"/>
                    </a:lnTo>
                    <a:lnTo>
                      <a:pt x="1" y="659"/>
                    </a:lnTo>
                    <a:lnTo>
                      <a:pt x="0" y="604"/>
                    </a:lnTo>
                    <a:lnTo>
                      <a:pt x="0" y="547"/>
                    </a:lnTo>
                    <a:lnTo>
                      <a:pt x="1" y="492"/>
                    </a:lnTo>
                    <a:lnTo>
                      <a:pt x="3" y="437"/>
                    </a:lnTo>
                    <a:lnTo>
                      <a:pt x="3" y="437"/>
                    </a:lnTo>
                    <a:lnTo>
                      <a:pt x="7" y="382"/>
                    </a:lnTo>
                    <a:lnTo>
                      <a:pt x="11" y="327"/>
                    </a:lnTo>
                    <a:lnTo>
                      <a:pt x="17" y="272"/>
                    </a:lnTo>
                    <a:lnTo>
                      <a:pt x="24" y="216"/>
                    </a:lnTo>
                    <a:lnTo>
                      <a:pt x="32" y="161"/>
                    </a:lnTo>
                    <a:lnTo>
                      <a:pt x="42" y="106"/>
                    </a:lnTo>
                    <a:lnTo>
                      <a:pt x="55" y="53"/>
                    </a:lnTo>
                    <a:lnTo>
                      <a:pt x="70" y="0"/>
                    </a:lnTo>
                    <a:lnTo>
                      <a:pt x="70" y="0"/>
                    </a:lnTo>
                    <a:lnTo>
                      <a:pt x="59" y="54"/>
                    </a:lnTo>
                    <a:lnTo>
                      <a:pt x="49" y="108"/>
                    </a:lnTo>
                    <a:lnTo>
                      <a:pt x="42" y="163"/>
                    </a:lnTo>
                    <a:lnTo>
                      <a:pt x="37" y="218"/>
                    </a:lnTo>
                    <a:lnTo>
                      <a:pt x="34" y="273"/>
                    </a:lnTo>
                    <a:lnTo>
                      <a:pt x="31" y="327"/>
                    </a:lnTo>
                    <a:lnTo>
                      <a:pt x="29" y="382"/>
                    </a:lnTo>
                    <a:lnTo>
                      <a:pt x="31" y="437"/>
                    </a:lnTo>
                    <a:lnTo>
                      <a:pt x="31" y="437"/>
                    </a:lnTo>
                    <a:lnTo>
                      <a:pt x="32" y="492"/>
                    </a:lnTo>
                    <a:lnTo>
                      <a:pt x="34" y="547"/>
                    </a:lnTo>
                    <a:lnTo>
                      <a:pt x="38" y="602"/>
                    </a:lnTo>
                    <a:lnTo>
                      <a:pt x="42" y="656"/>
                    </a:lnTo>
                    <a:lnTo>
                      <a:pt x="52" y="766"/>
                    </a:lnTo>
                    <a:lnTo>
                      <a:pt x="66" y="875"/>
                    </a:lnTo>
                    <a:lnTo>
                      <a:pt x="66" y="875"/>
                    </a:lnTo>
                    <a:lnTo>
                      <a:pt x="82" y="984"/>
                    </a:lnTo>
                    <a:lnTo>
                      <a:pt x="99" y="1092"/>
                    </a:lnTo>
                    <a:lnTo>
                      <a:pt x="118" y="1200"/>
                    </a:lnTo>
                    <a:lnTo>
                      <a:pt x="140" y="1309"/>
                    </a:lnTo>
                    <a:lnTo>
                      <a:pt x="162" y="1416"/>
                    </a:lnTo>
                    <a:lnTo>
                      <a:pt x="186" y="1523"/>
                    </a:lnTo>
                    <a:lnTo>
                      <a:pt x="236" y="1738"/>
                    </a:lnTo>
                    <a:lnTo>
                      <a:pt x="236" y="1738"/>
                    </a:lnTo>
                    <a:lnTo>
                      <a:pt x="287" y="1953"/>
                    </a:lnTo>
                    <a:lnTo>
                      <a:pt x="312" y="2060"/>
                    </a:lnTo>
                    <a:lnTo>
                      <a:pt x="336" y="2169"/>
                    </a:lnTo>
                    <a:lnTo>
                      <a:pt x="336" y="2169"/>
                    </a:lnTo>
                    <a:lnTo>
                      <a:pt x="347" y="2224"/>
                    </a:lnTo>
                    <a:lnTo>
                      <a:pt x="359" y="2279"/>
                    </a:lnTo>
                    <a:lnTo>
                      <a:pt x="367" y="2337"/>
                    </a:lnTo>
                    <a:lnTo>
                      <a:pt x="374" y="2395"/>
                    </a:lnTo>
                    <a:lnTo>
                      <a:pt x="374" y="2395"/>
                    </a:lnTo>
                    <a:lnTo>
                      <a:pt x="378" y="2455"/>
                    </a:lnTo>
                    <a:lnTo>
                      <a:pt x="380" y="2512"/>
                    </a:lnTo>
                    <a:lnTo>
                      <a:pt x="378" y="2569"/>
                    </a:lnTo>
                    <a:lnTo>
                      <a:pt x="377" y="2627"/>
                    </a:lnTo>
                    <a:lnTo>
                      <a:pt x="377" y="2627"/>
                    </a:lnTo>
                    <a:lnTo>
                      <a:pt x="373" y="2683"/>
                    </a:lnTo>
                    <a:lnTo>
                      <a:pt x="369" y="2741"/>
                    </a:lnTo>
                    <a:lnTo>
                      <a:pt x="363" y="2796"/>
                    </a:lnTo>
                    <a:lnTo>
                      <a:pt x="356" y="2853"/>
                    </a:lnTo>
                    <a:lnTo>
                      <a:pt x="340" y="2965"/>
                    </a:lnTo>
                    <a:lnTo>
                      <a:pt x="322" y="3076"/>
                    </a:lnTo>
                    <a:lnTo>
                      <a:pt x="322" y="3076"/>
                    </a:lnTo>
                    <a:lnTo>
                      <a:pt x="301" y="3186"/>
                    </a:lnTo>
                    <a:lnTo>
                      <a:pt x="277" y="3297"/>
                    </a:lnTo>
                    <a:lnTo>
                      <a:pt x="251" y="3407"/>
                    </a:lnTo>
                    <a:lnTo>
                      <a:pt x="223" y="3517"/>
                    </a:lnTo>
                    <a:lnTo>
                      <a:pt x="223" y="3517"/>
                    </a:lnTo>
                    <a:lnTo>
                      <a:pt x="219" y="3527"/>
                    </a:lnTo>
                    <a:lnTo>
                      <a:pt x="215" y="3537"/>
                    </a:lnTo>
                    <a:lnTo>
                      <a:pt x="209" y="3547"/>
                    </a:lnTo>
                    <a:lnTo>
                      <a:pt x="203" y="3555"/>
                    </a:lnTo>
                    <a:lnTo>
                      <a:pt x="196" y="3564"/>
                    </a:lnTo>
                    <a:lnTo>
                      <a:pt x="189" y="3571"/>
                    </a:lnTo>
                    <a:lnTo>
                      <a:pt x="181" y="3578"/>
                    </a:lnTo>
                    <a:lnTo>
                      <a:pt x="172" y="3583"/>
                    </a:lnTo>
                    <a:lnTo>
                      <a:pt x="162" y="3588"/>
                    </a:lnTo>
                    <a:lnTo>
                      <a:pt x="152" y="3592"/>
                    </a:lnTo>
                    <a:lnTo>
                      <a:pt x="142" y="3595"/>
                    </a:lnTo>
                    <a:lnTo>
                      <a:pt x="131" y="3596"/>
                    </a:lnTo>
                    <a:lnTo>
                      <a:pt x="121" y="3598"/>
                    </a:lnTo>
                    <a:lnTo>
                      <a:pt x="110" y="3598"/>
                    </a:lnTo>
                    <a:lnTo>
                      <a:pt x="100" y="3596"/>
                    </a:lnTo>
                    <a:lnTo>
                      <a:pt x="89" y="3593"/>
                    </a:lnTo>
                    <a:lnTo>
                      <a:pt x="89" y="3593"/>
                    </a:lnTo>
                    <a:lnTo>
                      <a:pt x="78" y="3591"/>
                    </a:lnTo>
                    <a:lnTo>
                      <a:pt x="68" y="3586"/>
                    </a:lnTo>
                    <a:lnTo>
                      <a:pt x="59" y="3581"/>
                    </a:lnTo>
                    <a:lnTo>
                      <a:pt x="49" y="3574"/>
                    </a:lnTo>
                    <a:lnTo>
                      <a:pt x="42" y="3568"/>
                    </a:lnTo>
                    <a:lnTo>
                      <a:pt x="35" y="3559"/>
                    </a:lnTo>
                    <a:lnTo>
                      <a:pt x="28" y="3551"/>
                    </a:lnTo>
                    <a:lnTo>
                      <a:pt x="22" y="3542"/>
                    </a:lnTo>
                    <a:lnTo>
                      <a:pt x="18" y="3533"/>
                    </a:lnTo>
                    <a:lnTo>
                      <a:pt x="14" y="3523"/>
                    </a:lnTo>
                    <a:lnTo>
                      <a:pt x="11" y="3513"/>
                    </a:lnTo>
                    <a:lnTo>
                      <a:pt x="8" y="3503"/>
                    </a:lnTo>
                    <a:lnTo>
                      <a:pt x="8" y="3492"/>
                    </a:lnTo>
                    <a:lnTo>
                      <a:pt x="8" y="3482"/>
                    </a:lnTo>
                    <a:lnTo>
                      <a:pt x="10" y="3470"/>
                    </a:lnTo>
                    <a:lnTo>
                      <a:pt x="11" y="3459"/>
                    </a:lnTo>
                    <a:lnTo>
                      <a:pt x="11" y="3459"/>
                    </a:lnTo>
                    <a:lnTo>
                      <a:pt x="14" y="3453"/>
                    </a:lnTo>
                    <a:lnTo>
                      <a:pt x="14" y="345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77" name="Group 165"/>
              <p:cNvGrpSpPr/>
              <p:nvPr/>
            </p:nvGrpSpPr>
            <p:grpSpPr>
              <a:xfrm rot="287009">
                <a:off x="7543525" y="3359471"/>
                <a:ext cx="436113" cy="412942"/>
                <a:chOff x="971551" y="0"/>
                <a:chExt cx="7200902" cy="6818311"/>
              </a:xfrm>
            </p:grpSpPr>
            <p:sp>
              <p:nvSpPr>
                <p:cNvPr id="185" name="Freeform 5"/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Freeform 6"/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8" name="Group 168"/>
              <p:cNvGrpSpPr/>
              <p:nvPr/>
            </p:nvGrpSpPr>
            <p:grpSpPr>
              <a:xfrm rot="18900000">
                <a:off x="7326744" y="2773898"/>
                <a:ext cx="515275" cy="144357"/>
                <a:chOff x="793750" y="0"/>
                <a:chExt cx="7556501" cy="2116991"/>
              </a:xfrm>
            </p:grpSpPr>
            <p:sp>
              <p:nvSpPr>
                <p:cNvPr id="183" name="Freeform 7"/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Freeform 8"/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9" name="Group 171"/>
              <p:cNvGrpSpPr/>
              <p:nvPr/>
            </p:nvGrpSpPr>
            <p:grpSpPr>
              <a:xfrm rot="21312991" flipH="1">
                <a:off x="7170907" y="3751874"/>
                <a:ext cx="313619" cy="296956"/>
                <a:chOff x="971551" y="0"/>
                <a:chExt cx="7200902" cy="6818311"/>
              </a:xfrm>
            </p:grpSpPr>
            <p:sp>
              <p:nvSpPr>
                <p:cNvPr id="181" name="Freeform 5"/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22000">
                      <a:srgbClr val="84BC76"/>
                    </a:gs>
                    <a:gs pos="86000">
                      <a:srgbClr val="2F6C1C"/>
                    </a:gs>
                  </a:gsLst>
                  <a:lin ang="18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Freeform 6"/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80000">
                      <a:srgbClr val="2E6D26"/>
                    </a:gs>
                  </a:gsLst>
                  <a:lin ang="258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80" name="Freeform 9"/>
              <p:cNvSpPr>
                <a:spLocks/>
              </p:cNvSpPr>
              <p:nvPr/>
            </p:nvSpPr>
            <p:spPr bwMode="auto">
              <a:xfrm>
                <a:off x="6931077" y="3471334"/>
                <a:ext cx="565098" cy="101600"/>
              </a:xfrm>
              <a:custGeom>
                <a:avLst/>
                <a:gdLst/>
                <a:ahLst/>
                <a:cxnLst>
                  <a:cxn ang="0">
                    <a:pos x="2560" y="473"/>
                  </a:cxn>
                  <a:cxn ang="0">
                    <a:pos x="2412" y="404"/>
                  </a:cxn>
                  <a:cxn ang="0">
                    <a:pos x="2261" y="341"/>
                  </a:cxn>
                  <a:cxn ang="0">
                    <a:pos x="2107" y="283"/>
                  </a:cxn>
                  <a:cxn ang="0">
                    <a:pos x="1951" y="229"/>
                  </a:cxn>
                  <a:cxn ang="0">
                    <a:pos x="1874" y="205"/>
                  </a:cxn>
                  <a:cxn ang="0">
                    <a:pos x="1715" y="161"/>
                  </a:cxn>
                  <a:cxn ang="0">
                    <a:pos x="1554" y="126"/>
                  </a:cxn>
                  <a:cxn ang="0">
                    <a:pos x="1393" y="100"/>
                  </a:cxn>
                  <a:cxn ang="0">
                    <a:pos x="1313" y="92"/>
                  </a:cxn>
                  <a:cxn ang="0">
                    <a:pos x="1149" y="85"/>
                  </a:cxn>
                  <a:cxn ang="0">
                    <a:pos x="984" y="89"/>
                  </a:cxn>
                  <a:cxn ang="0">
                    <a:pos x="818" y="102"/>
                  </a:cxn>
                  <a:cxn ang="0">
                    <a:pos x="653" y="120"/>
                  </a:cxn>
                  <a:cxn ang="0">
                    <a:pos x="571" y="131"/>
                  </a:cxn>
                  <a:cxn ang="0">
                    <a:pos x="407" y="158"/>
                  </a:cxn>
                  <a:cxn ang="0">
                    <a:pos x="243" y="191"/>
                  </a:cxn>
                  <a:cxn ang="0">
                    <a:pos x="81" y="229"/>
                  </a:cxn>
                  <a:cxn ang="0">
                    <a:pos x="0" y="250"/>
                  </a:cxn>
                  <a:cxn ang="0">
                    <a:pos x="159" y="198"/>
                  </a:cxn>
                  <a:cxn ang="0">
                    <a:pos x="320" y="153"/>
                  </a:cxn>
                  <a:cxn ang="0">
                    <a:pos x="482" y="110"/>
                  </a:cxn>
                  <a:cxn ang="0">
                    <a:pos x="646" y="75"/>
                  </a:cxn>
                  <a:cxn ang="0">
                    <a:pos x="728" y="59"/>
                  </a:cxn>
                  <a:cxn ang="0">
                    <a:pos x="895" y="32"/>
                  </a:cxn>
                  <a:cxn ang="0">
                    <a:pos x="1061" y="13"/>
                  </a:cxn>
                  <a:cxn ang="0">
                    <a:pos x="1231" y="1"/>
                  </a:cxn>
                  <a:cxn ang="0">
                    <a:pos x="1317" y="0"/>
                  </a:cxn>
                  <a:cxn ang="0">
                    <a:pos x="1487" y="10"/>
                  </a:cxn>
                  <a:cxn ang="0">
                    <a:pos x="1656" y="30"/>
                  </a:cxn>
                  <a:cxn ang="0">
                    <a:pos x="1823" y="61"/>
                  </a:cxn>
                  <a:cxn ang="0">
                    <a:pos x="1989" y="97"/>
                  </a:cxn>
                  <a:cxn ang="0">
                    <a:pos x="2071" y="119"/>
                  </a:cxn>
                  <a:cxn ang="0">
                    <a:pos x="2234" y="165"/>
                  </a:cxn>
                  <a:cxn ang="0">
                    <a:pos x="2395" y="218"/>
                  </a:cxn>
                  <a:cxn ang="0">
                    <a:pos x="2556" y="276"/>
                  </a:cxn>
                  <a:cxn ang="0">
                    <a:pos x="2635" y="307"/>
                  </a:cxn>
                  <a:cxn ang="0">
                    <a:pos x="2652" y="315"/>
                  </a:cxn>
                  <a:cxn ang="0">
                    <a:pos x="2666" y="326"/>
                  </a:cxn>
                  <a:cxn ang="0">
                    <a:pos x="2677" y="341"/>
                  </a:cxn>
                  <a:cxn ang="0">
                    <a:pos x="2690" y="373"/>
                  </a:cxn>
                  <a:cxn ang="0">
                    <a:pos x="2693" y="390"/>
                  </a:cxn>
                  <a:cxn ang="0">
                    <a:pos x="2692" y="408"/>
                  </a:cxn>
                  <a:cxn ang="0">
                    <a:pos x="2686" y="425"/>
                  </a:cxn>
                  <a:cxn ang="0">
                    <a:pos x="2682" y="434"/>
                  </a:cxn>
                  <a:cxn ang="0">
                    <a:pos x="2672" y="449"/>
                  </a:cxn>
                  <a:cxn ang="0">
                    <a:pos x="2659" y="462"/>
                  </a:cxn>
                  <a:cxn ang="0">
                    <a:pos x="2638" y="476"/>
                  </a:cxn>
                  <a:cxn ang="0">
                    <a:pos x="2612" y="482"/>
                  </a:cxn>
                  <a:cxn ang="0">
                    <a:pos x="2594" y="483"/>
                  </a:cxn>
                  <a:cxn ang="0">
                    <a:pos x="2577" y="479"/>
                  </a:cxn>
                  <a:cxn ang="0">
                    <a:pos x="2567" y="476"/>
                  </a:cxn>
                  <a:cxn ang="0">
                    <a:pos x="2560" y="473"/>
                  </a:cxn>
                </a:cxnLst>
                <a:rect l="0" t="0" r="r" b="b"/>
                <a:pathLst>
                  <a:path w="2693" h="483">
                    <a:moveTo>
                      <a:pt x="2560" y="473"/>
                    </a:moveTo>
                    <a:lnTo>
                      <a:pt x="2560" y="473"/>
                    </a:lnTo>
                    <a:lnTo>
                      <a:pt x="2487" y="438"/>
                    </a:lnTo>
                    <a:lnTo>
                      <a:pt x="2412" y="404"/>
                    </a:lnTo>
                    <a:lnTo>
                      <a:pt x="2337" y="372"/>
                    </a:lnTo>
                    <a:lnTo>
                      <a:pt x="2261" y="341"/>
                    </a:lnTo>
                    <a:lnTo>
                      <a:pt x="2184" y="311"/>
                    </a:lnTo>
                    <a:lnTo>
                      <a:pt x="2107" y="283"/>
                    </a:lnTo>
                    <a:lnTo>
                      <a:pt x="2029" y="254"/>
                    </a:lnTo>
                    <a:lnTo>
                      <a:pt x="1951" y="229"/>
                    </a:lnTo>
                    <a:lnTo>
                      <a:pt x="1951" y="229"/>
                    </a:lnTo>
                    <a:lnTo>
                      <a:pt x="1874" y="205"/>
                    </a:lnTo>
                    <a:lnTo>
                      <a:pt x="1795" y="182"/>
                    </a:lnTo>
                    <a:lnTo>
                      <a:pt x="1715" y="161"/>
                    </a:lnTo>
                    <a:lnTo>
                      <a:pt x="1635" y="141"/>
                    </a:lnTo>
                    <a:lnTo>
                      <a:pt x="1554" y="126"/>
                    </a:lnTo>
                    <a:lnTo>
                      <a:pt x="1474" y="112"/>
                    </a:lnTo>
                    <a:lnTo>
                      <a:pt x="1393" y="100"/>
                    </a:lnTo>
                    <a:lnTo>
                      <a:pt x="1313" y="92"/>
                    </a:lnTo>
                    <a:lnTo>
                      <a:pt x="1313" y="92"/>
                    </a:lnTo>
                    <a:lnTo>
                      <a:pt x="1231" y="88"/>
                    </a:lnTo>
                    <a:lnTo>
                      <a:pt x="1149" y="85"/>
                    </a:lnTo>
                    <a:lnTo>
                      <a:pt x="1067" y="86"/>
                    </a:lnTo>
                    <a:lnTo>
                      <a:pt x="984" y="89"/>
                    </a:lnTo>
                    <a:lnTo>
                      <a:pt x="902" y="95"/>
                    </a:lnTo>
                    <a:lnTo>
                      <a:pt x="818" y="102"/>
                    </a:lnTo>
                    <a:lnTo>
                      <a:pt x="736" y="110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571" y="131"/>
                    </a:lnTo>
                    <a:lnTo>
                      <a:pt x="489" y="144"/>
                    </a:lnTo>
                    <a:lnTo>
                      <a:pt x="407" y="158"/>
                    </a:lnTo>
                    <a:lnTo>
                      <a:pt x="325" y="174"/>
                    </a:lnTo>
                    <a:lnTo>
                      <a:pt x="243" y="191"/>
                    </a:lnTo>
                    <a:lnTo>
                      <a:pt x="161" y="209"/>
                    </a:lnTo>
                    <a:lnTo>
                      <a:pt x="81" y="229"/>
                    </a:lnTo>
                    <a:lnTo>
                      <a:pt x="0" y="250"/>
                    </a:lnTo>
                    <a:lnTo>
                      <a:pt x="0" y="250"/>
                    </a:lnTo>
                    <a:lnTo>
                      <a:pt x="80" y="223"/>
                    </a:lnTo>
                    <a:lnTo>
                      <a:pt x="159" y="198"/>
                    </a:lnTo>
                    <a:lnTo>
                      <a:pt x="239" y="174"/>
                    </a:lnTo>
                    <a:lnTo>
                      <a:pt x="320" y="153"/>
                    </a:lnTo>
                    <a:lnTo>
                      <a:pt x="400" y="130"/>
                    </a:lnTo>
                    <a:lnTo>
                      <a:pt x="482" y="110"/>
                    </a:lnTo>
                    <a:lnTo>
                      <a:pt x="564" y="92"/>
                    </a:lnTo>
                    <a:lnTo>
                      <a:pt x="646" y="75"/>
                    </a:lnTo>
                    <a:lnTo>
                      <a:pt x="646" y="75"/>
                    </a:lnTo>
                    <a:lnTo>
                      <a:pt x="728" y="59"/>
                    </a:lnTo>
                    <a:lnTo>
                      <a:pt x="811" y="45"/>
                    </a:lnTo>
                    <a:lnTo>
                      <a:pt x="895" y="32"/>
                    </a:lnTo>
                    <a:lnTo>
                      <a:pt x="978" y="21"/>
                    </a:lnTo>
                    <a:lnTo>
                      <a:pt x="1061" y="13"/>
                    </a:lnTo>
                    <a:lnTo>
                      <a:pt x="1146" y="6"/>
                    </a:lnTo>
                    <a:lnTo>
                      <a:pt x="1231" y="1"/>
                    </a:lnTo>
                    <a:lnTo>
                      <a:pt x="1317" y="0"/>
                    </a:lnTo>
                    <a:lnTo>
                      <a:pt x="1317" y="0"/>
                    </a:lnTo>
                    <a:lnTo>
                      <a:pt x="1402" y="3"/>
                    </a:lnTo>
                    <a:lnTo>
                      <a:pt x="1487" y="10"/>
                    </a:lnTo>
                    <a:lnTo>
                      <a:pt x="1571" y="18"/>
                    </a:lnTo>
                    <a:lnTo>
                      <a:pt x="1656" y="30"/>
                    </a:lnTo>
                    <a:lnTo>
                      <a:pt x="1739" y="44"/>
                    </a:lnTo>
                    <a:lnTo>
                      <a:pt x="1823" y="61"/>
                    </a:lnTo>
                    <a:lnTo>
                      <a:pt x="1906" y="78"/>
                    </a:lnTo>
                    <a:lnTo>
                      <a:pt x="1989" y="97"/>
                    </a:lnTo>
                    <a:lnTo>
                      <a:pt x="1989" y="97"/>
                    </a:lnTo>
                    <a:lnTo>
                      <a:pt x="2071" y="119"/>
                    </a:lnTo>
                    <a:lnTo>
                      <a:pt x="2153" y="141"/>
                    </a:lnTo>
                    <a:lnTo>
                      <a:pt x="2234" y="165"/>
                    </a:lnTo>
                    <a:lnTo>
                      <a:pt x="2314" y="191"/>
                    </a:lnTo>
                    <a:lnTo>
                      <a:pt x="2395" y="218"/>
                    </a:lnTo>
                    <a:lnTo>
                      <a:pt x="2475" y="246"/>
                    </a:lnTo>
                    <a:lnTo>
                      <a:pt x="2556" y="276"/>
                    </a:lnTo>
                    <a:lnTo>
                      <a:pt x="2635" y="307"/>
                    </a:lnTo>
                    <a:lnTo>
                      <a:pt x="2635" y="307"/>
                    </a:lnTo>
                    <a:lnTo>
                      <a:pt x="2644" y="311"/>
                    </a:lnTo>
                    <a:lnTo>
                      <a:pt x="2652" y="315"/>
                    </a:lnTo>
                    <a:lnTo>
                      <a:pt x="2659" y="321"/>
                    </a:lnTo>
                    <a:lnTo>
                      <a:pt x="2666" y="326"/>
                    </a:lnTo>
                    <a:lnTo>
                      <a:pt x="2672" y="333"/>
                    </a:lnTo>
                    <a:lnTo>
                      <a:pt x="2677" y="341"/>
                    </a:lnTo>
                    <a:lnTo>
                      <a:pt x="2686" y="356"/>
                    </a:lnTo>
                    <a:lnTo>
                      <a:pt x="2690" y="373"/>
                    </a:lnTo>
                    <a:lnTo>
                      <a:pt x="2692" y="381"/>
                    </a:lnTo>
                    <a:lnTo>
                      <a:pt x="2693" y="390"/>
                    </a:lnTo>
                    <a:lnTo>
                      <a:pt x="2693" y="398"/>
                    </a:lnTo>
                    <a:lnTo>
                      <a:pt x="2692" y="408"/>
                    </a:lnTo>
                    <a:lnTo>
                      <a:pt x="2689" y="417"/>
                    </a:lnTo>
                    <a:lnTo>
                      <a:pt x="2686" y="425"/>
                    </a:lnTo>
                    <a:lnTo>
                      <a:pt x="2686" y="425"/>
                    </a:lnTo>
                    <a:lnTo>
                      <a:pt x="2682" y="434"/>
                    </a:lnTo>
                    <a:lnTo>
                      <a:pt x="2677" y="442"/>
                    </a:lnTo>
                    <a:lnTo>
                      <a:pt x="2672" y="449"/>
                    </a:lnTo>
                    <a:lnTo>
                      <a:pt x="2666" y="456"/>
                    </a:lnTo>
                    <a:lnTo>
                      <a:pt x="2659" y="462"/>
                    </a:lnTo>
                    <a:lnTo>
                      <a:pt x="2653" y="468"/>
                    </a:lnTo>
                    <a:lnTo>
                      <a:pt x="2638" y="476"/>
                    </a:lnTo>
                    <a:lnTo>
                      <a:pt x="2621" y="480"/>
                    </a:lnTo>
                    <a:lnTo>
                      <a:pt x="2612" y="482"/>
                    </a:lnTo>
                    <a:lnTo>
                      <a:pt x="2603" y="483"/>
                    </a:lnTo>
                    <a:lnTo>
                      <a:pt x="2594" y="483"/>
                    </a:lnTo>
                    <a:lnTo>
                      <a:pt x="2586" y="482"/>
                    </a:lnTo>
                    <a:lnTo>
                      <a:pt x="2577" y="479"/>
                    </a:lnTo>
                    <a:lnTo>
                      <a:pt x="2567" y="476"/>
                    </a:lnTo>
                    <a:lnTo>
                      <a:pt x="2567" y="476"/>
                    </a:lnTo>
                    <a:lnTo>
                      <a:pt x="2562" y="473"/>
                    </a:lnTo>
                    <a:lnTo>
                      <a:pt x="2560" y="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360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453" name="Oval 4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04800" y="-228600"/>
            <a:ext cx="2133600" cy="2133600"/>
          </a:xfrm>
          <a:prstGeom prst="ellipse">
            <a:avLst/>
          </a:prstGeom>
          <a:gradFill flip="none" rotWithShape="1">
            <a:gsLst>
              <a:gs pos="49000">
                <a:srgbClr val="FFFFFF"/>
              </a:gs>
              <a:gs pos="100000">
                <a:srgbClr val="F4C123"/>
              </a:gs>
              <a:gs pos="69000">
                <a:srgbClr val="FFFB2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 rad="317500">
              <a:srgbClr val="FFFF00">
                <a:alpha val="50000"/>
              </a:srgbClr>
            </a:glow>
            <a:softEdge rad="12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 anchorCtr="1"/>
          <a:lstStyle/>
          <a:p>
            <a:pPr algn="ctr">
              <a:lnSpc>
                <a:spcPct val="85000"/>
              </a:lnSpc>
            </a:pPr>
            <a:endParaRPr lang="en-US" sz="3600" dirty="0">
              <a:solidFill>
                <a:srgbClr val="696400"/>
              </a:solidFill>
              <a:latin typeface="Arial Narrow"/>
              <a:cs typeface="Arial Narrow"/>
            </a:endParaRPr>
          </a:p>
        </p:txBody>
      </p:sp>
      <p:sp>
        <p:nvSpPr>
          <p:cNvPr id="491" name="Rectangle 70"/>
          <p:cNvSpPr>
            <a:spLocks noChangeArrowheads="1"/>
          </p:cNvSpPr>
          <p:nvPr/>
        </p:nvSpPr>
        <p:spPr bwMode="auto">
          <a:xfrm>
            <a:off x="685799" y="990600"/>
            <a:ext cx="6096281" cy="3913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 algn="l" latinLnBrk="1">
              <a:lnSpc>
                <a:spcPts val="1650"/>
              </a:lnSpc>
              <a:buNone/>
            </a:pP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SMART FARM CROP HEALTH MONITOR</a:t>
            </a:r>
          </a:p>
          <a:p>
            <a:pPr>
              <a:lnSpc>
                <a:spcPct val="85000"/>
              </a:lnSpc>
              <a:spcBef>
                <a:spcPts val="200"/>
              </a:spcBef>
            </a:pPr>
            <a:endParaRPr lang="en-US" sz="2400" dirty="0">
              <a:solidFill>
                <a:srgbClr val="6B6B6B"/>
              </a:solidFill>
              <a:latin typeface="Arial Narrow" pitchFamily="112" charset="0"/>
            </a:endParaRPr>
          </a:p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2400" dirty="0">
                <a:solidFill>
                  <a:srgbClr val="6B6B6B"/>
                </a:solidFill>
                <a:latin typeface="Arial Narrow" pitchFamily="112" charset="0"/>
              </a:rPr>
              <a:t>HIRWA Roy (ID: 24174)</a:t>
            </a:r>
          </a:p>
          <a:p>
            <a:pPr>
              <a:lnSpc>
                <a:spcPct val="85000"/>
              </a:lnSpc>
              <a:spcBef>
                <a:spcPts val="200"/>
              </a:spcBef>
            </a:pPr>
            <a:endParaRPr lang="en-US" sz="2400" dirty="0">
              <a:solidFill>
                <a:srgbClr val="6B6B6B"/>
              </a:solidFill>
              <a:latin typeface="Arial Narrow" pitchFamily="112" charset="0"/>
            </a:endParaRPr>
          </a:p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2400" dirty="0">
                <a:solidFill>
                  <a:srgbClr val="6B6B6B"/>
                </a:solidFill>
                <a:latin typeface="Arial Narrow" pitchFamily="112" charset="0"/>
              </a:rPr>
              <a:t>PL/</a:t>
            </a:r>
            <a:r>
              <a:rPr lang="en-US" sz="2400">
                <a:solidFill>
                  <a:srgbClr val="6B6B6B"/>
                </a:solidFill>
                <a:latin typeface="Arial Narrow" pitchFamily="112" charset="0"/>
              </a:rPr>
              <a:t>SQL  </a:t>
            </a:r>
            <a:r>
              <a:rPr lang="en-US" sz="2400" dirty="0">
                <a:solidFill>
                  <a:srgbClr val="6B6B6B"/>
                </a:solidFill>
                <a:latin typeface="Arial Narrow" pitchFamily="112" charset="0"/>
              </a:rPr>
              <a:t>Project</a:t>
            </a:r>
          </a:p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2400" dirty="0">
                <a:solidFill>
                  <a:srgbClr val="6B6B6B"/>
                </a:solidFill>
                <a:latin typeface="Arial Narrow" pitchFamily="112" charset="0"/>
              </a:rPr>
              <a:t>Adventist University of Central Africa</a:t>
            </a:r>
          </a:p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2400" dirty="0">
                <a:solidFill>
                  <a:srgbClr val="6B6B6B"/>
                </a:solidFill>
                <a:latin typeface="Arial Narrow" pitchFamily="112" charset="0"/>
              </a:rP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F523-90BD-9595-CE05-CF3E8FB0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3D29381-7C33-864D-1618-02A69EF9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0800000">
            <a:off x="52718" y="5143636"/>
            <a:ext cx="9144000" cy="1676400"/>
          </a:xfrm>
          <a:prstGeom prst="rect">
            <a:avLst/>
          </a:prstGeom>
          <a:gradFill flip="none" rotWithShape="1">
            <a:gsLst>
              <a:gs pos="0">
                <a:srgbClr val="D9CFBB"/>
              </a:gs>
              <a:gs pos="100000">
                <a:srgbClr val="AE9878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1CACC49-FCBD-67DD-6FFA-28D45AA3C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419" y="5626614"/>
            <a:ext cx="9067800" cy="1179425"/>
            <a:chOff x="192944" y="5678575"/>
            <a:chExt cx="9106330" cy="1179425"/>
          </a:xfrm>
        </p:grpSpPr>
        <p:sp>
          <p:nvSpPr>
            <p:cNvPr id="62" name="Freeform 5">
              <a:extLst>
                <a:ext uri="{FF2B5EF4-FFF2-40B4-BE49-F238E27FC236}">
                  <a16:creationId xmlns:a16="http://schemas.microsoft.com/office/drawing/2014/main" id="{0A7956A0-0BB7-43F6-B83E-8B9FA317B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538" y="6352674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7">
              <a:extLst>
                <a:ext uri="{FF2B5EF4-FFF2-40B4-BE49-F238E27FC236}">
                  <a16:creationId xmlns:a16="http://schemas.microsoft.com/office/drawing/2014/main" id="{D21F742C-D1B2-18E8-82AD-3B09329FE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28" y="6352674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">
              <a:extLst>
                <a:ext uri="{FF2B5EF4-FFF2-40B4-BE49-F238E27FC236}">
                  <a16:creationId xmlns:a16="http://schemas.microsoft.com/office/drawing/2014/main" id="{907AEEF6-C782-50E1-467B-F9CAB1AB1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44" y="6071937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">
              <a:extLst>
                <a:ext uri="{FF2B5EF4-FFF2-40B4-BE49-F238E27FC236}">
                  <a16:creationId xmlns:a16="http://schemas.microsoft.com/office/drawing/2014/main" id="{3C093A04-C130-3E64-1B84-CF513A6F2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618" y="6128084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7">
              <a:extLst>
                <a:ext uri="{FF2B5EF4-FFF2-40B4-BE49-F238E27FC236}">
                  <a16:creationId xmlns:a16="http://schemas.microsoft.com/office/drawing/2014/main" id="{F709D00C-F4BA-424C-741B-3A4799CE0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875" y="5903495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6F818FB3-E293-82A7-021F-912CCDD45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559" y="6240379"/>
              <a:ext cx="3313449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dirty="0"/>
                <a:t>Lecturer: Eric Maniraguha</a:t>
              </a:r>
            </a:p>
            <a:p>
              <a:endParaRPr lang="en-US" dirty="0"/>
            </a:p>
          </p:txBody>
        </p:sp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4880E6DB-2523-8B5B-1E35-A16844CD2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380" y="6296526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">
              <a:extLst>
                <a:ext uri="{FF2B5EF4-FFF2-40B4-BE49-F238E27FC236}">
                  <a16:creationId xmlns:a16="http://schemas.microsoft.com/office/drawing/2014/main" id="{FBCF8B9A-4D0D-4530-ED03-78EB2C848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470" y="6521116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58731FF4-0112-A1A7-7A28-0558DACD8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322" y="6240379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">
              <a:extLst>
                <a:ext uri="{FF2B5EF4-FFF2-40B4-BE49-F238E27FC236}">
                  <a16:creationId xmlns:a16="http://schemas.microsoft.com/office/drawing/2014/main" id="{755AC476-249B-55B2-D437-67AEB79CA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886" y="6008433"/>
              <a:ext cx="415842" cy="317521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6598DC6C-0FD2-DF3A-D8EC-1CBBC0AC3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5817" y="6071937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6">
              <a:extLst>
                <a:ext uri="{FF2B5EF4-FFF2-40B4-BE49-F238E27FC236}">
                  <a16:creationId xmlns:a16="http://schemas.microsoft.com/office/drawing/2014/main" id="{BF46ED38-D25F-ADDD-B242-61E1C7E3A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955" y="6511758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">
              <a:extLst>
                <a:ext uri="{FF2B5EF4-FFF2-40B4-BE49-F238E27FC236}">
                  <a16:creationId xmlns:a16="http://schemas.microsoft.com/office/drawing/2014/main" id="{CF3B1516-FE1F-C1FE-DF47-49B79C3DB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332" y="6352674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14E4CBA4-AAAF-92CF-9980-F9403A201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81" y="5878113"/>
              <a:ext cx="166337" cy="137459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6">
              <a:extLst>
                <a:ext uri="{FF2B5EF4-FFF2-40B4-BE49-F238E27FC236}">
                  <a16:creationId xmlns:a16="http://schemas.microsoft.com/office/drawing/2014/main" id="{20A6B825-C225-CDFE-F501-0347051C5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647" y="5894137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58A8EAB8-9938-C4C7-E7E0-A68A7CFC2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095" y="6497533"/>
              <a:ext cx="374258" cy="248172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C4D469C4-D290-89C3-5B8E-E1FD1A171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442" y="6240379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6">
              <a:extLst>
                <a:ext uri="{FF2B5EF4-FFF2-40B4-BE49-F238E27FC236}">
                  <a16:creationId xmlns:a16="http://schemas.microsoft.com/office/drawing/2014/main" id="{CEBB6396-94A3-91F5-7DE4-508F5547C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174" y="6577263"/>
              <a:ext cx="166337" cy="137459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6">
              <a:extLst>
                <a:ext uri="{FF2B5EF4-FFF2-40B4-BE49-F238E27FC236}">
                  <a16:creationId xmlns:a16="http://schemas.microsoft.com/office/drawing/2014/main" id="{25C22DBF-3ED2-F3D4-55A1-8D26B1DF8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411" y="6633627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6">
              <a:extLst>
                <a:ext uri="{FF2B5EF4-FFF2-40B4-BE49-F238E27FC236}">
                  <a16:creationId xmlns:a16="http://schemas.microsoft.com/office/drawing/2014/main" id="{AEE02871-7978-B19B-48EF-FCDF8F91B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214" y="5678575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">
              <a:extLst>
                <a:ext uri="{FF2B5EF4-FFF2-40B4-BE49-F238E27FC236}">
                  <a16:creationId xmlns:a16="http://schemas.microsoft.com/office/drawing/2014/main" id="{CC2D9DC9-59E7-75DB-48F1-8C4D632F1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284" y="6071937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C4E89C8F-CF2A-9177-B2EA-D8599C456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638" y="6352674"/>
              <a:ext cx="166337" cy="137459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C24729D1-238E-C4E1-CB57-A6BDC86AD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380" y="6577263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FA326D8D-5B9F-108B-BA8F-631174517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353" y="6296526"/>
              <a:ext cx="237108" cy="181279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C1DAFC98-3F3C-A01C-F00B-496AAA875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1363" y="6071937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6">
              <a:extLst>
                <a:ext uri="{FF2B5EF4-FFF2-40B4-BE49-F238E27FC236}">
                  <a16:creationId xmlns:a16="http://schemas.microsoft.com/office/drawing/2014/main" id="{C6CC62AA-B476-395B-4B47-554546401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3937" y="6521116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7">
              <a:extLst>
                <a:ext uri="{FF2B5EF4-FFF2-40B4-BE49-F238E27FC236}">
                  <a16:creationId xmlns:a16="http://schemas.microsoft.com/office/drawing/2014/main" id="{786190FE-76E0-59CE-B272-F07A27CAE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452" y="6464968"/>
              <a:ext cx="310548" cy="237426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">
              <a:extLst>
                <a:ext uri="{FF2B5EF4-FFF2-40B4-BE49-F238E27FC236}">
                  <a16:creationId xmlns:a16="http://schemas.microsoft.com/office/drawing/2014/main" id="{148CEE44-B23B-9138-A17D-6B9D6B54A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886" y="5791200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CE41CE1D-05E2-0B49-8C60-4D05FEA11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312" y="5903495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6">
              <a:extLst>
                <a:ext uri="{FF2B5EF4-FFF2-40B4-BE49-F238E27FC236}">
                  <a16:creationId xmlns:a16="http://schemas.microsoft.com/office/drawing/2014/main" id="{151EB7BC-53DF-8E49-9C8F-A9D4D8A9E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452" y="5922211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6">
              <a:extLst>
                <a:ext uri="{FF2B5EF4-FFF2-40B4-BE49-F238E27FC236}">
                  <a16:creationId xmlns:a16="http://schemas.microsoft.com/office/drawing/2014/main" id="{3CC50028-AB30-E938-E884-51E7EA08C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579" y="6015789"/>
              <a:ext cx="339453" cy="280520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6">
              <a:extLst>
                <a:ext uri="{FF2B5EF4-FFF2-40B4-BE49-F238E27FC236}">
                  <a16:creationId xmlns:a16="http://schemas.microsoft.com/office/drawing/2014/main" id="{2AE80E19-D6B3-BC2F-FA64-BBE27D7F2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421" y="5978358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7">
              <a:extLst>
                <a:ext uri="{FF2B5EF4-FFF2-40B4-BE49-F238E27FC236}">
                  <a16:creationId xmlns:a16="http://schemas.microsoft.com/office/drawing/2014/main" id="{68D9780E-5D32-7CC4-36D3-7FA4497DC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263" y="5959642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7">
              <a:extLst>
                <a:ext uri="{FF2B5EF4-FFF2-40B4-BE49-F238E27FC236}">
                  <a16:creationId xmlns:a16="http://schemas.microsoft.com/office/drawing/2014/main" id="{DCFE53F7-C7B8-9D77-6C0F-FF80785DA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3936" y="6056820"/>
              <a:ext cx="207921" cy="158964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5">
              <a:extLst>
                <a:ext uri="{FF2B5EF4-FFF2-40B4-BE49-F238E27FC236}">
                  <a16:creationId xmlns:a16="http://schemas.microsoft.com/office/drawing/2014/main" id="{EA4A6B94-56A0-CD4A-5E3C-89978A145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200" y="6421333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7DB81BC4-B4BA-B5B4-532B-D5C4080B5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326" y="6128084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B1E86D5D-3261-F92F-F8CC-6A9F64F4B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6149" y="5903495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460">
              <a:extLst>
                <a:ext uri="{FF2B5EF4-FFF2-40B4-BE49-F238E27FC236}">
                  <a16:creationId xmlns:a16="http://schemas.microsoft.com/office/drawing/2014/main" id="{458CF759-D62B-22EC-9B72-88CC228AC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833" y="6240379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6">
              <a:extLst>
                <a:ext uri="{FF2B5EF4-FFF2-40B4-BE49-F238E27FC236}">
                  <a16:creationId xmlns:a16="http://schemas.microsoft.com/office/drawing/2014/main" id="{72AF38D1-E9AF-F368-01BE-FAE029A00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5654" y="6296526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759316DA-EC17-72CD-4385-44CAA600F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744" y="6521116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7">
              <a:extLst>
                <a:ext uri="{FF2B5EF4-FFF2-40B4-BE49-F238E27FC236}">
                  <a16:creationId xmlns:a16="http://schemas.microsoft.com/office/drawing/2014/main" id="{C027300D-2C41-A6B3-0DF3-F7173C713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1596" y="6240379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6">
              <a:extLst>
                <a:ext uri="{FF2B5EF4-FFF2-40B4-BE49-F238E27FC236}">
                  <a16:creationId xmlns:a16="http://schemas.microsoft.com/office/drawing/2014/main" id="{7F82AB32-0F35-66F2-B96A-BAF0E79C7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5160" y="6008433"/>
              <a:ext cx="415842" cy="317521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6">
              <a:extLst>
                <a:ext uri="{FF2B5EF4-FFF2-40B4-BE49-F238E27FC236}">
                  <a16:creationId xmlns:a16="http://schemas.microsoft.com/office/drawing/2014/main" id="{04ACBA2C-B959-6C75-F0EA-BBF086B36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2091" y="6071937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3372B320-334B-F896-E2BB-6B8F2FF90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8229" y="6511758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5">
              <a:extLst>
                <a:ext uri="{FF2B5EF4-FFF2-40B4-BE49-F238E27FC236}">
                  <a16:creationId xmlns:a16="http://schemas.microsoft.com/office/drawing/2014/main" id="{38427520-B97D-B57D-FB7F-162F0214A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0606" y="6352674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6">
              <a:extLst>
                <a:ext uri="{FF2B5EF4-FFF2-40B4-BE49-F238E27FC236}">
                  <a16:creationId xmlns:a16="http://schemas.microsoft.com/office/drawing/2014/main" id="{976663AE-4200-7B4C-D515-5E6912F0F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8921" y="5894137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18CA7D49-6D1F-FFFC-627A-8C1F615B5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4369" y="6497533"/>
              <a:ext cx="374258" cy="248172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7">
              <a:extLst>
                <a:ext uri="{FF2B5EF4-FFF2-40B4-BE49-F238E27FC236}">
                  <a16:creationId xmlns:a16="http://schemas.microsoft.com/office/drawing/2014/main" id="{5C25C1DA-7624-CDD0-99B1-6732848ED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9716" y="6240379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6">
              <a:extLst>
                <a:ext uri="{FF2B5EF4-FFF2-40B4-BE49-F238E27FC236}">
                  <a16:creationId xmlns:a16="http://schemas.microsoft.com/office/drawing/2014/main" id="{07542784-30C4-ECA6-1445-B8058D330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6448" y="6577263"/>
              <a:ext cx="166337" cy="137459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6">
              <a:extLst>
                <a:ext uri="{FF2B5EF4-FFF2-40B4-BE49-F238E27FC236}">
                  <a16:creationId xmlns:a16="http://schemas.microsoft.com/office/drawing/2014/main" id="{FC4FCB5D-59A7-0A94-48EF-B503D98C2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2685" y="6633627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6">
              <a:extLst>
                <a:ext uri="{FF2B5EF4-FFF2-40B4-BE49-F238E27FC236}">
                  <a16:creationId xmlns:a16="http://schemas.microsoft.com/office/drawing/2014/main" id="{544CA267-EC66-394B-6DD1-40F015F7E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6448" y="6240379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5">
              <a:extLst>
                <a:ext uri="{FF2B5EF4-FFF2-40B4-BE49-F238E27FC236}">
                  <a16:creationId xmlns:a16="http://schemas.microsoft.com/office/drawing/2014/main" id="{150CA18A-A35B-1D72-9A92-67F51D45B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558" y="6071937"/>
              <a:ext cx="374258" cy="360467"/>
            </a:xfrm>
            <a:custGeom>
              <a:avLst/>
              <a:gdLst/>
              <a:ahLst/>
              <a:cxnLst>
                <a:cxn ang="0">
                  <a:pos x="2536" y="532"/>
                </a:cxn>
                <a:cxn ang="0">
                  <a:pos x="2160" y="499"/>
                </a:cxn>
                <a:cxn ang="0">
                  <a:pos x="1749" y="459"/>
                </a:cxn>
                <a:cxn ang="0">
                  <a:pos x="1557" y="464"/>
                </a:cxn>
                <a:cxn ang="0">
                  <a:pos x="1432" y="505"/>
                </a:cxn>
                <a:cxn ang="0">
                  <a:pos x="1386" y="542"/>
                </a:cxn>
                <a:cxn ang="0">
                  <a:pos x="1292" y="605"/>
                </a:cxn>
                <a:cxn ang="0">
                  <a:pos x="1031" y="697"/>
                </a:cxn>
                <a:cxn ang="0">
                  <a:pos x="869" y="763"/>
                </a:cxn>
                <a:cxn ang="0">
                  <a:pos x="787" y="826"/>
                </a:cxn>
                <a:cxn ang="0">
                  <a:pos x="565" y="1108"/>
                </a:cxn>
                <a:cxn ang="0">
                  <a:pos x="374" y="1386"/>
                </a:cxn>
                <a:cxn ang="0">
                  <a:pos x="265" y="1598"/>
                </a:cxn>
                <a:cxn ang="0">
                  <a:pos x="232" y="1699"/>
                </a:cxn>
                <a:cxn ang="0">
                  <a:pos x="65" y="2156"/>
                </a:cxn>
                <a:cxn ang="0">
                  <a:pos x="9" y="2405"/>
                </a:cxn>
                <a:cxn ang="0">
                  <a:pos x="6" y="2619"/>
                </a:cxn>
                <a:cxn ang="0">
                  <a:pos x="32" y="2724"/>
                </a:cxn>
                <a:cxn ang="0">
                  <a:pos x="82" y="2817"/>
                </a:cxn>
                <a:cxn ang="0">
                  <a:pos x="162" y="2893"/>
                </a:cxn>
                <a:cxn ang="0">
                  <a:pos x="249" y="2940"/>
                </a:cxn>
                <a:cxn ang="0">
                  <a:pos x="701" y="3119"/>
                </a:cxn>
                <a:cxn ang="0">
                  <a:pos x="872" y="3215"/>
                </a:cxn>
                <a:cxn ang="0">
                  <a:pos x="972" y="3309"/>
                </a:cxn>
                <a:cxn ang="0">
                  <a:pos x="1065" y="3436"/>
                </a:cxn>
                <a:cxn ang="0">
                  <a:pos x="1211" y="3684"/>
                </a:cxn>
                <a:cxn ang="0">
                  <a:pos x="1413" y="3962"/>
                </a:cxn>
                <a:cxn ang="0">
                  <a:pos x="1591" y="4160"/>
                </a:cxn>
                <a:cxn ang="0">
                  <a:pos x="1798" y="4345"/>
                </a:cxn>
                <a:cxn ang="0">
                  <a:pos x="2031" y="4506"/>
                </a:cxn>
                <a:cxn ang="0">
                  <a:pos x="2292" y="4633"/>
                </a:cxn>
                <a:cxn ang="0">
                  <a:pos x="2542" y="4718"/>
                </a:cxn>
                <a:cxn ang="0">
                  <a:pos x="3095" y="4853"/>
                </a:cxn>
                <a:cxn ang="0">
                  <a:pos x="3650" y="4919"/>
                </a:cxn>
                <a:cxn ang="0">
                  <a:pos x="4131" y="4913"/>
                </a:cxn>
                <a:cxn ang="0">
                  <a:pos x="4531" y="4857"/>
                </a:cxn>
                <a:cxn ang="0">
                  <a:pos x="4839" y="4771"/>
                </a:cxn>
                <a:cxn ang="0">
                  <a:pos x="5047" y="4673"/>
                </a:cxn>
                <a:cxn ang="0">
                  <a:pos x="5440" y="4402"/>
                </a:cxn>
                <a:cxn ang="0">
                  <a:pos x="5846" y="4099"/>
                </a:cxn>
                <a:cxn ang="0">
                  <a:pos x="5988" y="3959"/>
                </a:cxn>
                <a:cxn ang="0">
                  <a:pos x="6045" y="3872"/>
                </a:cxn>
                <a:cxn ang="0">
                  <a:pos x="6097" y="3697"/>
                </a:cxn>
                <a:cxn ang="0">
                  <a:pos x="6160" y="3254"/>
                </a:cxn>
                <a:cxn ang="0">
                  <a:pos x="6190" y="2754"/>
                </a:cxn>
                <a:cxn ang="0">
                  <a:pos x="6200" y="2371"/>
                </a:cxn>
                <a:cxn ang="0">
                  <a:pos x="6208" y="2014"/>
                </a:cxn>
                <a:cxn ang="0">
                  <a:pos x="6194" y="1716"/>
                </a:cxn>
                <a:cxn ang="0">
                  <a:pos x="6148" y="1305"/>
                </a:cxn>
                <a:cxn ang="0">
                  <a:pos x="6062" y="976"/>
                </a:cxn>
                <a:cxn ang="0">
                  <a:pos x="5968" y="787"/>
                </a:cxn>
                <a:cxn ang="0">
                  <a:pos x="5880" y="667"/>
                </a:cxn>
                <a:cxn ang="0">
                  <a:pos x="5791" y="578"/>
                </a:cxn>
                <a:cxn ang="0">
                  <a:pos x="5579" y="423"/>
                </a:cxn>
                <a:cxn ang="0">
                  <a:pos x="5297" y="272"/>
                </a:cxn>
                <a:cxn ang="0">
                  <a:pos x="5040" y="163"/>
                </a:cxn>
                <a:cxn ang="0">
                  <a:pos x="4726" y="76"/>
                </a:cxn>
                <a:cxn ang="0">
                  <a:pos x="4270" y="1"/>
                </a:cxn>
                <a:cxn ang="0">
                  <a:pos x="4103" y="19"/>
                </a:cxn>
                <a:cxn ang="0">
                  <a:pos x="3898" y="87"/>
                </a:cxn>
                <a:cxn ang="0">
                  <a:pos x="3387" y="305"/>
                </a:cxn>
                <a:cxn ang="0">
                  <a:pos x="3025" y="436"/>
                </a:cxn>
                <a:cxn ang="0">
                  <a:pos x="2696" y="516"/>
                </a:cxn>
              </a:cxnLst>
              <a:rect l="0" t="0" r="r" b="b"/>
              <a:pathLst>
                <a:path w="6210" h="4923">
                  <a:moveTo>
                    <a:pt x="2628" y="526"/>
                  </a:moveTo>
                  <a:lnTo>
                    <a:pt x="2628" y="526"/>
                  </a:lnTo>
                  <a:lnTo>
                    <a:pt x="2599" y="529"/>
                  </a:lnTo>
                  <a:lnTo>
                    <a:pt x="2569" y="532"/>
                  </a:lnTo>
                  <a:lnTo>
                    <a:pt x="2536" y="532"/>
                  </a:lnTo>
                  <a:lnTo>
                    <a:pt x="2500" y="530"/>
                  </a:lnTo>
                  <a:lnTo>
                    <a:pt x="2423" y="526"/>
                  </a:lnTo>
                  <a:lnTo>
                    <a:pt x="2339" y="519"/>
                  </a:lnTo>
                  <a:lnTo>
                    <a:pt x="2252" y="509"/>
                  </a:lnTo>
                  <a:lnTo>
                    <a:pt x="2160" y="499"/>
                  </a:lnTo>
                  <a:lnTo>
                    <a:pt x="2067" y="487"/>
                  </a:lnTo>
                  <a:lnTo>
                    <a:pt x="1974" y="476"/>
                  </a:lnTo>
                  <a:lnTo>
                    <a:pt x="1881" y="467"/>
                  </a:lnTo>
                  <a:lnTo>
                    <a:pt x="1792" y="460"/>
                  </a:lnTo>
                  <a:lnTo>
                    <a:pt x="1749" y="459"/>
                  </a:lnTo>
                  <a:lnTo>
                    <a:pt x="1707" y="457"/>
                  </a:lnTo>
                  <a:lnTo>
                    <a:pt x="1667" y="457"/>
                  </a:lnTo>
                  <a:lnTo>
                    <a:pt x="1628" y="459"/>
                  </a:lnTo>
                  <a:lnTo>
                    <a:pt x="1591" y="462"/>
                  </a:lnTo>
                  <a:lnTo>
                    <a:pt x="1557" y="464"/>
                  </a:lnTo>
                  <a:lnTo>
                    <a:pt x="1524" y="470"/>
                  </a:lnTo>
                  <a:lnTo>
                    <a:pt x="1494" y="477"/>
                  </a:lnTo>
                  <a:lnTo>
                    <a:pt x="1466" y="487"/>
                  </a:lnTo>
                  <a:lnTo>
                    <a:pt x="1442" y="499"/>
                  </a:lnTo>
                  <a:lnTo>
                    <a:pt x="1432" y="505"/>
                  </a:lnTo>
                  <a:lnTo>
                    <a:pt x="1421" y="512"/>
                  </a:lnTo>
                  <a:lnTo>
                    <a:pt x="1412" y="519"/>
                  </a:lnTo>
                  <a:lnTo>
                    <a:pt x="1403" y="526"/>
                  </a:lnTo>
                  <a:lnTo>
                    <a:pt x="1403" y="526"/>
                  </a:lnTo>
                  <a:lnTo>
                    <a:pt x="1386" y="542"/>
                  </a:lnTo>
                  <a:lnTo>
                    <a:pt x="1369" y="558"/>
                  </a:lnTo>
                  <a:lnTo>
                    <a:pt x="1350" y="571"/>
                  </a:lnTo>
                  <a:lnTo>
                    <a:pt x="1332" y="583"/>
                  </a:lnTo>
                  <a:lnTo>
                    <a:pt x="1312" y="595"/>
                  </a:lnTo>
                  <a:lnTo>
                    <a:pt x="1292" y="605"/>
                  </a:lnTo>
                  <a:lnTo>
                    <a:pt x="1251" y="625"/>
                  </a:lnTo>
                  <a:lnTo>
                    <a:pt x="1208" y="642"/>
                  </a:lnTo>
                  <a:lnTo>
                    <a:pt x="1164" y="657"/>
                  </a:lnTo>
                  <a:lnTo>
                    <a:pt x="1075" y="684"/>
                  </a:lnTo>
                  <a:lnTo>
                    <a:pt x="1031" y="697"/>
                  </a:lnTo>
                  <a:lnTo>
                    <a:pt x="988" y="711"/>
                  </a:lnTo>
                  <a:lnTo>
                    <a:pt x="946" y="725"/>
                  </a:lnTo>
                  <a:lnTo>
                    <a:pt x="906" y="743"/>
                  </a:lnTo>
                  <a:lnTo>
                    <a:pt x="887" y="753"/>
                  </a:lnTo>
                  <a:lnTo>
                    <a:pt x="869" y="763"/>
                  </a:lnTo>
                  <a:lnTo>
                    <a:pt x="851" y="773"/>
                  </a:lnTo>
                  <a:lnTo>
                    <a:pt x="834" y="784"/>
                  </a:lnTo>
                  <a:lnTo>
                    <a:pt x="817" y="797"/>
                  </a:lnTo>
                  <a:lnTo>
                    <a:pt x="801" y="811"/>
                  </a:lnTo>
                  <a:lnTo>
                    <a:pt x="787" y="826"/>
                  </a:lnTo>
                  <a:lnTo>
                    <a:pt x="774" y="841"/>
                  </a:lnTo>
                  <a:lnTo>
                    <a:pt x="774" y="841"/>
                  </a:lnTo>
                  <a:lnTo>
                    <a:pt x="714" y="916"/>
                  </a:lnTo>
                  <a:lnTo>
                    <a:pt x="642" y="1006"/>
                  </a:lnTo>
                  <a:lnTo>
                    <a:pt x="565" y="1108"/>
                  </a:lnTo>
                  <a:lnTo>
                    <a:pt x="525" y="1163"/>
                  </a:lnTo>
                  <a:lnTo>
                    <a:pt x="485" y="1217"/>
                  </a:lnTo>
                  <a:lnTo>
                    <a:pt x="446" y="1273"/>
                  </a:lnTo>
                  <a:lnTo>
                    <a:pt x="409" y="1330"/>
                  </a:lnTo>
                  <a:lnTo>
                    <a:pt x="374" y="1386"/>
                  </a:lnTo>
                  <a:lnTo>
                    <a:pt x="341" y="1441"/>
                  </a:lnTo>
                  <a:lnTo>
                    <a:pt x="311" y="1495"/>
                  </a:lnTo>
                  <a:lnTo>
                    <a:pt x="287" y="1548"/>
                  </a:lnTo>
                  <a:lnTo>
                    <a:pt x="275" y="1574"/>
                  </a:lnTo>
                  <a:lnTo>
                    <a:pt x="265" y="1598"/>
                  </a:lnTo>
                  <a:lnTo>
                    <a:pt x="257" y="1623"/>
                  </a:lnTo>
                  <a:lnTo>
                    <a:pt x="249" y="1646"/>
                  </a:lnTo>
                  <a:lnTo>
                    <a:pt x="249" y="1646"/>
                  </a:lnTo>
                  <a:lnTo>
                    <a:pt x="241" y="1670"/>
                  </a:lnTo>
                  <a:lnTo>
                    <a:pt x="232" y="1699"/>
                  </a:lnTo>
                  <a:lnTo>
                    <a:pt x="208" y="1763"/>
                  </a:lnTo>
                  <a:lnTo>
                    <a:pt x="146" y="1922"/>
                  </a:lnTo>
                  <a:lnTo>
                    <a:pt x="112" y="2013"/>
                  </a:lnTo>
                  <a:lnTo>
                    <a:pt x="80" y="2107"/>
                  </a:lnTo>
                  <a:lnTo>
                    <a:pt x="65" y="2156"/>
                  </a:lnTo>
                  <a:lnTo>
                    <a:pt x="50" y="2206"/>
                  </a:lnTo>
                  <a:lnTo>
                    <a:pt x="37" y="2256"/>
                  </a:lnTo>
                  <a:lnTo>
                    <a:pt x="26" y="2305"/>
                  </a:lnTo>
                  <a:lnTo>
                    <a:pt x="16" y="2355"/>
                  </a:lnTo>
                  <a:lnTo>
                    <a:pt x="9" y="2405"/>
                  </a:lnTo>
                  <a:lnTo>
                    <a:pt x="3" y="2454"/>
                  </a:lnTo>
                  <a:lnTo>
                    <a:pt x="0" y="2503"/>
                  </a:lnTo>
                  <a:lnTo>
                    <a:pt x="0" y="2550"/>
                  </a:lnTo>
                  <a:lnTo>
                    <a:pt x="3" y="2596"/>
                  </a:lnTo>
                  <a:lnTo>
                    <a:pt x="6" y="2619"/>
                  </a:lnTo>
                  <a:lnTo>
                    <a:pt x="9" y="2641"/>
                  </a:lnTo>
                  <a:lnTo>
                    <a:pt x="13" y="2662"/>
                  </a:lnTo>
                  <a:lnTo>
                    <a:pt x="19" y="2684"/>
                  </a:lnTo>
                  <a:lnTo>
                    <a:pt x="24" y="2704"/>
                  </a:lnTo>
                  <a:lnTo>
                    <a:pt x="32" y="2724"/>
                  </a:lnTo>
                  <a:lnTo>
                    <a:pt x="39" y="2744"/>
                  </a:lnTo>
                  <a:lnTo>
                    <a:pt x="49" y="2764"/>
                  </a:lnTo>
                  <a:lnTo>
                    <a:pt x="59" y="2783"/>
                  </a:lnTo>
                  <a:lnTo>
                    <a:pt x="70" y="2800"/>
                  </a:lnTo>
                  <a:lnTo>
                    <a:pt x="82" y="2817"/>
                  </a:lnTo>
                  <a:lnTo>
                    <a:pt x="96" y="2834"/>
                  </a:lnTo>
                  <a:lnTo>
                    <a:pt x="110" y="2850"/>
                  </a:lnTo>
                  <a:lnTo>
                    <a:pt x="126" y="2866"/>
                  </a:lnTo>
                  <a:lnTo>
                    <a:pt x="143" y="2880"/>
                  </a:lnTo>
                  <a:lnTo>
                    <a:pt x="162" y="2893"/>
                  </a:lnTo>
                  <a:lnTo>
                    <a:pt x="182" y="2906"/>
                  </a:lnTo>
                  <a:lnTo>
                    <a:pt x="202" y="2919"/>
                  </a:lnTo>
                  <a:lnTo>
                    <a:pt x="225" y="2929"/>
                  </a:lnTo>
                  <a:lnTo>
                    <a:pt x="249" y="2940"/>
                  </a:lnTo>
                  <a:lnTo>
                    <a:pt x="249" y="2940"/>
                  </a:lnTo>
                  <a:lnTo>
                    <a:pt x="343" y="2976"/>
                  </a:lnTo>
                  <a:lnTo>
                    <a:pt x="429" y="3010"/>
                  </a:lnTo>
                  <a:lnTo>
                    <a:pt x="578" y="3068"/>
                  </a:lnTo>
                  <a:lnTo>
                    <a:pt x="642" y="3094"/>
                  </a:lnTo>
                  <a:lnTo>
                    <a:pt x="701" y="3119"/>
                  </a:lnTo>
                  <a:lnTo>
                    <a:pt x="754" y="3145"/>
                  </a:lnTo>
                  <a:lnTo>
                    <a:pt x="804" y="3171"/>
                  </a:lnTo>
                  <a:lnTo>
                    <a:pt x="827" y="3185"/>
                  </a:lnTo>
                  <a:lnTo>
                    <a:pt x="850" y="3201"/>
                  </a:lnTo>
                  <a:lnTo>
                    <a:pt x="872" y="3215"/>
                  </a:lnTo>
                  <a:lnTo>
                    <a:pt x="893" y="3233"/>
                  </a:lnTo>
                  <a:lnTo>
                    <a:pt x="913" y="3250"/>
                  </a:lnTo>
                  <a:lnTo>
                    <a:pt x="933" y="3268"/>
                  </a:lnTo>
                  <a:lnTo>
                    <a:pt x="953" y="3289"/>
                  </a:lnTo>
                  <a:lnTo>
                    <a:pt x="972" y="3309"/>
                  </a:lnTo>
                  <a:lnTo>
                    <a:pt x="991" y="3332"/>
                  </a:lnTo>
                  <a:lnTo>
                    <a:pt x="1009" y="3355"/>
                  </a:lnTo>
                  <a:lnTo>
                    <a:pt x="1028" y="3380"/>
                  </a:lnTo>
                  <a:lnTo>
                    <a:pt x="1046" y="3408"/>
                  </a:lnTo>
                  <a:lnTo>
                    <a:pt x="1065" y="3436"/>
                  </a:lnTo>
                  <a:lnTo>
                    <a:pt x="1085" y="3466"/>
                  </a:lnTo>
                  <a:lnTo>
                    <a:pt x="1124" y="3534"/>
                  </a:lnTo>
                  <a:lnTo>
                    <a:pt x="1124" y="3534"/>
                  </a:lnTo>
                  <a:lnTo>
                    <a:pt x="1165" y="3608"/>
                  </a:lnTo>
                  <a:lnTo>
                    <a:pt x="1211" y="3684"/>
                  </a:lnTo>
                  <a:lnTo>
                    <a:pt x="1263" y="3763"/>
                  </a:lnTo>
                  <a:lnTo>
                    <a:pt x="1320" y="3842"/>
                  </a:lnTo>
                  <a:lnTo>
                    <a:pt x="1349" y="3882"/>
                  </a:lnTo>
                  <a:lnTo>
                    <a:pt x="1380" y="3922"/>
                  </a:lnTo>
                  <a:lnTo>
                    <a:pt x="1413" y="3962"/>
                  </a:lnTo>
                  <a:lnTo>
                    <a:pt x="1446" y="4002"/>
                  </a:lnTo>
                  <a:lnTo>
                    <a:pt x="1481" y="4043"/>
                  </a:lnTo>
                  <a:lnTo>
                    <a:pt x="1517" y="4083"/>
                  </a:lnTo>
                  <a:lnTo>
                    <a:pt x="1554" y="4121"/>
                  </a:lnTo>
                  <a:lnTo>
                    <a:pt x="1591" y="4160"/>
                  </a:lnTo>
                  <a:lnTo>
                    <a:pt x="1630" y="4199"/>
                  </a:lnTo>
                  <a:lnTo>
                    <a:pt x="1670" y="4236"/>
                  </a:lnTo>
                  <a:lnTo>
                    <a:pt x="1712" y="4273"/>
                  </a:lnTo>
                  <a:lnTo>
                    <a:pt x="1755" y="4309"/>
                  </a:lnTo>
                  <a:lnTo>
                    <a:pt x="1798" y="4345"/>
                  </a:lnTo>
                  <a:lnTo>
                    <a:pt x="1842" y="4379"/>
                  </a:lnTo>
                  <a:lnTo>
                    <a:pt x="1888" y="4412"/>
                  </a:lnTo>
                  <a:lnTo>
                    <a:pt x="1935" y="4445"/>
                  </a:lnTo>
                  <a:lnTo>
                    <a:pt x="1983" y="4476"/>
                  </a:lnTo>
                  <a:lnTo>
                    <a:pt x="2031" y="4506"/>
                  </a:lnTo>
                  <a:lnTo>
                    <a:pt x="2081" y="4534"/>
                  </a:lnTo>
                  <a:lnTo>
                    <a:pt x="2133" y="4562"/>
                  </a:lnTo>
                  <a:lnTo>
                    <a:pt x="2185" y="4587"/>
                  </a:lnTo>
                  <a:lnTo>
                    <a:pt x="2238" y="4610"/>
                  </a:lnTo>
                  <a:lnTo>
                    <a:pt x="2292" y="4633"/>
                  </a:lnTo>
                  <a:lnTo>
                    <a:pt x="2348" y="4653"/>
                  </a:lnTo>
                  <a:lnTo>
                    <a:pt x="2348" y="4653"/>
                  </a:lnTo>
                  <a:lnTo>
                    <a:pt x="2413" y="4676"/>
                  </a:lnTo>
                  <a:lnTo>
                    <a:pt x="2477" y="4698"/>
                  </a:lnTo>
                  <a:lnTo>
                    <a:pt x="2542" y="4718"/>
                  </a:lnTo>
                  <a:lnTo>
                    <a:pt x="2606" y="4736"/>
                  </a:lnTo>
                  <a:lnTo>
                    <a:pt x="2731" y="4771"/>
                  </a:lnTo>
                  <a:lnTo>
                    <a:pt x="2854" y="4802"/>
                  </a:lnTo>
                  <a:lnTo>
                    <a:pt x="2976" y="4830"/>
                  </a:lnTo>
                  <a:lnTo>
                    <a:pt x="3095" y="4853"/>
                  </a:lnTo>
                  <a:lnTo>
                    <a:pt x="3211" y="4873"/>
                  </a:lnTo>
                  <a:lnTo>
                    <a:pt x="3324" y="4888"/>
                  </a:lnTo>
                  <a:lnTo>
                    <a:pt x="3436" y="4901"/>
                  </a:lnTo>
                  <a:lnTo>
                    <a:pt x="3544" y="4911"/>
                  </a:lnTo>
                  <a:lnTo>
                    <a:pt x="3650" y="4919"/>
                  </a:lnTo>
                  <a:lnTo>
                    <a:pt x="3751" y="4923"/>
                  </a:lnTo>
                  <a:lnTo>
                    <a:pt x="3850" y="4923"/>
                  </a:lnTo>
                  <a:lnTo>
                    <a:pt x="3948" y="4923"/>
                  </a:lnTo>
                  <a:lnTo>
                    <a:pt x="4041" y="4919"/>
                  </a:lnTo>
                  <a:lnTo>
                    <a:pt x="4131" y="4913"/>
                  </a:lnTo>
                  <a:lnTo>
                    <a:pt x="4217" y="4906"/>
                  </a:lnTo>
                  <a:lnTo>
                    <a:pt x="4302" y="4896"/>
                  </a:lnTo>
                  <a:lnTo>
                    <a:pt x="4382" y="4884"/>
                  </a:lnTo>
                  <a:lnTo>
                    <a:pt x="4458" y="4871"/>
                  </a:lnTo>
                  <a:lnTo>
                    <a:pt x="4531" y="4857"/>
                  </a:lnTo>
                  <a:lnTo>
                    <a:pt x="4600" y="4843"/>
                  </a:lnTo>
                  <a:lnTo>
                    <a:pt x="4666" y="4825"/>
                  </a:lnTo>
                  <a:lnTo>
                    <a:pt x="4728" y="4808"/>
                  </a:lnTo>
                  <a:lnTo>
                    <a:pt x="4785" y="4789"/>
                  </a:lnTo>
                  <a:lnTo>
                    <a:pt x="4839" y="4771"/>
                  </a:lnTo>
                  <a:lnTo>
                    <a:pt x="4890" y="4751"/>
                  </a:lnTo>
                  <a:lnTo>
                    <a:pt x="4936" y="4732"/>
                  </a:lnTo>
                  <a:lnTo>
                    <a:pt x="4977" y="4712"/>
                  </a:lnTo>
                  <a:lnTo>
                    <a:pt x="5014" y="4692"/>
                  </a:lnTo>
                  <a:lnTo>
                    <a:pt x="5047" y="4673"/>
                  </a:lnTo>
                  <a:lnTo>
                    <a:pt x="5075" y="4653"/>
                  </a:lnTo>
                  <a:lnTo>
                    <a:pt x="5075" y="4653"/>
                  </a:lnTo>
                  <a:lnTo>
                    <a:pt x="5178" y="4582"/>
                  </a:lnTo>
                  <a:lnTo>
                    <a:pt x="5301" y="4497"/>
                  </a:lnTo>
                  <a:lnTo>
                    <a:pt x="5440" y="4402"/>
                  </a:lnTo>
                  <a:lnTo>
                    <a:pt x="5582" y="4302"/>
                  </a:lnTo>
                  <a:lnTo>
                    <a:pt x="5652" y="4250"/>
                  </a:lnTo>
                  <a:lnTo>
                    <a:pt x="5721" y="4199"/>
                  </a:lnTo>
                  <a:lnTo>
                    <a:pt x="5786" y="4149"/>
                  </a:lnTo>
                  <a:lnTo>
                    <a:pt x="5846" y="4099"/>
                  </a:lnTo>
                  <a:lnTo>
                    <a:pt x="5900" y="4050"/>
                  </a:lnTo>
                  <a:lnTo>
                    <a:pt x="5925" y="4027"/>
                  </a:lnTo>
                  <a:lnTo>
                    <a:pt x="5948" y="4004"/>
                  </a:lnTo>
                  <a:lnTo>
                    <a:pt x="5969" y="3981"/>
                  </a:lnTo>
                  <a:lnTo>
                    <a:pt x="5988" y="3959"/>
                  </a:lnTo>
                  <a:lnTo>
                    <a:pt x="6005" y="3939"/>
                  </a:lnTo>
                  <a:lnTo>
                    <a:pt x="6019" y="3919"/>
                  </a:lnTo>
                  <a:lnTo>
                    <a:pt x="6019" y="3919"/>
                  </a:lnTo>
                  <a:lnTo>
                    <a:pt x="6032" y="3898"/>
                  </a:lnTo>
                  <a:lnTo>
                    <a:pt x="6045" y="3872"/>
                  </a:lnTo>
                  <a:lnTo>
                    <a:pt x="6057" y="3843"/>
                  </a:lnTo>
                  <a:lnTo>
                    <a:pt x="6067" y="3810"/>
                  </a:lnTo>
                  <a:lnTo>
                    <a:pt x="6078" y="3776"/>
                  </a:lnTo>
                  <a:lnTo>
                    <a:pt x="6088" y="3737"/>
                  </a:lnTo>
                  <a:lnTo>
                    <a:pt x="6097" y="3697"/>
                  </a:lnTo>
                  <a:lnTo>
                    <a:pt x="6105" y="3654"/>
                  </a:lnTo>
                  <a:lnTo>
                    <a:pt x="6122" y="3562"/>
                  </a:lnTo>
                  <a:lnTo>
                    <a:pt x="6137" y="3463"/>
                  </a:lnTo>
                  <a:lnTo>
                    <a:pt x="6148" y="3360"/>
                  </a:lnTo>
                  <a:lnTo>
                    <a:pt x="6160" y="3254"/>
                  </a:lnTo>
                  <a:lnTo>
                    <a:pt x="6168" y="3148"/>
                  </a:lnTo>
                  <a:lnTo>
                    <a:pt x="6175" y="3043"/>
                  </a:lnTo>
                  <a:lnTo>
                    <a:pt x="6181" y="2942"/>
                  </a:lnTo>
                  <a:lnTo>
                    <a:pt x="6187" y="2844"/>
                  </a:lnTo>
                  <a:lnTo>
                    <a:pt x="6190" y="2754"/>
                  </a:lnTo>
                  <a:lnTo>
                    <a:pt x="6193" y="2674"/>
                  </a:lnTo>
                  <a:lnTo>
                    <a:pt x="6194" y="2545"/>
                  </a:lnTo>
                  <a:lnTo>
                    <a:pt x="6194" y="2545"/>
                  </a:lnTo>
                  <a:lnTo>
                    <a:pt x="6196" y="2451"/>
                  </a:lnTo>
                  <a:lnTo>
                    <a:pt x="6200" y="2371"/>
                  </a:lnTo>
                  <a:lnTo>
                    <a:pt x="6204" y="2294"/>
                  </a:lnTo>
                  <a:lnTo>
                    <a:pt x="6207" y="2213"/>
                  </a:lnTo>
                  <a:lnTo>
                    <a:pt x="6210" y="2122"/>
                  </a:lnTo>
                  <a:lnTo>
                    <a:pt x="6210" y="2070"/>
                  </a:lnTo>
                  <a:lnTo>
                    <a:pt x="6208" y="2014"/>
                  </a:lnTo>
                  <a:lnTo>
                    <a:pt x="6207" y="1951"/>
                  </a:lnTo>
                  <a:lnTo>
                    <a:pt x="6204" y="1881"/>
                  </a:lnTo>
                  <a:lnTo>
                    <a:pt x="6200" y="1803"/>
                  </a:lnTo>
                  <a:lnTo>
                    <a:pt x="6194" y="1716"/>
                  </a:lnTo>
                  <a:lnTo>
                    <a:pt x="6194" y="1716"/>
                  </a:lnTo>
                  <a:lnTo>
                    <a:pt x="6187" y="1626"/>
                  </a:lnTo>
                  <a:lnTo>
                    <a:pt x="6180" y="1540"/>
                  </a:lnTo>
                  <a:lnTo>
                    <a:pt x="6170" y="1458"/>
                  </a:lnTo>
                  <a:lnTo>
                    <a:pt x="6160" y="1379"/>
                  </a:lnTo>
                  <a:lnTo>
                    <a:pt x="6148" y="1305"/>
                  </a:lnTo>
                  <a:lnTo>
                    <a:pt x="6135" y="1233"/>
                  </a:lnTo>
                  <a:lnTo>
                    <a:pt x="6120" y="1164"/>
                  </a:lnTo>
                  <a:lnTo>
                    <a:pt x="6102" y="1100"/>
                  </a:lnTo>
                  <a:lnTo>
                    <a:pt x="6084" y="1036"/>
                  </a:lnTo>
                  <a:lnTo>
                    <a:pt x="6062" y="976"/>
                  </a:lnTo>
                  <a:lnTo>
                    <a:pt x="6038" y="920"/>
                  </a:lnTo>
                  <a:lnTo>
                    <a:pt x="6012" y="864"/>
                  </a:lnTo>
                  <a:lnTo>
                    <a:pt x="5998" y="839"/>
                  </a:lnTo>
                  <a:lnTo>
                    <a:pt x="5983" y="813"/>
                  </a:lnTo>
                  <a:lnTo>
                    <a:pt x="5968" y="787"/>
                  </a:lnTo>
                  <a:lnTo>
                    <a:pt x="5952" y="761"/>
                  </a:lnTo>
                  <a:lnTo>
                    <a:pt x="5935" y="737"/>
                  </a:lnTo>
                  <a:lnTo>
                    <a:pt x="5917" y="714"/>
                  </a:lnTo>
                  <a:lnTo>
                    <a:pt x="5899" y="690"/>
                  </a:lnTo>
                  <a:lnTo>
                    <a:pt x="5880" y="667"/>
                  </a:lnTo>
                  <a:lnTo>
                    <a:pt x="5880" y="667"/>
                  </a:lnTo>
                  <a:lnTo>
                    <a:pt x="5859" y="644"/>
                  </a:lnTo>
                  <a:lnTo>
                    <a:pt x="5839" y="621"/>
                  </a:lnTo>
                  <a:lnTo>
                    <a:pt x="5816" y="599"/>
                  </a:lnTo>
                  <a:lnTo>
                    <a:pt x="5791" y="578"/>
                  </a:lnTo>
                  <a:lnTo>
                    <a:pt x="5767" y="558"/>
                  </a:lnTo>
                  <a:lnTo>
                    <a:pt x="5743" y="536"/>
                  </a:lnTo>
                  <a:lnTo>
                    <a:pt x="5690" y="496"/>
                  </a:lnTo>
                  <a:lnTo>
                    <a:pt x="5635" y="459"/>
                  </a:lnTo>
                  <a:lnTo>
                    <a:pt x="5579" y="423"/>
                  </a:lnTo>
                  <a:lnTo>
                    <a:pt x="5522" y="388"/>
                  </a:lnTo>
                  <a:lnTo>
                    <a:pt x="5464" y="356"/>
                  </a:lnTo>
                  <a:lnTo>
                    <a:pt x="5407" y="325"/>
                  </a:lnTo>
                  <a:lnTo>
                    <a:pt x="5351" y="298"/>
                  </a:lnTo>
                  <a:lnTo>
                    <a:pt x="5297" y="272"/>
                  </a:lnTo>
                  <a:lnTo>
                    <a:pt x="5245" y="248"/>
                  </a:lnTo>
                  <a:lnTo>
                    <a:pt x="5152" y="208"/>
                  </a:lnTo>
                  <a:lnTo>
                    <a:pt x="5075" y="176"/>
                  </a:lnTo>
                  <a:lnTo>
                    <a:pt x="5075" y="176"/>
                  </a:lnTo>
                  <a:lnTo>
                    <a:pt x="5040" y="163"/>
                  </a:lnTo>
                  <a:lnTo>
                    <a:pt x="5003" y="151"/>
                  </a:lnTo>
                  <a:lnTo>
                    <a:pt x="4963" y="138"/>
                  </a:lnTo>
                  <a:lnTo>
                    <a:pt x="4920" y="125"/>
                  </a:lnTo>
                  <a:lnTo>
                    <a:pt x="4827" y="100"/>
                  </a:lnTo>
                  <a:lnTo>
                    <a:pt x="4726" y="76"/>
                  </a:lnTo>
                  <a:lnTo>
                    <a:pt x="4617" y="54"/>
                  </a:lnTo>
                  <a:lnTo>
                    <a:pt x="4504" y="34"/>
                  </a:lnTo>
                  <a:lnTo>
                    <a:pt x="4388" y="17"/>
                  </a:lnTo>
                  <a:lnTo>
                    <a:pt x="4270" y="1"/>
                  </a:lnTo>
                  <a:lnTo>
                    <a:pt x="4270" y="1"/>
                  </a:lnTo>
                  <a:lnTo>
                    <a:pt x="4240" y="0"/>
                  </a:lnTo>
                  <a:lnTo>
                    <a:pt x="4209" y="1"/>
                  </a:lnTo>
                  <a:lnTo>
                    <a:pt x="4176" y="4"/>
                  </a:lnTo>
                  <a:lnTo>
                    <a:pt x="4140" y="10"/>
                  </a:lnTo>
                  <a:lnTo>
                    <a:pt x="4103" y="19"/>
                  </a:lnTo>
                  <a:lnTo>
                    <a:pt x="4065" y="29"/>
                  </a:lnTo>
                  <a:lnTo>
                    <a:pt x="4025" y="40"/>
                  </a:lnTo>
                  <a:lnTo>
                    <a:pt x="3985" y="54"/>
                  </a:lnTo>
                  <a:lnTo>
                    <a:pt x="3942" y="70"/>
                  </a:lnTo>
                  <a:lnTo>
                    <a:pt x="3898" y="87"/>
                  </a:lnTo>
                  <a:lnTo>
                    <a:pt x="3806" y="125"/>
                  </a:lnTo>
                  <a:lnTo>
                    <a:pt x="3708" y="166"/>
                  </a:lnTo>
                  <a:lnTo>
                    <a:pt x="3607" y="212"/>
                  </a:lnTo>
                  <a:lnTo>
                    <a:pt x="3499" y="258"/>
                  </a:lnTo>
                  <a:lnTo>
                    <a:pt x="3387" y="305"/>
                  </a:lnTo>
                  <a:lnTo>
                    <a:pt x="3270" y="351"/>
                  </a:lnTo>
                  <a:lnTo>
                    <a:pt x="3211" y="374"/>
                  </a:lnTo>
                  <a:lnTo>
                    <a:pt x="3149" y="396"/>
                  </a:lnTo>
                  <a:lnTo>
                    <a:pt x="3088" y="416"/>
                  </a:lnTo>
                  <a:lnTo>
                    <a:pt x="3025" y="436"/>
                  </a:lnTo>
                  <a:lnTo>
                    <a:pt x="2960" y="454"/>
                  </a:lnTo>
                  <a:lnTo>
                    <a:pt x="2896" y="473"/>
                  </a:lnTo>
                  <a:lnTo>
                    <a:pt x="2830" y="489"/>
                  </a:lnTo>
                  <a:lnTo>
                    <a:pt x="2764" y="503"/>
                  </a:lnTo>
                  <a:lnTo>
                    <a:pt x="2696" y="516"/>
                  </a:lnTo>
                  <a:lnTo>
                    <a:pt x="2628" y="526"/>
                  </a:lnTo>
                  <a:lnTo>
                    <a:pt x="2628" y="52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6">
              <a:extLst>
                <a:ext uri="{FF2B5EF4-FFF2-40B4-BE49-F238E27FC236}">
                  <a16:creationId xmlns:a16="http://schemas.microsoft.com/office/drawing/2014/main" id="{5BAB24C8-41C2-5066-1812-961A2057B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9912" y="6352674"/>
              <a:ext cx="166337" cy="137459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6EF6707C-1D8B-1B7C-C70A-38A06CA1B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5654" y="6577263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E90E84D1-2813-5889-635F-BD8200C4B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627" y="6296526"/>
              <a:ext cx="237108" cy="181279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6">
              <a:extLst>
                <a:ext uri="{FF2B5EF4-FFF2-40B4-BE49-F238E27FC236}">
                  <a16:creationId xmlns:a16="http://schemas.microsoft.com/office/drawing/2014/main" id="{7300A4F0-C145-0417-EE1C-5A5BB6B13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7637" y="6071937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6">
              <a:extLst>
                <a:ext uri="{FF2B5EF4-FFF2-40B4-BE49-F238E27FC236}">
                  <a16:creationId xmlns:a16="http://schemas.microsoft.com/office/drawing/2014/main" id="{156A0BD5-62A3-5AC4-B70C-FDC8DA37C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0211" y="6521116"/>
              <a:ext cx="332674" cy="254017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7">
              <a:extLst>
                <a:ext uri="{FF2B5EF4-FFF2-40B4-BE49-F238E27FC236}">
                  <a16:creationId xmlns:a16="http://schemas.microsoft.com/office/drawing/2014/main" id="{DF199F71-1DC7-EEDF-151F-88914E2A4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8726" y="6464968"/>
              <a:ext cx="310548" cy="237426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6">
              <a:extLst>
                <a:ext uri="{FF2B5EF4-FFF2-40B4-BE49-F238E27FC236}">
                  <a16:creationId xmlns:a16="http://schemas.microsoft.com/office/drawing/2014/main" id="{32F48A7E-949C-8229-EEA0-D1518ECD0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5160" y="5791200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6">
              <a:extLst>
                <a:ext uri="{FF2B5EF4-FFF2-40B4-BE49-F238E27FC236}">
                  <a16:creationId xmlns:a16="http://schemas.microsoft.com/office/drawing/2014/main" id="{7A9097BD-4A12-2FCD-C81B-F71AE869A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2586" y="5903495"/>
              <a:ext cx="271510" cy="224373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6">
              <a:extLst>
                <a:ext uri="{FF2B5EF4-FFF2-40B4-BE49-F238E27FC236}">
                  <a16:creationId xmlns:a16="http://schemas.microsoft.com/office/drawing/2014/main" id="{945F1EC0-6CCC-60C7-0447-5340F61A3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8726" y="5922211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6">
              <a:extLst>
                <a:ext uri="{FF2B5EF4-FFF2-40B4-BE49-F238E27FC236}">
                  <a16:creationId xmlns:a16="http://schemas.microsoft.com/office/drawing/2014/main" id="{17A80459-32A1-4377-0415-29FD0BFE2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853" y="6015789"/>
              <a:ext cx="339453" cy="280520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6">
              <a:extLst>
                <a:ext uri="{FF2B5EF4-FFF2-40B4-BE49-F238E27FC236}">
                  <a16:creationId xmlns:a16="http://schemas.microsoft.com/office/drawing/2014/main" id="{07C6D63D-2962-7E6F-7B6A-C3916A0B5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1695" y="5978358"/>
              <a:ext cx="135624" cy="112078"/>
            </a:xfrm>
            <a:custGeom>
              <a:avLst/>
              <a:gdLst/>
              <a:ahLst/>
              <a:cxnLst>
                <a:cxn ang="0">
                  <a:pos x="1184" y="0"/>
                </a:cxn>
                <a:cxn ang="0">
                  <a:pos x="977" y="178"/>
                </a:cxn>
                <a:cxn ang="0">
                  <a:pos x="841" y="306"/>
                </a:cxn>
                <a:cxn ang="0">
                  <a:pos x="715" y="402"/>
                </a:cxn>
                <a:cxn ang="0">
                  <a:pos x="480" y="536"/>
                </a:cxn>
                <a:cxn ang="0">
                  <a:pos x="380" y="595"/>
                </a:cxn>
                <a:cxn ang="0">
                  <a:pos x="296" y="681"/>
                </a:cxn>
                <a:cxn ang="0">
                  <a:pos x="149" y="906"/>
                </a:cxn>
                <a:cxn ang="0">
                  <a:pos x="80" y="1047"/>
                </a:cxn>
                <a:cxn ang="0">
                  <a:pos x="27" y="1194"/>
                </a:cxn>
                <a:cxn ang="0">
                  <a:pos x="1" y="1341"/>
                </a:cxn>
                <a:cxn ang="0">
                  <a:pos x="10" y="1478"/>
                </a:cxn>
                <a:cxn ang="0">
                  <a:pos x="43" y="1569"/>
                </a:cxn>
                <a:cxn ang="0">
                  <a:pos x="103" y="1675"/>
                </a:cxn>
                <a:cxn ang="0">
                  <a:pos x="189" y="1788"/>
                </a:cxn>
                <a:cxn ang="0">
                  <a:pos x="347" y="1935"/>
                </a:cxn>
                <a:cxn ang="0">
                  <a:pos x="521" y="2054"/>
                </a:cxn>
                <a:cxn ang="0">
                  <a:pos x="709" y="2161"/>
                </a:cxn>
                <a:cxn ang="0">
                  <a:pos x="977" y="2271"/>
                </a:cxn>
                <a:cxn ang="0">
                  <a:pos x="1382" y="2403"/>
                </a:cxn>
                <a:cxn ang="0">
                  <a:pos x="1827" y="2532"/>
                </a:cxn>
                <a:cxn ang="0">
                  <a:pos x="2077" y="2582"/>
                </a:cxn>
                <a:cxn ang="0">
                  <a:pos x="2382" y="2624"/>
                </a:cxn>
                <a:cxn ang="0">
                  <a:pos x="2703" y="2651"/>
                </a:cxn>
                <a:cxn ang="0">
                  <a:pos x="2933" y="2658"/>
                </a:cxn>
                <a:cxn ang="0">
                  <a:pos x="3064" y="2648"/>
                </a:cxn>
                <a:cxn ang="0">
                  <a:pos x="3173" y="2618"/>
                </a:cxn>
                <a:cxn ang="0">
                  <a:pos x="3265" y="2572"/>
                </a:cxn>
                <a:cxn ang="0">
                  <a:pos x="3343" y="2515"/>
                </a:cxn>
                <a:cxn ang="0">
                  <a:pos x="3473" y="2378"/>
                </a:cxn>
                <a:cxn ang="0">
                  <a:pos x="3596" y="2239"/>
                </a:cxn>
                <a:cxn ang="0">
                  <a:pos x="3714" y="2096"/>
                </a:cxn>
                <a:cxn ang="0">
                  <a:pos x="3803" y="1937"/>
                </a:cxn>
                <a:cxn ang="0">
                  <a:pos x="3857" y="1772"/>
                </a:cxn>
                <a:cxn ang="0">
                  <a:pos x="3877" y="1609"/>
                </a:cxn>
                <a:cxn ang="0">
                  <a:pos x="3884" y="1550"/>
                </a:cxn>
                <a:cxn ang="0">
                  <a:pos x="3920" y="1450"/>
                </a:cxn>
                <a:cxn ang="0">
                  <a:pos x="3995" y="1277"/>
                </a:cxn>
                <a:cxn ang="0">
                  <a:pos x="4015" y="1181"/>
                </a:cxn>
                <a:cxn ang="0">
                  <a:pos x="4009" y="1078"/>
                </a:cxn>
                <a:cxn ang="0">
                  <a:pos x="3968" y="965"/>
                </a:cxn>
                <a:cxn ang="0">
                  <a:pos x="3877" y="840"/>
                </a:cxn>
                <a:cxn ang="0">
                  <a:pos x="3710" y="664"/>
                </a:cxn>
                <a:cxn ang="0">
                  <a:pos x="3515" y="480"/>
                </a:cxn>
                <a:cxn ang="0">
                  <a:pos x="3221" y="240"/>
                </a:cxn>
                <a:cxn ang="0">
                  <a:pos x="3095" y="145"/>
                </a:cxn>
                <a:cxn ang="0">
                  <a:pos x="2954" y="95"/>
                </a:cxn>
                <a:cxn ang="0">
                  <a:pos x="2773" y="58"/>
                </a:cxn>
                <a:cxn ang="0">
                  <a:pos x="2369" y="15"/>
                </a:cxn>
                <a:cxn ang="0">
                  <a:pos x="1995" y="0"/>
                </a:cxn>
              </a:cxnLst>
              <a:rect l="0" t="0" r="r" b="b"/>
              <a:pathLst>
                <a:path w="4016" h="2658">
                  <a:moveTo>
                    <a:pt x="1953" y="0"/>
                  </a:moveTo>
                  <a:lnTo>
                    <a:pt x="1953" y="0"/>
                  </a:lnTo>
                  <a:lnTo>
                    <a:pt x="1184" y="0"/>
                  </a:lnTo>
                  <a:lnTo>
                    <a:pt x="1184" y="0"/>
                  </a:lnTo>
                  <a:lnTo>
                    <a:pt x="1154" y="25"/>
                  </a:lnTo>
                  <a:lnTo>
                    <a:pt x="1079" y="88"/>
                  </a:lnTo>
                  <a:lnTo>
                    <a:pt x="1030" y="131"/>
                  </a:lnTo>
                  <a:lnTo>
                    <a:pt x="977" y="178"/>
                  </a:lnTo>
                  <a:lnTo>
                    <a:pt x="923" y="228"/>
                  </a:lnTo>
                  <a:lnTo>
                    <a:pt x="868" y="280"/>
                  </a:lnTo>
                  <a:lnTo>
                    <a:pt x="868" y="280"/>
                  </a:lnTo>
                  <a:lnTo>
                    <a:pt x="841" y="306"/>
                  </a:lnTo>
                  <a:lnTo>
                    <a:pt x="812" y="331"/>
                  </a:lnTo>
                  <a:lnTo>
                    <a:pt x="781" y="356"/>
                  </a:lnTo>
                  <a:lnTo>
                    <a:pt x="748" y="379"/>
                  </a:lnTo>
                  <a:lnTo>
                    <a:pt x="715" y="402"/>
                  </a:lnTo>
                  <a:lnTo>
                    <a:pt x="681" y="423"/>
                  </a:lnTo>
                  <a:lnTo>
                    <a:pt x="612" y="463"/>
                  </a:lnTo>
                  <a:lnTo>
                    <a:pt x="543" y="502"/>
                  </a:lnTo>
                  <a:lnTo>
                    <a:pt x="480" y="536"/>
                  </a:lnTo>
                  <a:lnTo>
                    <a:pt x="425" y="566"/>
                  </a:lnTo>
                  <a:lnTo>
                    <a:pt x="401" y="581"/>
                  </a:lnTo>
                  <a:lnTo>
                    <a:pt x="380" y="595"/>
                  </a:lnTo>
                  <a:lnTo>
                    <a:pt x="380" y="595"/>
                  </a:lnTo>
                  <a:lnTo>
                    <a:pt x="368" y="602"/>
                  </a:lnTo>
                  <a:lnTo>
                    <a:pt x="357" y="614"/>
                  </a:lnTo>
                  <a:lnTo>
                    <a:pt x="328" y="642"/>
                  </a:lnTo>
                  <a:lnTo>
                    <a:pt x="296" y="681"/>
                  </a:lnTo>
                  <a:lnTo>
                    <a:pt x="261" y="728"/>
                  </a:lnTo>
                  <a:lnTo>
                    <a:pt x="223" y="781"/>
                  </a:lnTo>
                  <a:lnTo>
                    <a:pt x="186" y="842"/>
                  </a:lnTo>
                  <a:lnTo>
                    <a:pt x="149" y="906"/>
                  </a:lnTo>
                  <a:lnTo>
                    <a:pt x="130" y="941"/>
                  </a:lnTo>
                  <a:lnTo>
                    <a:pt x="113" y="975"/>
                  </a:lnTo>
                  <a:lnTo>
                    <a:pt x="96" y="1011"/>
                  </a:lnTo>
                  <a:lnTo>
                    <a:pt x="80" y="1047"/>
                  </a:lnTo>
                  <a:lnTo>
                    <a:pt x="64" y="1084"/>
                  </a:lnTo>
                  <a:lnTo>
                    <a:pt x="51" y="1121"/>
                  </a:lnTo>
                  <a:lnTo>
                    <a:pt x="38" y="1157"/>
                  </a:lnTo>
                  <a:lnTo>
                    <a:pt x="27" y="1194"/>
                  </a:lnTo>
                  <a:lnTo>
                    <a:pt x="18" y="1232"/>
                  </a:lnTo>
                  <a:lnTo>
                    <a:pt x="11" y="1269"/>
                  </a:lnTo>
                  <a:lnTo>
                    <a:pt x="4" y="1305"/>
                  </a:lnTo>
                  <a:lnTo>
                    <a:pt x="1" y="1341"/>
                  </a:lnTo>
                  <a:lnTo>
                    <a:pt x="0" y="1376"/>
                  </a:lnTo>
                  <a:lnTo>
                    <a:pt x="0" y="1411"/>
                  </a:lnTo>
                  <a:lnTo>
                    <a:pt x="4" y="1445"/>
                  </a:lnTo>
                  <a:lnTo>
                    <a:pt x="10" y="1478"/>
                  </a:lnTo>
                  <a:lnTo>
                    <a:pt x="18" y="1508"/>
                  </a:lnTo>
                  <a:lnTo>
                    <a:pt x="30" y="1540"/>
                  </a:lnTo>
                  <a:lnTo>
                    <a:pt x="30" y="1540"/>
                  </a:lnTo>
                  <a:lnTo>
                    <a:pt x="43" y="1569"/>
                  </a:lnTo>
                  <a:lnTo>
                    <a:pt x="57" y="1596"/>
                  </a:lnTo>
                  <a:lnTo>
                    <a:pt x="71" y="1623"/>
                  </a:lnTo>
                  <a:lnTo>
                    <a:pt x="87" y="1649"/>
                  </a:lnTo>
                  <a:lnTo>
                    <a:pt x="103" y="1675"/>
                  </a:lnTo>
                  <a:lnTo>
                    <a:pt x="119" y="1699"/>
                  </a:lnTo>
                  <a:lnTo>
                    <a:pt x="136" y="1722"/>
                  </a:lnTo>
                  <a:lnTo>
                    <a:pt x="153" y="1745"/>
                  </a:lnTo>
                  <a:lnTo>
                    <a:pt x="189" y="1788"/>
                  </a:lnTo>
                  <a:lnTo>
                    <a:pt x="226" y="1829"/>
                  </a:lnTo>
                  <a:lnTo>
                    <a:pt x="265" y="1867"/>
                  </a:lnTo>
                  <a:lnTo>
                    <a:pt x="305" y="1903"/>
                  </a:lnTo>
                  <a:lnTo>
                    <a:pt x="347" y="1935"/>
                  </a:lnTo>
                  <a:lnTo>
                    <a:pt x="390" y="1967"/>
                  </a:lnTo>
                  <a:lnTo>
                    <a:pt x="433" y="1997"/>
                  </a:lnTo>
                  <a:lnTo>
                    <a:pt x="477" y="2026"/>
                  </a:lnTo>
                  <a:lnTo>
                    <a:pt x="521" y="2054"/>
                  </a:lnTo>
                  <a:lnTo>
                    <a:pt x="567" y="2082"/>
                  </a:lnTo>
                  <a:lnTo>
                    <a:pt x="659" y="2133"/>
                  </a:lnTo>
                  <a:lnTo>
                    <a:pt x="659" y="2133"/>
                  </a:lnTo>
                  <a:lnTo>
                    <a:pt x="709" y="2161"/>
                  </a:lnTo>
                  <a:lnTo>
                    <a:pt x="768" y="2188"/>
                  </a:lnTo>
                  <a:lnTo>
                    <a:pt x="832" y="2215"/>
                  </a:lnTo>
                  <a:lnTo>
                    <a:pt x="903" y="2244"/>
                  </a:lnTo>
                  <a:lnTo>
                    <a:pt x="977" y="2271"/>
                  </a:lnTo>
                  <a:lnTo>
                    <a:pt x="1056" y="2298"/>
                  </a:lnTo>
                  <a:lnTo>
                    <a:pt x="1136" y="2325"/>
                  </a:lnTo>
                  <a:lnTo>
                    <a:pt x="1218" y="2353"/>
                  </a:lnTo>
                  <a:lnTo>
                    <a:pt x="1382" y="2403"/>
                  </a:lnTo>
                  <a:lnTo>
                    <a:pt x="1535" y="2449"/>
                  </a:lnTo>
                  <a:lnTo>
                    <a:pt x="1779" y="2519"/>
                  </a:lnTo>
                  <a:lnTo>
                    <a:pt x="1779" y="2519"/>
                  </a:lnTo>
                  <a:lnTo>
                    <a:pt x="1827" y="2532"/>
                  </a:lnTo>
                  <a:lnTo>
                    <a:pt x="1882" y="2545"/>
                  </a:lnTo>
                  <a:lnTo>
                    <a:pt x="1942" y="2558"/>
                  </a:lnTo>
                  <a:lnTo>
                    <a:pt x="2008" y="2571"/>
                  </a:lnTo>
                  <a:lnTo>
                    <a:pt x="2077" y="2582"/>
                  </a:lnTo>
                  <a:lnTo>
                    <a:pt x="2150" y="2593"/>
                  </a:lnTo>
                  <a:lnTo>
                    <a:pt x="2224" y="2605"/>
                  </a:lnTo>
                  <a:lnTo>
                    <a:pt x="2303" y="2615"/>
                  </a:lnTo>
                  <a:lnTo>
                    <a:pt x="2382" y="2624"/>
                  </a:lnTo>
                  <a:lnTo>
                    <a:pt x="2462" y="2632"/>
                  </a:lnTo>
                  <a:lnTo>
                    <a:pt x="2544" y="2639"/>
                  </a:lnTo>
                  <a:lnTo>
                    <a:pt x="2624" y="2647"/>
                  </a:lnTo>
                  <a:lnTo>
                    <a:pt x="2703" y="2651"/>
                  </a:lnTo>
                  <a:lnTo>
                    <a:pt x="2782" y="2655"/>
                  </a:lnTo>
                  <a:lnTo>
                    <a:pt x="2858" y="2658"/>
                  </a:lnTo>
                  <a:lnTo>
                    <a:pt x="2933" y="2658"/>
                  </a:lnTo>
                  <a:lnTo>
                    <a:pt x="2933" y="2658"/>
                  </a:lnTo>
                  <a:lnTo>
                    <a:pt x="2967" y="2658"/>
                  </a:lnTo>
                  <a:lnTo>
                    <a:pt x="3001" y="2655"/>
                  </a:lnTo>
                  <a:lnTo>
                    <a:pt x="3033" y="2652"/>
                  </a:lnTo>
                  <a:lnTo>
                    <a:pt x="3064" y="2648"/>
                  </a:lnTo>
                  <a:lnTo>
                    <a:pt x="3093" y="2642"/>
                  </a:lnTo>
                  <a:lnTo>
                    <a:pt x="3122" y="2635"/>
                  </a:lnTo>
                  <a:lnTo>
                    <a:pt x="3148" y="2626"/>
                  </a:lnTo>
                  <a:lnTo>
                    <a:pt x="3173" y="2618"/>
                  </a:lnTo>
                  <a:lnTo>
                    <a:pt x="3198" y="2608"/>
                  </a:lnTo>
                  <a:lnTo>
                    <a:pt x="3222" y="2596"/>
                  </a:lnTo>
                  <a:lnTo>
                    <a:pt x="3244" y="2585"/>
                  </a:lnTo>
                  <a:lnTo>
                    <a:pt x="3265" y="2572"/>
                  </a:lnTo>
                  <a:lnTo>
                    <a:pt x="3287" y="2558"/>
                  </a:lnTo>
                  <a:lnTo>
                    <a:pt x="3305" y="2545"/>
                  </a:lnTo>
                  <a:lnTo>
                    <a:pt x="3325" y="2529"/>
                  </a:lnTo>
                  <a:lnTo>
                    <a:pt x="3343" y="2515"/>
                  </a:lnTo>
                  <a:lnTo>
                    <a:pt x="3378" y="2482"/>
                  </a:lnTo>
                  <a:lnTo>
                    <a:pt x="3411" y="2449"/>
                  </a:lnTo>
                  <a:lnTo>
                    <a:pt x="3443" y="2413"/>
                  </a:lnTo>
                  <a:lnTo>
                    <a:pt x="3473" y="2378"/>
                  </a:lnTo>
                  <a:lnTo>
                    <a:pt x="3533" y="2307"/>
                  </a:lnTo>
                  <a:lnTo>
                    <a:pt x="3565" y="2272"/>
                  </a:lnTo>
                  <a:lnTo>
                    <a:pt x="3596" y="2239"/>
                  </a:lnTo>
                  <a:lnTo>
                    <a:pt x="3596" y="2239"/>
                  </a:lnTo>
                  <a:lnTo>
                    <a:pt x="3629" y="2205"/>
                  </a:lnTo>
                  <a:lnTo>
                    <a:pt x="3659" y="2171"/>
                  </a:lnTo>
                  <a:lnTo>
                    <a:pt x="3688" y="2133"/>
                  </a:lnTo>
                  <a:lnTo>
                    <a:pt x="3714" y="2096"/>
                  </a:lnTo>
                  <a:lnTo>
                    <a:pt x="3740" y="2057"/>
                  </a:lnTo>
                  <a:lnTo>
                    <a:pt x="3763" y="2019"/>
                  </a:lnTo>
                  <a:lnTo>
                    <a:pt x="3783" y="1978"/>
                  </a:lnTo>
                  <a:lnTo>
                    <a:pt x="3803" y="1937"/>
                  </a:lnTo>
                  <a:lnTo>
                    <a:pt x="3820" y="1895"/>
                  </a:lnTo>
                  <a:lnTo>
                    <a:pt x="3834" y="1854"/>
                  </a:lnTo>
                  <a:lnTo>
                    <a:pt x="3847" y="1814"/>
                  </a:lnTo>
                  <a:lnTo>
                    <a:pt x="3857" y="1772"/>
                  </a:lnTo>
                  <a:lnTo>
                    <a:pt x="3866" y="1730"/>
                  </a:lnTo>
                  <a:lnTo>
                    <a:pt x="3872" y="1689"/>
                  </a:lnTo>
                  <a:lnTo>
                    <a:pt x="3876" y="1649"/>
                  </a:lnTo>
                  <a:lnTo>
                    <a:pt x="3877" y="1609"/>
                  </a:lnTo>
                  <a:lnTo>
                    <a:pt x="3877" y="1609"/>
                  </a:lnTo>
                  <a:lnTo>
                    <a:pt x="3877" y="1590"/>
                  </a:lnTo>
                  <a:lnTo>
                    <a:pt x="3880" y="1570"/>
                  </a:lnTo>
                  <a:lnTo>
                    <a:pt x="3884" y="1550"/>
                  </a:lnTo>
                  <a:lnTo>
                    <a:pt x="3890" y="1530"/>
                  </a:lnTo>
                  <a:lnTo>
                    <a:pt x="3896" y="1510"/>
                  </a:lnTo>
                  <a:lnTo>
                    <a:pt x="3903" y="1490"/>
                  </a:lnTo>
                  <a:lnTo>
                    <a:pt x="3920" y="1450"/>
                  </a:lnTo>
                  <a:lnTo>
                    <a:pt x="3959" y="1366"/>
                  </a:lnTo>
                  <a:lnTo>
                    <a:pt x="3978" y="1322"/>
                  </a:lnTo>
                  <a:lnTo>
                    <a:pt x="3986" y="1300"/>
                  </a:lnTo>
                  <a:lnTo>
                    <a:pt x="3995" y="1277"/>
                  </a:lnTo>
                  <a:lnTo>
                    <a:pt x="4002" y="1253"/>
                  </a:lnTo>
                  <a:lnTo>
                    <a:pt x="4008" y="1230"/>
                  </a:lnTo>
                  <a:lnTo>
                    <a:pt x="4012" y="1206"/>
                  </a:lnTo>
                  <a:lnTo>
                    <a:pt x="4015" y="1181"/>
                  </a:lnTo>
                  <a:lnTo>
                    <a:pt x="4016" y="1157"/>
                  </a:lnTo>
                  <a:lnTo>
                    <a:pt x="4016" y="1131"/>
                  </a:lnTo>
                  <a:lnTo>
                    <a:pt x="4013" y="1105"/>
                  </a:lnTo>
                  <a:lnTo>
                    <a:pt x="4009" y="1078"/>
                  </a:lnTo>
                  <a:lnTo>
                    <a:pt x="4002" y="1051"/>
                  </a:lnTo>
                  <a:lnTo>
                    <a:pt x="3993" y="1022"/>
                  </a:lnTo>
                  <a:lnTo>
                    <a:pt x="3982" y="994"/>
                  </a:lnTo>
                  <a:lnTo>
                    <a:pt x="3968" y="965"/>
                  </a:lnTo>
                  <a:lnTo>
                    <a:pt x="3949" y="935"/>
                  </a:lnTo>
                  <a:lnTo>
                    <a:pt x="3929" y="903"/>
                  </a:lnTo>
                  <a:lnTo>
                    <a:pt x="3904" y="872"/>
                  </a:lnTo>
                  <a:lnTo>
                    <a:pt x="3877" y="840"/>
                  </a:lnTo>
                  <a:lnTo>
                    <a:pt x="3877" y="840"/>
                  </a:lnTo>
                  <a:lnTo>
                    <a:pt x="3818" y="777"/>
                  </a:lnTo>
                  <a:lnTo>
                    <a:pt x="3763" y="718"/>
                  </a:lnTo>
                  <a:lnTo>
                    <a:pt x="3710" y="664"/>
                  </a:lnTo>
                  <a:lnTo>
                    <a:pt x="3658" y="612"/>
                  </a:lnTo>
                  <a:lnTo>
                    <a:pt x="3609" y="566"/>
                  </a:lnTo>
                  <a:lnTo>
                    <a:pt x="3562" y="522"/>
                  </a:lnTo>
                  <a:lnTo>
                    <a:pt x="3515" y="480"/>
                  </a:lnTo>
                  <a:lnTo>
                    <a:pt x="3470" y="442"/>
                  </a:lnTo>
                  <a:lnTo>
                    <a:pt x="3384" y="370"/>
                  </a:lnTo>
                  <a:lnTo>
                    <a:pt x="3301" y="304"/>
                  </a:lnTo>
                  <a:lnTo>
                    <a:pt x="3221" y="240"/>
                  </a:lnTo>
                  <a:lnTo>
                    <a:pt x="3142" y="175"/>
                  </a:lnTo>
                  <a:lnTo>
                    <a:pt x="3142" y="175"/>
                  </a:lnTo>
                  <a:lnTo>
                    <a:pt x="3120" y="159"/>
                  </a:lnTo>
                  <a:lnTo>
                    <a:pt x="3095" y="145"/>
                  </a:lnTo>
                  <a:lnTo>
                    <a:pt x="3064" y="131"/>
                  </a:lnTo>
                  <a:lnTo>
                    <a:pt x="3031" y="118"/>
                  </a:lnTo>
                  <a:lnTo>
                    <a:pt x="2994" y="105"/>
                  </a:lnTo>
                  <a:lnTo>
                    <a:pt x="2954" y="95"/>
                  </a:lnTo>
                  <a:lnTo>
                    <a:pt x="2912" y="83"/>
                  </a:lnTo>
                  <a:lnTo>
                    <a:pt x="2868" y="75"/>
                  </a:lnTo>
                  <a:lnTo>
                    <a:pt x="2821" y="65"/>
                  </a:lnTo>
                  <a:lnTo>
                    <a:pt x="2773" y="58"/>
                  </a:lnTo>
                  <a:lnTo>
                    <a:pt x="2673" y="43"/>
                  </a:lnTo>
                  <a:lnTo>
                    <a:pt x="2571" y="32"/>
                  </a:lnTo>
                  <a:lnTo>
                    <a:pt x="2470" y="22"/>
                  </a:lnTo>
                  <a:lnTo>
                    <a:pt x="2369" y="15"/>
                  </a:lnTo>
                  <a:lnTo>
                    <a:pt x="2275" y="10"/>
                  </a:lnTo>
                  <a:lnTo>
                    <a:pt x="2187" y="6"/>
                  </a:lnTo>
                  <a:lnTo>
                    <a:pt x="2110" y="3"/>
                  </a:lnTo>
                  <a:lnTo>
                    <a:pt x="1995" y="0"/>
                  </a:lnTo>
                  <a:lnTo>
                    <a:pt x="1953" y="0"/>
                  </a:lnTo>
                  <a:lnTo>
                    <a:pt x="195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7">
              <a:extLst>
                <a:ext uri="{FF2B5EF4-FFF2-40B4-BE49-F238E27FC236}">
                  <a16:creationId xmlns:a16="http://schemas.microsoft.com/office/drawing/2014/main" id="{FA9D4FB7-A7A4-DD07-15EA-61B287D80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7537" y="5959642"/>
              <a:ext cx="457426" cy="349721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7">
              <a:extLst>
                <a:ext uri="{FF2B5EF4-FFF2-40B4-BE49-F238E27FC236}">
                  <a16:creationId xmlns:a16="http://schemas.microsoft.com/office/drawing/2014/main" id="{80958679-C9C4-61B3-A7DA-67DAD9CB7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0210" y="6056820"/>
              <a:ext cx="207921" cy="158964"/>
            </a:xfrm>
            <a:custGeom>
              <a:avLst/>
              <a:gdLst/>
              <a:ahLst/>
              <a:cxnLst>
                <a:cxn ang="0">
                  <a:pos x="3151" y="213"/>
                </a:cxn>
                <a:cxn ang="0">
                  <a:pos x="2973" y="123"/>
                </a:cxn>
                <a:cxn ang="0">
                  <a:pos x="2760" y="56"/>
                </a:cxn>
                <a:cxn ang="0">
                  <a:pos x="2526" y="11"/>
                </a:cxn>
                <a:cxn ang="0">
                  <a:pos x="2340" y="1"/>
                </a:cxn>
                <a:cxn ang="0">
                  <a:pos x="2115" y="28"/>
                </a:cxn>
                <a:cxn ang="0">
                  <a:pos x="1794" y="103"/>
                </a:cxn>
                <a:cxn ang="0">
                  <a:pos x="1594" y="165"/>
                </a:cxn>
                <a:cxn ang="0">
                  <a:pos x="1364" y="285"/>
                </a:cxn>
                <a:cxn ang="0">
                  <a:pos x="1120" y="453"/>
                </a:cxn>
                <a:cxn ang="0">
                  <a:pos x="941" y="560"/>
                </a:cxn>
                <a:cxn ang="0">
                  <a:pos x="804" y="600"/>
                </a:cxn>
                <a:cxn ang="0">
                  <a:pos x="658" y="642"/>
                </a:cxn>
                <a:cxn ang="0">
                  <a:pos x="554" y="722"/>
                </a:cxn>
                <a:cxn ang="0">
                  <a:pos x="350" y="914"/>
                </a:cxn>
                <a:cxn ang="0">
                  <a:pos x="211" y="1069"/>
                </a:cxn>
                <a:cxn ang="0">
                  <a:pos x="114" y="1231"/>
                </a:cxn>
                <a:cxn ang="0">
                  <a:pos x="53" y="1398"/>
                </a:cxn>
                <a:cxn ang="0">
                  <a:pos x="12" y="1628"/>
                </a:cxn>
                <a:cxn ang="0">
                  <a:pos x="0" y="1929"/>
                </a:cxn>
                <a:cxn ang="0">
                  <a:pos x="22" y="2076"/>
                </a:cxn>
                <a:cxn ang="0">
                  <a:pos x="82" y="2238"/>
                </a:cxn>
                <a:cxn ang="0">
                  <a:pos x="172" y="2397"/>
                </a:cxn>
                <a:cxn ang="0">
                  <a:pos x="284" y="2540"/>
                </a:cxn>
                <a:cxn ang="0">
                  <a:pos x="410" y="2653"/>
                </a:cxn>
                <a:cxn ang="0">
                  <a:pos x="542" y="2722"/>
                </a:cxn>
                <a:cxn ang="0">
                  <a:pos x="688" y="2748"/>
                </a:cxn>
                <a:cxn ang="0">
                  <a:pos x="951" y="2820"/>
                </a:cxn>
                <a:cxn ang="0">
                  <a:pos x="1249" y="2883"/>
                </a:cxn>
                <a:cxn ang="0">
                  <a:pos x="1536" y="2919"/>
                </a:cxn>
                <a:cxn ang="0">
                  <a:pos x="1756" y="2920"/>
                </a:cxn>
                <a:cxn ang="0">
                  <a:pos x="2073" y="2883"/>
                </a:cxn>
                <a:cxn ang="0">
                  <a:pos x="2310" y="2860"/>
                </a:cxn>
                <a:cxn ang="0">
                  <a:pos x="2459" y="2877"/>
                </a:cxn>
                <a:cxn ang="0">
                  <a:pos x="2586" y="2921"/>
                </a:cxn>
                <a:cxn ang="0">
                  <a:pos x="2824" y="2986"/>
                </a:cxn>
                <a:cxn ang="0">
                  <a:pos x="3167" y="3012"/>
                </a:cxn>
                <a:cxn ang="0">
                  <a:pos x="3441" y="2970"/>
                </a:cxn>
                <a:cxn ang="0">
                  <a:pos x="3567" y="2923"/>
                </a:cxn>
                <a:cxn ang="0">
                  <a:pos x="3649" y="2871"/>
                </a:cxn>
                <a:cxn ang="0">
                  <a:pos x="3769" y="2742"/>
                </a:cxn>
                <a:cxn ang="0">
                  <a:pos x="3907" y="2580"/>
                </a:cxn>
                <a:cxn ang="0">
                  <a:pos x="4001" y="2521"/>
                </a:cxn>
                <a:cxn ang="0">
                  <a:pos x="4127" y="2488"/>
                </a:cxn>
                <a:cxn ang="0">
                  <a:pos x="4305" y="2483"/>
                </a:cxn>
                <a:cxn ang="0">
                  <a:pos x="4557" y="2478"/>
                </a:cxn>
                <a:cxn ang="0">
                  <a:pos x="4673" y="2448"/>
                </a:cxn>
                <a:cxn ang="0">
                  <a:pos x="4762" y="2377"/>
                </a:cxn>
                <a:cxn ang="0">
                  <a:pos x="4817" y="2246"/>
                </a:cxn>
                <a:cxn ang="0">
                  <a:pos x="4840" y="2041"/>
                </a:cxn>
                <a:cxn ang="0">
                  <a:pos x="4867" y="1816"/>
                </a:cxn>
                <a:cxn ang="0">
                  <a:pos x="4827" y="1506"/>
                </a:cxn>
                <a:cxn ang="0">
                  <a:pos x="4780" y="1347"/>
                </a:cxn>
                <a:cxn ang="0">
                  <a:pos x="4672" y="1147"/>
                </a:cxn>
                <a:cxn ang="0">
                  <a:pos x="4473" y="876"/>
                </a:cxn>
                <a:cxn ang="0">
                  <a:pos x="4150" y="504"/>
                </a:cxn>
                <a:cxn ang="0">
                  <a:pos x="4087" y="417"/>
                </a:cxn>
                <a:cxn ang="0">
                  <a:pos x="4003" y="358"/>
                </a:cxn>
                <a:cxn ang="0">
                  <a:pos x="3851" y="315"/>
                </a:cxn>
                <a:cxn ang="0">
                  <a:pos x="3560" y="285"/>
                </a:cxn>
                <a:cxn ang="0">
                  <a:pos x="3253" y="285"/>
                </a:cxn>
              </a:cxnLst>
              <a:rect l="0" t="0" r="r" b="b"/>
              <a:pathLst>
                <a:path w="4867" h="3013">
                  <a:moveTo>
                    <a:pt x="3253" y="285"/>
                  </a:moveTo>
                  <a:lnTo>
                    <a:pt x="3253" y="285"/>
                  </a:lnTo>
                  <a:lnTo>
                    <a:pt x="3220" y="259"/>
                  </a:lnTo>
                  <a:lnTo>
                    <a:pt x="3186" y="236"/>
                  </a:lnTo>
                  <a:lnTo>
                    <a:pt x="3151" y="213"/>
                  </a:lnTo>
                  <a:lnTo>
                    <a:pt x="3117" y="193"/>
                  </a:lnTo>
                  <a:lnTo>
                    <a:pt x="3081" y="173"/>
                  </a:lnTo>
                  <a:lnTo>
                    <a:pt x="3045" y="156"/>
                  </a:lnTo>
                  <a:lnTo>
                    <a:pt x="3009" y="139"/>
                  </a:lnTo>
                  <a:lnTo>
                    <a:pt x="2973" y="123"/>
                  </a:lnTo>
                  <a:lnTo>
                    <a:pt x="2938" y="110"/>
                  </a:lnTo>
                  <a:lnTo>
                    <a:pt x="2902" y="96"/>
                  </a:lnTo>
                  <a:lnTo>
                    <a:pt x="2866" y="84"/>
                  </a:lnTo>
                  <a:lnTo>
                    <a:pt x="2830" y="74"/>
                  </a:lnTo>
                  <a:lnTo>
                    <a:pt x="2760" y="56"/>
                  </a:lnTo>
                  <a:lnTo>
                    <a:pt x="2694" y="40"/>
                  </a:lnTo>
                  <a:lnTo>
                    <a:pt x="2694" y="40"/>
                  </a:lnTo>
                  <a:lnTo>
                    <a:pt x="2628" y="27"/>
                  </a:lnTo>
                  <a:lnTo>
                    <a:pt x="2561" y="16"/>
                  </a:lnTo>
                  <a:lnTo>
                    <a:pt x="2526" y="11"/>
                  </a:lnTo>
                  <a:lnTo>
                    <a:pt x="2492" y="7"/>
                  </a:lnTo>
                  <a:lnTo>
                    <a:pt x="2454" y="4"/>
                  </a:lnTo>
                  <a:lnTo>
                    <a:pt x="2419" y="1"/>
                  </a:lnTo>
                  <a:lnTo>
                    <a:pt x="2380" y="0"/>
                  </a:lnTo>
                  <a:lnTo>
                    <a:pt x="2340" y="1"/>
                  </a:lnTo>
                  <a:lnTo>
                    <a:pt x="2298" y="3"/>
                  </a:lnTo>
                  <a:lnTo>
                    <a:pt x="2255" y="6"/>
                  </a:lnTo>
                  <a:lnTo>
                    <a:pt x="2211" y="11"/>
                  </a:lnTo>
                  <a:lnTo>
                    <a:pt x="2163" y="18"/>
                  </a:lnTo>
                  <a:lnTo>
                    <a:pt x="2115" y="28"/>
                  </a:lnTo>
                  <a:lnTo>
                    <a:pt x="2065" y="40"/>
                  </a:lnTo>
                  <a:lnTo>
                    <a:pt x="2065" y="40"/>
                  </a:lnTo>
                  <a:lnTo>
                    <a:pt x="1966" y="64"/>
                  </a:lnTo>
                  <a:lnTo>
                    <a:pt x="1875" y="84"/>
                  </a:lnTo>
                  <a:lnTo>
                    <a:pt x="1794" y="103"/>
                  </a:lnTo>
                  <a:lnTo>
                    <a:pt x="1753" y="113"/>
                  </a:lnTo>
                  <a:lnTo>
                    <a:pt x="1713" y="123"/>
                  </a:lnTo>
                  <a:lnTo>
                    <a:pt x="1675" y="136"/>
                  </a:lnTo>
                  <a:lnTo>
                    <a:pt x="1634" y="149"/>
                  </a:lnTo>
                  <a:lnTo>
                    <a:pt x="1594" y="165"/>
                  </a:lnTo>
                  <a:lnTo>
                    <a:pt x="1553" y="183"/>
                  </a:lnTo>
                  <a:lnTo>
                    <a:pt x="1508" y="203"/>
                  </a:lnTo>
                  <a:lnTo>
                    <a:pt x="1462" y="228"/>
                  </a:lnTo>
                  <a:lnTo>
                    <a:pt x="1415" y="255"/>
                  </a:lnTo>
                  <a:lnTo>
                    <a:pt x="1364" y="285"/>
                  </a:lnTo>
                  <a:lnTo>
                    <a:pt x="1364" y="285"/>
                  </a:lnTo>
                  <a:lnTo>
                    <a:pt x="1315" y="318"/>
                  </a:lnTo>
                  <a:lnTo>
                    <a:pt x="1269" y="348"/>
                  </a:lnTo>
                  <a:lnTo>
                    <a:pt x="1189" y="404"/>
                  </a:lnTo>
                  <a:lnTo>
                    <a:pt x="1120" y="453"/>
                  </a:lnTo>
                  <a:lnTo>
                    <a:pt x="1058" y="496"/>
                  </a:lnTo>
                  <a:lnTo>
                    <a:pt x="1030" y="514"/>
                  </a:lnTo>
                  <a:lnTo>
                    <a:pt x="1001" y="532"/>
                  </a:lnTo>
                  <a:lnTo>
                    <a:pt x="971" y="547"/>
                  </a:lnTo>
                  <a:lnTo>
                    <a:pt x="941" y="560"/>
                  </a:lnTo>
                  <a:lnTo>
                    <a:pt x="911" y="573"/>
                  </a:lnTo>
                  <a:lnTo>
                    <a:pt x="878" y="583"/>
                  </a:lnTo>
                  <a:lnTo>
                    <a:pt x="843" y="593"/>
                  </a:lnTo>
                  <a:lnTo>
                    <a:pt x="804" y="600"/>
                  </a:lnTo>
                  <a:lnTo>
                    <a:pt x="804" y="600"/>
                  </a:lnTo>
                  <a:lnTo>
                    <a:pt x="767" y="606"/>
                  </a:lnTo>
                  <a:lnTo>
                    <a:pt x="736" y="613"/>
                  </a:lnTo>
                  <a:lnTo>
                    <a:pt x="707" y="622"/>
                  </a:lnTo>
                  <a:lnTo>
                    <a:pt x="681" y="631"/>
                  </a:lnTo>
                  <a:lnTo>
                    <a:pt x="658" y="642"/>
                  </a:lnTo>
                  <a:lnTo>
                    <a:pt x="637" y="654"/>
                  </a:lnTo>
                  <a:lnTo>
                    <a:pt x="617" y="666"/>
                  </a:lnTo>
                  <a:lnTo>
                    <a:pt x="597" y="682"/>
                  </a:lnTo>
                  <a:lnTo>
                    <a:pt x="575" y="701"/>
                  </a:lnTo>
                  <a:lnTo>
                    <a:pt x="554" y="722"/>
                  </a:lnTo>
                  <a:lnTo>
                    <a:pt x="502" y="773"/>
                  </a:lnTo>
                  <a:lnTo>
                    <a:pt x="436" y="836"/>
                  </a:lnTo>
                  <a:lnTo>
                    <a:pt x="396" y="873"/>
                  </a:lnTo>
                  <a:lnTo>
                    <a:pt x="350" y="914"/>
                  </a:lnTo>
                  <a:lnTo>
                    <a:pt x="350" y="914"/>
                  </a:lnTo>
                  <a:lnTo>
                    <a:pt x="319" y="945"/>
                  </a:lnTo>
                  <a:lnTo>
                    <a:pt x="288" y="975"/>
                  </a:lnTo>
                  <a:lnTo>
                    <a:pt x="261" y="1006"/>
                  </a:lnTo>
                  <a:lnTo>
                    <a:pt x="235" y="1036"/>
                  </a:lnTo>
                  <a:lnTo>
                    <a:pt x="211" y="1069"/>
                  </a:lnTo>
                  <a:lnTo>
                    <a:pt x="188" y="1101"/>
                  </a:lnTo>
                  <a:lnTo>
                    <a:pt x="167" y="1132"/>
                  </a:lnTo>
                  <a:lnTo>
                    <a:pt x="148" y="1165"/>
                  </a:lnTo>
                  <a:lnTo>
                    <a:pt x="131" y="1198"/>
                  </a:lnTo>
                  <a:lnTo>
                    <a:pt x="114" y="1231"/>
                  </a:lnTo>
                  <a:lnTo>
                    <a:pt x="99" y="1264"/>
                  </a:lnTo>
                  <a:lnTo>
                    <a:pt x="86" y="1297"/>
                  </a:lnTo>
                  <a:lnTo>
                    <a:pt x="73" y="1332"/>
                  </a:lnTo>
                  <a:lnTo>
                    <a:pt x="63" y="1365"/>
                  </a:lnTo>
                  <a:lnTo>
                    <a:pt x="53" y="1398"/>
                  </a:lnTo>
                  <a:lnTo>
                    <a:pt x="45" y="1432"/>
                  </a:lnTo>
                  <a:lnTo>
                    <a:pt x="36" y="1465"/>
                  </a:lnTo>
                  <a:lnTo>
                    <a:pt x="30" y="1498"/>
                  </a:lnTo>
                  <a:lnTo>
                    <a:pt x="19" y="1564"/>
                  </a:lnTo>
                  <a:lnTo>
                    <a:pt x="12" y="1628"/>
                  </a:lnTo>
                  <a:lnTo>
                    <a:pt x="6" y="1693"/>
                  </a:lnTo>
                  <a:lnTo>
                    <a:pt x="3" y="1754"/>
                  </a:lnTo>
                  <a:lnTo>
                    <a:pt x="2" y="1815"/>
                  </a:lnTo>
                  <a:lnTo>
                    <a:pt x="0" y="1929"/>
                  </a:lnTo>
                  <a:lnTo>
                    <a:pt x="0" y="1929"/>
                  </a:lnTo>
                  <a:lnTo>
                    <a:pt x="2" y="1957"/>
                  </a:lnTo>
                  <a:lnTo>
                    <a:pt x="5" y="1985"/>
                  </a:lnTo>
                  <a:lnTo>
                    <a:pt x="9" y="2015"/>
                  </a:lnTo>
                  <a:lnTo>
                    <a:pt x="15" y="2045"/>
                  </a:lnTo>
                  <a:lnTo>
                    <a:pt x="22" y="2076"/>
                  </a:lnTo>
                  <a:lnTo>
                    <a:pt x="32" y="2107"/>
                  </a:lnTo>
                  <a:lnTo>
                    <a:pt x="42" y="2140"/>
                  </a:lnTo>
                  <a:lnTo>
                    <a:pt x="53" y="2172"/>
                  </a:lnTo>
                  <a:lnTo>
                    <a:pt x="68" y="2205"/>
                  </a:lnTo>
                  <a:lnTo>
                    <a:pt x="82" y="2238"/>
                  </a:lnTo>
                  <a:lnTo>
                    <a:pt x="98" y="2269"/>
                  </a:lnTo>
                  <a:lnTo>
                    <a:pt x="115" y="2302"/>
                  </a:lnTo>
                  <a:lnTo>
                    <a:pt x="134" y="2334"/>
                  </a:lnTo>
                  <a:lnTo>
                    <a:pt x="152" y="2365"/>
                  </a:lnTo>
                  <a:lnTo>
                    <a:pt x="172" y="2397"/>
                  </a:lnTo>
                  <a:lnTo>
                    <a:pt x="192" y="2427"/>
                  </a:lnTo>
                  <a:lnTo>
                    <a:pt x="214" y="2457"/>
                  </a:lnTo>
                  <a:lnTo>
                    <a:pt x="237" y="2486"/>
                  </a:lnTo>
                  <a:lnTo>
                    <a:pt x="260" y="2513"/>
                  </a:lnTo>
                  <a:lnTo>
                    <a:pt x="284" y="2540"/>
                  </a:lnTo>
                  <a:lnTo>
                    <a:pt x="308" y="2566"/>
                  </a:lnTo>
                  <a:lnTo>
                    <a:pt x="333" y="2590"/>
                  </a:lnTo>
                  <a:lnTo>
                    <a:pt x="359" y="2613"/>
                  </a:lnTo>
                  <a:lnTo>
                    <a:pt x="384" y="2633"/>
                  </a:lnTo>
                  <a:lnTo>
                    <a:pt x="410" y="2653"/>
                  </a:lnTo>
                  <a:lnTo>
                    <a:pt x="436" y="2671"/>
                  </a:lnTo>
                  <a:lnTo>
                    <a:pt x="463" y="2686"/>
                  </a:lnTo>
                  <a:lnTo>
                    <a:pt x="489" y="2701"/>
                  </a:lnTo>
                  <a:lnTo>
                    <a:pt x="516" y="2712"/>
                  </a:lnTo>
                  <a:lnTo>
                    <a:pt x="542" y="2722"/>
                  </a:lnTo>
                  <a:lnTo>
                    <a:pt x="568" y="2729"/>
                  </a:lnTo>
                  <a:lnTo>
                    <a:pt x="595" y="2734"/>
                  </a:lnTo>
                  <a:lnTo>
                    <a:pt x="595" y="2734"/>
                  </a:lnTo>
                  <a:lnTo>
                    <a:pt x="644" y="2741"/>
                  </a:lnTo>
                  <a:lnTo>
                    <a:pt x="688" y="2748"/>
                  </a:lnTo>
                  <a:lnTo>
                    <a:pt x="728" y="2757"/>
                  </a:lnTo>
                  <a:lnTo>
                    <a:pt x="766" y="2765"/>
                  </a:lnTo>
                  <a:lnTo>
                    <a:pt x="836" y="2785"/>
                  </a:lnTo>
                  <a:lnTo>
                    <a:pt x="909" y="2808"/>
                  </a:lnTo>
                  <a:lnTo>
                    <a:pt x="951" y="2820"/>
                  </a:lnTo>
                  <a:lnTo>
                    <a:pt x="997" y="2831"/>
                  </a:lnTo>
                  <a:lnTo>
                    <a:pt x="1048" y="2844"/>
                  </a:lnTo>
                  <a:lnTo>
                    <a:pt x="1107" y="2857"/>
                  </a:lnTo>
                  <a:lnTo>
                    <a:pt x="1173" y="2870"/>
                  </a:lnTo>
                  <a:lnTo>
                    <a:pt x="1249" y="2883"/>
                  </a:lnTo>
                  <a:lnTo>
                    <a:pt x="1336" y="2896"/>
                  </a:lnTo>
                  <a:lnTo>
                    <a:pt x="1434" y="2908"/>
                  </a:lnTo>
                  <a:lnTo>
                    <a:pt x="1434" y="2908"/>
                  </a:lnTo>
                  <a:lnTo>
                    <a:pt x="1485" y="2914"/>
                  </a:lnTo>
                  <a:lnTo>
                    <a:pt x="1536" y="2919"/>
                  </a:lnTo>
                  <a:lnTo>
                    <a:pt x="1583" y="2921"/>
                  </a:lnTo>
                  <a:lnTo>
                    <a:pt x="1629" y="2923"/>
                  </a:lnTo>
                  <a:lnTo>
                    <a:pt x="1673" y="2923"/>
                  </a:lnTo>
                  <a:lnTo>
                    <a:pt x="1715" y="2923"/>
                  </a:lnTo>
                  <a:lnTo>
                    <a:pt x="1756" y="2920"/>
                  </a:lnTo>
                  <a:lnTo>
                    <a:pt x="1796" y="2919"/>
                  </a:lnTo>
                  <a:lnTo>
                    <a:pt x="1871" y="2911"/>
                  </a:lnTo>
                  <a:lnTo>
                    <a:pt x="1943" y="2903"/>
                  </a:lnTo>
                  <a:lnTo>
                    <a:pt x="2009" y="2893"/>
                  </a:lnTo>
                  <a:lnTo>
                    <a:pt x="2073" y="2883"/>
                  </a:lnTo>
                  <a:lnTo>
                    <a:pt x="2133" y="2873"/>
                  </a:lnTo>
                  <a:lnTo>
                    <a:pt x="2194" y="2865"/>
                  </a:lnTo>
                  <a:lnTo>
                    <a:pt x="2251" y="2860"/>
                  </a:lnTo>
                  <a:lnTo>
                    <a:pt x="2281" y="2860"/>
                  </a:lnTo>
                  <a:lnTo>
                    <a:pt x="2310" y="2860"/>
                  </a:lnTo>
                  <a:lnTo>
                    <a:pt x="2338" y="2860"/>
                  </a:lnTo>
                  <a:lnTo>
                    <a:pt x="2368" y="2863"/>
                  </a:lnTo>
                  <a:lnTo>
                    <a:pt x="2397" y="2865"/>
                  </a:lnTo>
                  <a:lnTo>
                    <a:pt x="2427" y="2871"/>
                  </a:lnTo>
                  <a:lnTo>
                    <a:pt x="2459" y="2877"/>
                  </a:lnTo>
                  <a:lnTo>
                    <a:pt x="2489" y="2886"/>
                  </a:lnTo>
                  <a:lnTo>
                    <a:pt x="2520" y="2896"/>
                  </a:lnTo>
                  <a:lnTo>
                    <a:pt x="2553" y="2908"/>
                  </a:lnTo>
                  <a:lnTo>
                    <a:pt x="2553" y="2908"/>
                  </a:lnTo>
                  <a:lnTo>
                    <a:pt x="2586" y="2921"/>
                  </a:lnTo>
                  <a:lnTo>
                    <a:pt x="2619" y="2933"/>
                  </a:lnTo>
                  <a:lnTo>
                    <a:pt x="2654" y="2944"/>
                  </a:lnTo>
                  <a:lnTo>
                    <a:pt x="2687" y="2954"/>
                  </a:lnTo>
                  <a:lnTo>
                    <a:pt x="2755" y="2972"/>
                  </a:lnTo>
                  <a:lnTo>
                    <a:pt x="2824" y="2986"/>
                  </a:lnTo>
                  <a:lnTo>
                    <a:pt x="2895" y="2997"/>
                  </a:lnTo>
                  <a:lnTo>
                    <a:pt x="2963" y="3006"/>
                  </a:lnTo>
                  <a:lnTo>
                    <a:pt x="3032" y="3012"/>
                  </a:lnTo>
                  <a:lnTo>
                    <a:pt x="3100" y="3013"/>
                  </a:lnTo>
                  <a:lnTo>
                    <a:pt x="3167" y="3012"/>
                  </a:lnTo>
                  <a:lnTo>
                    <a:pt x="3231" y="3007"/>
                  </a:lnTo>
                  <a:lnTo>
                    <a:pt x="3294" y="3000"/>
                  </a:lnTo>
                  <a:lnTo>
                    <a:pt x="3355" y="2990"/>
                  </a:lnTo>
                  <a:lnTo>
                    <a:pt x="3413" y="2979"/>
                  </a:lnTo>
                  <a:lnTo>
                    <a:pt x="3441" y="2970"/>
                  </a:lnTo>
                  <a:lnTo>
                    <a:pt x="3468" y="2963"/>
                  </a:lnTo>
                  <a:lnTo>
                    <a:pt x="3494" y="2953"/>
                  </a:lnTo>
                  <a:lnTo>
                    <a:pt x="3520" y="2944"/>
                  </a:lnTo>
                  <a:lnTo>
                    <a:pt x="3544" y="2934"/>
                  </a:lnTo>
                  <a:lnTo>
                    <a:pt x="3567" y="2923"/>
                  </a:lnTo>
                  <a:lnTo>
                    <a:pt x="3567" y="2923"/>
                  </a:lnTo>
                  <a:lnTo>
                    <a:pt x="3590" y="2911"/>
                  </a:lnTo>
                  <a:lnTo>
                    <a:pt x="3611" y="2898"/>
                  </a:lnTo>
                  <a:lnTo>
                    <a:pt x="3630" y="2886"/>
                  </a:lnTo>
                  <a:lnTo>
                    <a:pt x="3649" y="2871"/>
                  </a:lnTo>
                  <a:lnTo>
                    <a:pt x="3666" y="2857"/>
                  </a:lnTo>
                  <a:lnTo>
                    <a:pt x="3683" y="2841"/>
                  </a:lnTo>
                  <a:lnTo>
                    <a:pt x="3714" y="2810"/>
                  </a:lnTo>
                  <a:lnTo>
                    <a:pt x="3742" y="2777"/>
                  </a:lnTo>
                  <a:lnTo>
                    <a:pt x="3769" y="2742"/>
                  </a:lnTo>
                  <a:lnTo>
                    <a:pt x="3821" y="2673"/>
                  </a:lnTo>
                  <a:lnTo>
                    <a:pt x="3848" y="2642"/>
                  </a:lnTo>
                  <a:lnTo>
                    <a:pt x="3876" y="2610"/>
                  </a:lnTo>
                  <a:lnTo>
                    <a:pt x="3891" y="2595"/>
                  </a:lnTo>
                  <a:lnTo>
                    <a:pt x="3907" y="2580"/>
                  </a:lnTo>
                  <a:lnTo>
                    <a:pt x="3924" y="2567"/>
                  </a:lnTo>
                  <a:lnTo>
                    <a:pt x="3941" y="2554"/>
                  </a:lnTo>
                  <a:lnTo>
                    <a:pt x="3960" y="2543"/>
                  </a:lnTo>
                  <a:lnTo>
                    <a:pt x="3980" y="2531"/>
                  </a:lnTo>
                  <a:lnTo>
                    <a:pt x="4001" y="2521"/>
                  </a:lnTo>
                  <a:lnTo>
                    <a:pt x="4023" y="2513"/>
                  </a:lnTo>
                  <a:lnTo>
                    <a:pt x="4047" y="2504"/>
                  </a:lnTo>
                  <a:lnTo>
                    <a:pt x="4071" y="2498"/>
                  </a:lnTo>
                  <a:lnTo>
                    <a:pt x="4099" y="2493"/>
                  </a:lnTo>
                  <a:lnTo>
                    <a:pt x="4127" y="2488"/>
                  </a:lnTo>
                  <a:lnTo>
                    <a:pt x="4127" y="2488"/>
                  </a:lnTo>
                  <a:lnTo>
                    <a:pt x="4157" y="2486"/>
                  </a:lnTo>
                  <a:lnTo>
                    <a:pt x="4186" y="2484"/>
                  </a:lnTo>
                  <a:lnTo>
                    <a:pt x="4246" y="2483"/>
                  </a:lnTo>
                  <a:lnTo>
                    <a:pt x="4305" y="2483"/>
                  </a:lnTo>
                  <a:lnTo>
                    <a:pt x="4364" y="2484"/>
                  </a:lnTo>
                  <a:lnTo>
                    <a:pt x="4421" y="2484"/>
                  </a:lnTo>
                  <a:lnTo>
                    <a:pt x="4477" y="2484"/>
                  </a:lnTo>
                  <a:lnTo>
                    <a:pt x="4532" y="2481"/>
                  </a:lnTo>
                  <a:lnTo>
                    <a:pt x="4557" y="2478"/>
                  </a:lnTo>
                  <a:lnTo>
                    <a:pt x="4582" y="2476"/>
                  </a:lnTo>
                  <a:lnTo>
                    <a:pt x="4606" y="2471"/>
                  </a:lnTo>
                  <a:lnTo>
                    <a:pt x="4629" y="2466"/>
                  </a:lnTo>
                  <a:lnTo>
                    <a:pt x="4652" y="2457"/>
                  </a:lnTo>
                  <a:lnTo>
                    <a:pt x="4673" y="2448"/>
                  </a:lnTo>
                  <a:lnTo>
                    <a:pt x="4694" y="2438"/>
                  </a:lnTo>
                  <a:lnTo>
                    <a:pt x="4712" y="2425"/>
                  </a:lnTo>
                  <a:lnTo>
                    <a:pt x="4731" y="2411"/>
                  </a:lnTo>
                  <a:lnTo>
                    <a:pt x="4747" y="2395"/>
                  </a:lnTo>
                  <a:lnTo>
                    <a:pt x="4762" y="2377"/>
                  </a:lnTo>
                  <a:lnTo>
                    <a:pt x="4777" y="2355"/>
                  </a:lnTo>
                  <a:lnTo>
                    <a:pt x="4788" y="2332"/>
                  </a:lnTo>
                  <a:lnTo>
                    <a:pt x="4800" y="2306"/>
                  </a:lnTo>
                  <a:lnTo>
                    <a:pt x="4808" y="2278"/>
                  </a:lnTo>
                  <a:lnTo>
                    <a:pt x="4817" y="2246"/>
                  </a:lnTo>
                  <a:lnTo>
                    <a:pt x="4823" y="2212"/>
                  </a:lnTo>
                  <a:lnTo>
                    <a:pt x="4827" y="2175"/>
                  </a:lnTo>
                  <a:lnTo>
                    <a:pt x="4827" y="2175"/>
                  </a:lnTo>
                  <a:lnTo>
                    <a:pt x="4833" y="2101"/>
                  </a:lnTo>
                  <a:lnTo>
                    <a:pt x="4840" y="2041"/>
                  </a:lnTo>
                  <a:lnTo>
                    <a:pt x="4851" y="1951"/>
                  </a:lnTo>
                  <a:lnTo>
                    <a:pt x="4860" y="1888"/>
                  </a:lnTo>
                  <a:lnTo>
                    <a:pt x="4864" y="1863"/>
                  </a:lnTo>
                  <a:lnTo>
                    <a:pt x="4866" y="1839"/>
                  </a:lnTo>
                  <a:lnTo>
                    <a:pt x="4867" y="1816"/>
                  </a:lnTo>
                  <a:lnTo>
                    <a:pt x="4867" y="1790"/>
                  </a:lnTo>
                  <a:lnTo>
                    <a:pt x="4864" y="1762"/>
                  </a:lnTo>
                  <a:lnTo>
                    <a:pt x="4861" y="1727"/>
                  </a:lnTo>
                  <a:lnTo>
                    <a:pt x="4848" y="1638"/>
                  </a:lnTo>
                  <a:lnTo>
                    <a:pt x="4827" y="1506"/>
                  </a:lnTo>
                  <a:lnTo>
                    <a:pt x="4827" y="1506"/>
                  </a:lnTo>
                  <a:lnTo>
                    <a:pt x="4818" y="1468"/>
                  </a:lnTo>
                  <a:lnTo>
                    <a:pt x="4808" y="1428"/>
                  </a:lnTo>
                  <a:lnTo>
                    <a:pt x="4795" y="1387"/>
                  </a:lnTo>
                  <a:lnTo>
                    <a:pt x="4780" y="1347"/>
                  </a:lnTo>
                  <a:lnTo>
                    <a:pt x="4761" y="1307"/>
                  </a:lnTo>
                  <a:lnTo>
                    <a:pt x="4742" y="1267"/>
                  </a:lnTo>
                  <a:lnTo>
                    <a:pt x="4721" y="1227"/>
                  </a:lnTo>
                  <a:lnTo>
                    <a:pt x="4696" y="1187"/>
                  </a:lnTo>
                  <a:lnTo>
                    <a:pt x="4672" y="1147"/>
                  </a:lnTo>
                  <a:lnTo>
                    <a:pt x="4646" y="1107"/>
                  </a:lnTo>
                  <a:lnTo>
                    <a:pt x="4619" y="1066"/>
                  </a:lnTo>
                  <a:lnTo>
                    <a:pt x="4592" y="1028"/>
                  </a:lnTo>
                  <a:lnTo>
                    <a:pt x="4533" y="950"/>
                  </a:lnTo>
                  <a:lnTo>
                    <a:pt x="4473" y="876"/>
                  </a:lnTo>
                  <a:lnTo>
                    <a:pt x="4411" y="803"/>
                  </a:lnTo>
                  <a:lnTo>
                    <a:pt x="4352" y="734"/>
                  </a:lnTo>
                  <a:lnTo>
                    <a:pt x="4242" y="609"/>
                  </a:lnTo>
                  <a:lnTo>
                    <a:pt x="4193" y="555"/>
                  </a:lnTo>
                  <a:lnTo>
                    <a:pt x="4150" y="504"/>
                  </a:lnTo>
                  <a:lnTo>
                    <a:pt x="4117" y="461"/>
                  </a:lnTo>
                  <a:lnTo>
                    <a:pt x="4103" y="443"/>
                  </a:lnTo>
                  <a:lnTo>
                    <a:pt x="4091" y="426"/>
                  </a:lnTo>
                  <a:lnTo>
                    <a:pt x="4091" y="426"/>
                  </a:lnTo>
                  <a:lnTo>
                    <a:pt x="4087" y="417"/>
                  </a:lnTo>
                  <a:lnTo>
                    <a:pt x="4080" y="410"/>
                  </a:lnTo>
                  <a:lnTo>
                    <a:pt x="4066" y="395"/>
                  </a:lnTo>
                  <a:lnTo>
                    <a:pt x="4047" y="381"/>
                  </a:lnTo>
                  <a:lnTo>
                    <a:pt x="4026" y="370"/>
                  </a:lnTo>
                  <a:lnTo>
                    <a:pt x="4003" y="358"/>
                  </a:lnTo>
                  <a:lnTo>
                    <a:pt x="3975" y="347"/>
                  </a:lnTo>
                  <a:lnTo>
                    <a:pt x="3947" y="338"/>
                  </a:lnTo>
                  <a:lnTo>
                    <a:pt x="3917" y="330"/>
                  </a:lnTo>
                  <a:lnTo>
                    <a:pt x="3885" y="322"/>
                  </a:lnTo>
                  <a:lnTo>
                    <a:pt x="3851" y="315"/>
                  </a:lnTo>
                  <a:lnTo>
                    <a:pt x="3816" y="309"/>
                  </a:lnTo>
                  <a:lnTo>
                    <a:pt x="3780" y="304"/>
                  </a:lnTo>
                  <a:lnTo>
                    <a:pt x="3707" y="295"/>
                  </a:lnTo>
                  <a:lnTo>
                    <a:pt x="3633" y="289"/>
                  </a:lnTo>
                  <a:lnTo>
                    <a:pt x="3560" y="285"/>
                  </a:lnTo>
                  <a:lnTo>
                    <a:pt x="3491" y="284"/>
                  </a:lnTo>
                  <a:lnTo>
                    <a:pt x="3426" y="282"/>
                  </a:lnTo>
                  <a:lnTo>
                    <a:pt x="3369" y="282"/>
                  </a:lnTo>
                  <a:lnTo>
                    <a:pt x="3284" y="284"/>
                  </a:lnTo>
                  <a:lnTo>
                    <a:pt x="3253" y="285"/>
                  </a:lnTo>
                  <a:lnTo>
                    <a:pt x="3253" y="28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CFBB">
                    <a:alpha val="40000"/>
                  </a:srgbClr>
                </a:gs>
                <a:gs pos="100000">
                  <a:srgbClr val="AE9878">
                    <a:alpha val="40000"/>
                  </a:srgbClr>
                </a:gs>
              </a:gsLst>
              <a:lin ang="54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45BB898-57A4-4BA6-E8D6-FF259B77A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81515" y="5299156"/>
            <a:ext cx="497062" cy="458808"/>
            <a:chOff x="2703513" y="2783417"/>
            <a:chExt cx="4414308" cy="4074583"/>
          </a:xfrm>
        </p:grpSpPr>
        <p:sp>
          <p:nvSpPr>
            <p:cNvPr id="129" name="Freeform 5">
              <a:extLst>
                <a:ext uri="{FF2B5EF4-FFF2-40B4-BE49-F238E27FC236}">
                  <a16:creationId xmlns:a16="http://schemas.microsoft.com/office/drawing/2014/main" id="{63C831DC-D980-FDCC-9937-14796DB00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758" y="2783417"/>
              <a:ext cx="4310063" cy="3614738"/>
            </a:xfrm>
            <a:custGeom>
              <a:avLst/>
              <a:gdLst/>
              <a:ahLst/>
              <a:cxnLst>
                <a:cxn ang="0">
                  <a:pos x="5260" y="2301"/>
                </a:cxn>
                <a:cxn ang="0">
                  <a:pos x="5069" y="1997"/>
                </a:cxn>
                <a:cxn ang="0">
                  <a:pos x="4833" y="1718"/>
                </a:cxn>
                <a:cxn ang="0">
                  <a:pos x="4560" y="1457"/>
                </a:cxn>
                <a:cxn ang="0">
                  <a:pos x="4256" y="1217"/>
                </a:cxn>
                <a:cxn ang="0">
                  <a:pos x="3927" y="993"/>
                </a:cxn>
                <a:cxn ang="0">
                  <a:pos x="3580" y="782"/>
                </a:cxn>
                <a:cxn ang="0">
                  <a:pos x="3041" y="485"/>
                </a:cxn>
                <a:cxn ang="0">
                  <a:pos x="2631" y="297"/>
                </a:cxn>
                <a:cxn ang="0">
                  <a:pos x="2231" y="164"/>
                </a:cxn>
                <a:cxn ang="0">
                  <a:pos x="1852" y="75"/>
                </a:cxn>
                <a:cxn ang="0">
                  <a:pos x="1505" y="23"/>
                </a:cxn>
                <a:cxn ang="0">
                  <a:pos x="1202" y="2"/>
                </a:cxn>
                <a:cxn ang="0">
                  <a:pos x="954" y="4"/>
                </a:cxn>
                <a:cxn ang="0">
                  <a:pos x="709" y="28"/>
                </a:cxn>
                <a:cxn ang="0">
                  <a:pos x="636" y="49"/>
                </a:cxn>
                <a:cxn ang="0">
                  <a:pos x="530" y="72"/>
                </a:cxn>
                <a:cxn ang="0">
                  <a:pos x="403" y="72"/>
                </a:cxn>
                <a:cxn ang="0">
                  <a:pos x="139" y="42"/>
                </a:cxn>
                <a:cxn ang="0">
                  <a:pos x="10" y="42"/>
                </a:cxn>
                <a:cxn ang="0">
                  <a:pos x="0" y="49"/>
                </a:cxn>
                <a:cxn ang="0">
                  <a:pos x="695" y="291"/>
                </a:cxn>
                <a:cxn ang="0">
                  <a:pos x="1463" y="591"/>
                </a:cxn>
                <a:cxn ang="0">
                  <a:pos x="1910" y="788"/>
                </a:cxn>
                <a:cxn ang="0">
                  <a:pos x="2311" y="993"/>
                </a:cxn>
                <a:cxn ang="0">
                  <a:pos x="2624" y="1194"/>
                </a:cxn>
                <a:cxn ang="0">
                  <a:pos x="2806" y="1354"/>
                </a:cxn>
                <a:cxn ang="0">
                  <a:pos x="3310" y="1836"/>
                </a:cxn>
                <a:cxn ang="0">
                  <a:pos x="3708" y="2251"/>
                </a:cxn>
                <a:cxn ang="0">
                  <a:pos x="4110" y="2713"/>
                </a:cxn>
                <a:cxn ang="0">
                  <a:pos x="4476" y="3197"/>
                </a:cxn>
                <a:cxn ang="0">
                  <a:pos x="4669" y="3501"/>
                </a:cxn>
                <a:cxn ang="0">
                  <a:pos x="4798" y="3739"/>
                </a:cxn>
                <a:cxn ang="0">
                  <a:pos x="4897" y="3970"/>
                </a:cxn>
                <a:cxn ang="0">
                  <a:pos x="4961" y="4191"/>
                </a:cxn>
                <a:cxn ang="0">
                  <a:pos x="4986" y="4399"/>
                </a:cxn>
                <a:cxn ang="0">
                  <a:pos x="4977" y="4545"/>
                </a:cxn>
                <a:cxn ang="0">
                  <a:pos x="5048" y="4554"/>
                </a:cxn>
                <a:cxn ang="0">
                  <a:pos x="5083" y="4531"/>
                </a:cxn>
                <a:cxn ang="0">
                  <a:pos x="5095" y="4491"/>
                </a:cxn>
                <a:cxn ang="0">
                  <a:pos x="5140" y="4401"/>
                </a:cxn>
                <a:cxn ang="0">
                  <a:pos x="5269" y="4121"/>
                </a:cxn>
                <a:cxn ang="0">
                  <a:pos x="5364" y="3850"/>
                </a:cxn>
                <a:cxn ang="0">
                  <a:pos x="5396" y="3694"/>
                </a:cxn>
                <a:cxn ang="0">
                  <a:pos x="5417" y="3405"/>
                </a:cxn>
                <a:cxn ang="0">
                  <a:pos x="5431" y="3004"/>
                </a:cxn>
                <a:cxn ang="0">
                  <a:pos x="5408" y="2719"/>
                </a:cxn>
                <a:cxn ang="0">
                  <a:pos x="5375" y="2567"/>
                </a:cxn>
                <a:cxn ang="0">
                  <a:pos x="5338" y="2463"/>
                </a:cxn>
              </a:cxnLst>
              <a:rect l="0" t="0" r="r" b="b"/>
              <a:pathLst>
                <a:path w="5431" h="4556">
                  <a:moveTo>
                    <a:pt x="5338" y="2463"/>
                  </a:moveTo>
                  <a:lnTo>
                    <a:pt x="5338" y="2463"/>
                  </a:lnTo>
                  <a:lnTo>
                    <a:pt x="5302" y="2381"/>
                  </a:lnTo>
                  <a:lnTo>
                    <a:pt x="5260" y="2301"/>
                  </a:lnTo>
                  <a:lnTo>
                    <a:pt x="5217" y="2223"/>
                  </a:lnTo>
                  <a:lnTo>
                    <a:pt x="5170" y="2147"/>
                  </a:lnTo>
                  <a:lnTo>
                    <a:pt x="5121" y="2070"/>
                  </a:lnTo>
                  <a:lnTo>
                    <a:pt x="5069" y="1997"/>
                  </a:lnTo>
                  <a:lnTo>
                    <a:pt x="5013" y="1924"/>
                  </a:lnTo>
                  <a:lnTo>
                    <a:pt x="4956" y="1855"/>
                  </a:lnTo>
                  <a:lnTo>
                    <a:pt x="4895" y="1785"/>
                  </a:lnTo>
                  <a:lnTo>
                    <a:pt x="4833" y="1718"/>
                  </a:lnTo>
                  <a:lnTo>
                    <a:pt x="4767" y="1650"/>
                  </a:lnTo>
                  <a:lnTo>
                    <a:pt x="4701" y="1585"/>
                  </a:lnTo>
                  <a:lnTo>
                    <a:pt x="4631" y="1521"/>
                  </a:lnTo>
                  <a:lnTo>
                    <a:pt x="4560" y="1457"/>
                  </a:lnTo>
                  <a:lnTo>
                    <a:pt x="4487" y="1396"/>
                  </a:lnTo>
                  <a:lnTo>
                    <a:pt x="4410" y="1335"/>
                  </a:lnTo>
                  <a:lnTo>
                    <a:pt x="4334" y="1276"/>
                  </a:lnTo>
                  <a:lnTo>
                    <a:pt x="4256" y="1217"/>
                  </a:lnTo>
                  <a:lnTo>
                    <a:pt x="4176" y="1160"/>
                  </a:lnTo>
                  <a:lnTo>
                    <a:pt x="4094" y="1104"/>
                  </a:lnTo>
                  <a:lnTo>
                    <a:pt x="4011" y="1048"/>
                  </a:lnTo>
                  <a:lnTo>
                    <a:pt x="3927" y="993"/>
                  </a:lnTo>
                  <a:lnTo>
                    <a:pt x="3842" y="939"/>
                  </a:lnTo>
                  <a:lnTo>
                    <a:pt x="3755" y="887"/>
                  </a:lnTo>
                  <a:lnTo>
                    <a:pt x="3668" y="833"/>
                  </a:lnTo>
                  <a:lnTo>
                    <a:pt x="3580" y="782"/>
                  </a:lnTo>
                  <a:lnTo>
                    <a:pt x="3402" y="680"/>
                  </a:lnTo>
                  <a:lnTo>
                    <a:pt x="3222" y="583"/>
                  </a:lnTo>
                  <a:lnTo>
                    <a:pt x="3041" y="485"/>
                  </a:lnTo>
                  <a:lnTo>
                    <a:pt x="3041" y="485"/>
                  </a:lnTo>
                  <a:lnTo>
                    <a:pt x="2938" y="433"/>
                  </a:lnTo>
                  <a:lnTo>
                    <a:pt x="2834" y="384"/>
                  </a:lnTo>
                  <a:lnTo>
                    <a:pt x="2733" y="339"/>
                  </a:lnTo>
                  <a:lnTo>
                    <a:pt x="2631" y="297"/>
                  </a:lnTo>
                  <a:lnTo>
                    <a:pt x="2530" y="259"/>
                  </a:lnTo>
                  <a:lnTo>
                    <a:pt x="2429" y="224"/>
                  </a:lnTo>
                  <a:lnTo>
                    <a:pt x="2328" y="191"/>
                  </a:lnTo>
                  <a:lnTo>
                    <a:pt x="2231" y="164"/>
                  </a:lnTo>
                  <a:lnTo>
                    <a:pt x="2134" y="138"/>
                  </a:lnTo>
                  <a:lnTo>
                    <a:pt x="2038" y="113"/>
                  </a:lnTo>
                  <a:lnTo>
                    <a:pt x="1944" y="92"/>
                  </a:lnTo>
                  <a:lnTo>
                    <a:pt x="1852" y="75"/>
                  </a:lnTo>
                  <a:lnTo>
                    <a:pt x="1762" y="59"/>
                  </a:lnTo>
                  <a:lnTo>
                    <a:pt x="1673" y="45"/>
                  </a:lnTo>
                  <a:lnTo>
                    <a:pt x="1588" y="33"/>
                  </a:lnTo>
                  <a:lnTo>
                    <a:pt x="1505" y="23"/>
                  </a:lnTo>
                  <a:lnTo>
                    <a:pt x="1425" y="16"/>
                  </a:lnTo>
                  <a:lnTo>
                    <a:pt x="1347" y="11"/>
                  </a:lnTo>
                  <a:lnTo>
                    <a:pt x="1274" y="5"/>
                  </a:lnTo>
                  <a:lnTo>
                    <a:pt x="1202" y="2"/>
                  </a:lnTo>
                  <a:lnTo>
                    <a:pt x="1135" y="0"/>
                  </a:lnTo>
                  <a:lnTo>
                    <a:pt x="1070" y="0"/>
                  </a:lnTo>
                  <a:lnTo>
                    <a:pt x="1009" y="2"/>
                  </a:lnTo>
                  <a:lnTo>
                    <a:pt x="954" y="4"/>
                  </a:lnTo>
                  <a:lnTo>
                    <a:pt x="853" y="9"/>
                  </a:lnTo>
                  <a:lnTo>
                    <a:pt x="771" y="18"/>
                  </a:lnTo>
                  <a:lnTo>
                    <a:pt x="737" y="23"/>
                  </a:lnTo>
                  <a:lnTo>
                    <a:pt x="709" y="28"/>
                  </a:lnTo>
                  <a:lnTo>
                    <a:pt x="684" y="33"/>
                  </a:lnTo>
                  <a:lnTo>
                    <a:pt x="665" y="39"/>
                  </a:lnTo>
                  <a:lnTo>
                    <a:pt x="665" y="39"/>
                  </a:lnTo>
                  <a:lnTo>
                    <a:pt x="636" y="49"/>
                  </a:lnTo>
                  <a:lnTo>
                    <a:pt x="608" y="56"/>
                  </a:lnTo>
                  <a:lnTo>
                    <a:pt x="580" y="63"/>
                  </a:lnTo>
                  <a:lnTo>
                    <a:pt x="554" y="68"/>
                  </a:lnTo>
                  <a:lnTo>
                    <a:pt x="530" y="72"/>
                  </a:lnTo>
                  <a:lnTo>
                    <a:pt x="504" y="73"/>
                  </a:lnTo>
                  <a:lnTo>
                    <a:pt x="479" y="73"/>
                  </a:lnTo>
                  <a:lnTo>
                    <a:pt x="455" y="73"/>
                  </a:lnTo>
                  <a:lnTo>
                    <a:pt x="403" y="72"/>
                  </a:lnTo>
                  <a:lnTo>
                    <a:pt x="347" y="66"/>
                  </a:lnTo>
                  <a:lnTo>
                    <a:pt x="210" y="49"/>
                  </a:lnTo>
                  <a:lnTo>
                    <a:pt x="210" y="49"/>
                  </a:lnTo>
                  <a:lnTo>
                    <a:pt x="139" y="42"/>
                  </a:lnTo>
                  <a:lnTo>
                    <a:pt x="87" y="39"/>
                  </a:lnTo>
                  <a:lnTo>
                    <a:pt x="50" y="39"/>
                  </a:lnTo>
                  <a:lnTo>
                    <a:pt x="24" y="40"/>
                  </a:lnTo>
                  <a:lnTo>
                    <a:pt x="10" y="42"/>
                  </a:lnTo>
                  <a:lnTo>
                    <a:pt x="1" y="45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90" y="80"/>
                  </a:lnTo>
                  <a:lnTo>
                    <a:pt x="337" y="164"/>
                  </a:lnTo>
                  <a:lnTo>
                    <a:pt x="504" y="223"/>
                  </a:lnTo>
                  <a:lnTo>
                    <a:pt x="695" y="291"/>
                  </a:lnTo>
                  <a:lnTo>
                    <a:pt x="902" y="369"/>
                  </a:lnTo>
                  <a:lnTo>
                    <a:pt x="1121" y="452"/>
                  </a:lnTo>
                  <a:lnTo>
                    <a:pt x="1348" y="543"/>
                  </a:lnTo>
                  <a:lnTo>
                    <a:pt x="1463" y="591"/>
                  </a:lnTo>
                  <a:lnTo>
                    <a:pt x="1576" y="638"/>
                  </a:lnTo>
                  <a:lnTo>
                    <a:pt x="1689" y="689"/>
                  </a:lnTo>
                  <a:lnTo>
                    <a:pt x="1800" y="737"/>
                  </a:lnTo>
                  <a:lnTo>
                    <a:pt x="1910" y="788"/>
                  </a:lnTo>
                  <a:lnTo>
                    <a:pt x="2016" y="840"/>
                  </a:lnTo>
                  <a:lnTo>
                    <a:pt x="2120" y="890"/>
                  </a:lnTo>
                  <a:lnTo>
                    <a:pt x="2217" y="942"/>
                  </a:lnTo>
                  <a:lnTo>
                    <a:pt x="2311" y="993"/>
                  </a:lnTo>
                  <a:lnTo>
                    <a:pt x="2400" y="1043"/>
                  </a:lnTo>
                  <a:lnTo>
                    <a:pt x="2481" y="1095"/>
                  </a:lnTo>
                  <a:lnTo>
                    <a:pt x="2556" y="1146"/>
                  </a:lnTo>
                  <a:lnTo>
                    <a:pt x="2624" y="1194"/>
                  </a:lnTo>
                  <a:lnTo>
                    <a:pt x="2653" y="1219"/>
                  </a:lnTo>
                  <a:lnTo>
                    <a:pt x="2683" y="1243"/>
                  </a:lnTo>
                  <a:lnTo>
                    <a:pt x="2683" y="1243"/>
                  </a:lnTo>
                  <a:lnTo>
                    <a:pt x="2806" y="1354"/>
                  </a:lnTo>
                  <a:lnTo>
                    <a:pt x="2956" y="1493"/>
                  </a:lnTo>
                  <a:lnTo>
                    <a:pt x="3126" y="1655"/>
                  </a:lnTo>
                  <a:lnTo>
                    <a:pt x="3216" y="1744"/>
                  </a:lnTo>
                  <a:lnTo>
                    <a:pt x="3310" y="1836"/>
                  </a:lnTo>
                  <a:lnTo>
                    <a:pt x="3408" y="1935"/>
                  </a:lnTo>
                  <a:lnTo>
                    <a:pt x="3507" y="2037"/>
                  </a:lnTo>
                  <a:lnTo>
                    <a:pt x="3608" y="2142"/>
                  </a:lnTo>
                  <a:lnTo>
                    <a:pt x="3708" y="2251"/>
                  </a:lnTo>
                  <a:lnTo>
                    <a:pt x="3811" y="2362"/>
                  </a:lnTo>
                  <a:lnTo>
                    <a:pt x="3912" y="2477"/>
                  </a:lnTo>
                  <a:lnTo>
                    <a:pt x="4011" y="2593"/>
                  </a:lnTo>
                  <a:lnTo>
                    <a:pt x="4110" y="2713"/>
                  </a:lnTo>
                  <a:lnTo>
                    <a:pt x="4207" y="2832"/>
                  </a:lnTo>
                  <a:lnTo>
                    <a:pt x="4299" y="2953"/>
                  </a:lnTo>
                  <a:lnTo>
                    <a:pt x="4390" y="3075"/>
                  </a:lnTo>
                  <a:lnTo>
                    <a:pt x="4476" y="3197"/>
                  </a:lnTo>
                  <a:lnTo>
                    <a:pt x="4558" y="3318"/>
                  </a:lnTo>
                  <a:lnTo>
                    <a:pt x="4596" y="3379"/>
                  </a:lnTo>
                  <a:lnTo>
                    <a:pt x="4635" y="3440"/>
                  </a:lnTo>
                  <a:lnTo>
                    <a:pt x="4669" y="3501"/>
                  </a:lnTo>
                  <a:lnTo>
                    <a:pt x="4704" y="3560"/>
                  </a:lnTo>
                  <a:lnTo>
                    <a:pt x="4737" y="3621"/>
                  </a:lnTo>
                  <a:lnTo>
                    <a:pt x="4768" y="3680"/>
                  </a:lnTo>
                  <a:lnTo>
                    <a:pt x="4798" y="3739"/>
                  </a:lnTo>
                  <a:lnTo>
                    <a:pt x="4826" y="3798"/>
                  </a:lnTo>
                  <a:lnTo>
                    <a:pt x="4852" y="3855"/>
                  </a:lnTo>
                  <a:lnTo>
                    <a:pt x="4874" y="3913"/>
                  </a:lnTo>
                  <a:lnTo>
                    <a:pt x="4897" y="3970"/>
                  </a:lnTo>
                  <a:lnTo>
                    <a:pt x="4916" y="4026"/>
                  </a:lnTo>
                  <a:lnTo>
                    <a:pt x="4933" y="4081"/>
                  </a:lnTo>
                  <a:lnTo>
                    <a:pt x="4949" y="4137"/>
                  </a:lnTo>
                  <a:lnTo>
                    <a:pt x="4961" y="4191"/>
                  </a:lnTo>
                  <a:lnTo>
                    <a:pt x="4972" y="4245"/>
                  </a:lnTo>
                  <a:lnTo>
                    <a:pt x="4979" y="4297"/>
                  </a:lnTo>
                  <a:lnTo>
                    <a:pt x="4984" y="4349"/>
                  </a:lnTo>
                  <a:lnTo>
                    <a:pt x="4986" y="4399"/>
                  </a:lnTo>
                  <a:lnTo>
                    <a:pt x="4986" y="4448"/>
                  </a:lnTo>
                  <a:lnTo>
                    <a:pt x="4982" y="4497"/>
                  </a:lnTo>
                  <a:lnTo>
                    <a:pt x="4977" y="4545"/>
                  </a:lnTo>
                  <a:lnTo>
                    <a:pt x="4977" y="4545"/>
                  </a:lnTo>
                  <a:lnTo>
                    <a:pt x="4998" y="4551"/>
                  </a:lnTo>
                  <a:lnTo>
                    <a:pt x="5017" y="4554"/>
                  </a:lnTo>
                  <a:lnTo>
                    <a:pt x="5034" y="4556"/>
                  </a:lnTo>
                  <a:lnTo>
                    <a:pt x="5048" y="4554"/>
                  </a:lnTo>
                  <a:lnTo>
                    <a:pt x="5060" y="4551"/>
                  </a:lnTo>
                  <a:lnTo>
                    <a:pt x="5069" y="4545"/>
                  </a:lnTo>
                  <a:lnTo>
                    <a:pt x="5076" y="4538"/>
                  </a:lnTo>
                  <a:lnTo>
                    <a:pt x="5083" y="4531"/>
                  </a:lnTo>
                  <a:lnTo>
                    <a:pt x="5086" y="4525"/>
                  </a:lnTo>
                  <a:lnTo>
                    <a:pt x="5090" y="4518"/>
                  </a:lnTo>
                  <a:lnTo>
                    <a:pt x="5093" y="4504"/>
                  </a:lnTo>
                  <a:lnTo>
                    <a:pt x="5095" y="4491"/>
                  </a:lnTo>
                  <a:lnTo>
                    <a:pt x="5095" y="4488"/>
                  </a:lnTo>
                  <a:lnTo>
                    <a:pt x="5095" y="4488"/>
                  </a:lnTo>
                  <a:lnTo>
                    <a:pt x="5107" y="4465"/>
                  </a:lnTo>
                  <a:lnTo>
                    <a:pt x="5140" y="4401"/>
                  </a:lnTo>
                  <a:lnTo>
                    <a:pt x="5187" y="4304"/>
                  </a:lnTo>
                  <a:lnTo>
                    <a:pt x="5213" y="4246"/>
                  </a:lnTo>
                  <a:lnTo>
                    <a:pt x="5241" y="4186"/>
                  </a:lnTo>
                  <a:lnTo>
                    <a:pt x="5269" y="4121"/>
                  </a:lnTo>
                  <a:lnTo>
                    <a:pt x="5295" y="4053"/>
                  </a:lnTo>
                  <a:lnTo>
                    <a:pt x="5321" y="3986"/>
                  </a:lnTo>
                  <a:lnTo>
                    <a:pt x="5344" y="3916"/>
                  </a:lnTo>
                  <a:lnTo>
                    <a:pt x="5364" y="3850"/>
                  </a:lnTo>
                  <a:lnTo>
                    <a:pt x="5380" y="3784"/>
                  </a:lnTo>
                  <a:lnTo>
                    <a:pt x="5387" y="3753"/>
                  </a:lnTo>
                  <a:lnTo>
                    <a:pt x="5392" y="3723"/>
                  </a:lnTo>
                  <a:lnTo>
                    <a:pt x="5396" y="3694"/>
                  </a:lnTo>
                  <a:lnTo>
                    <a:pt x="5397" y="3666"/>
                  </a:lnTo>
                  <a:lnTo>
                    <a:pt x="5397" y="3666"/>
                  </a:lnTo>
                  <a:lnTo>
                    <a:pt x="5406" y="3546"/>
                  </a:lnTo>
                  <a:lnTo>
                    <a:pt x="5417" y="3405"/>
                  </a:lnTo>
                  <a:lnTo>
                    <a:pt x="5425" y="3250"/>
                  </a:lnTo>
                  <a:lnTo>
                    <a:pt x="5429" y="3169"/>
                  </a:lnTo>
                  <a:lnTo>
                    <a:pt x="5431" y="3087"/>
                  </a:lnTo>
                  <a:lnTo>
                    <a:pt x="5431" y="3004"/>
                  </a:lnTo>
                  <a:lnTo>
                    <a:pt x="5427" y="2920"/>
                  </a:lnTo>
                  <a:lnTo>
                    <a:pt x="5422" y="2839"/>
                  </a:lnTo>
                  <a:lnTo>
                    <a:pt x="5413" y="2759"/>
                  </a:lnTo>
                  <a:lnTo>
                    <a:pt x="5408" y="2719"/>
                  </a:lnTo>
                  <a:lnTo>
                    <a:pt x="5401" y="2679"/>
                  </a:lnTo>
                  <a:lnTo>
                    <a:pt x="5394" y="2640"/>
                  </a:lnTo>
                  <a:lnTo>
                    <a:pt x="5385" y="2604"/>
                  </a:lnTo>
                  <a:lnTo>
                    <a:pt x="5375" y="2567"/>
                  </a:lnTo>
                  <a:lnTo>
                    <a:pt x="5364" y="2531"/>
                  </a:lnTo>
                  <a:lnTo>
                    <a:pt x="5352" y="2496"/>
                  </a:lnTo>
                  <a:lnTo>
                    <a:pt x="5338" y="2463"/>
                  </a:lnTo>
                  <a:lnTo>
                    <a:pt x="5338" y="246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9846D"/>
                </a:gs>
                <a:gs pos="100000">
                  <a:srgbClr val="755D3E"/>
                </a:gs>
                <a:gs pos="40000">
                  <a:srgbClr val="B39375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innerShdw blurRad="111125" dist="50800" dir="2700000">
                <a:srgbClr val="000000">
                  <a:alpha val="50000"/>
                </a:srgb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6">
              <a:extLst>
                <a:ext uri="{FF2B5EF4-FFF2-40B4-BE49-F238E27FC236}">
                  <a16:creationId xmlns:a16="http://schemas.microsoft.com/office/drawing/2014/main" id="{01E5C04C-BBFD-5EE6-3FCC-BC259705D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513" y="2813050"/>
              <a:ext cx="4070350" cy="4044950"/>
            </a:xfrm>
            <a:custGeom>
              <a:avLst/>
              <a:gdLst/>
              <a:ahLst/>
              <a:cxnLst>
                <a:cxn ang="0">
                  <a:pos x="2794" y="1170"/>
                </a:cxn>
                <a:cxn ang="0">
                  <a:pos x="2622" y="1046"/>
                </a:cxn>
                <a:cxn ang="0">
                  <a:pos x="2358" y="893"/>
                </a:cxn>
                <a:cxn ang="0">
                  <a:pos x="2051" y="739"/>
                </a:cxn>
                <a:cxn ang="0">
                  <a:pos x="1717" y="589"/>
                </a:cxn>
                <a:cxn ang="0">
                  <a:pos x="1262" y="403"/>
                </a:cxn>
                <a:cxn ang="0">
                  <a:pos x="645" y="174"/>
                </a:cxn>
                <a:cxn ang="0">
                  <a:pos x="141" y="0"/>
                </a:cxn>
                <a:cxn ang="0">
                  <a:pos x="132" y="9"/>
                </a:cxn>
                <a:cxn ang="0">
                  <a:pos x="116" y="36"/>
                </a:cxn>
                <a:cxn ang="0">
                  <a:pos x="111" y="78"/>
                </a:cxn>
                <a:cxn ang="0">
                  <a:pos x="122" y="139"/>
                </a:cxn>
                <a:cxn ang="0">
                  <a:pos x="141" y="195"/>
                </a:cxn>
                <a:cxn ang="0">
                  <a:pos x="144" y="240"/>
                </a:cxn>
                <a:cxn ang="0">
                  <a:pos x="118" y="419"/>
                </a:cxn>
                <a:cxn ang="0">
                  <a:pos x="52" y="773"/>
                </a:cxn>
                <a:cxn ang="0">
                  <a:pos x="17" y="1041"/>
                </a:cxn>
                <a:cxn ang="0">
                  <a:pos x="0" y="1337"/>
                </a:cxn>
                <a:cxn ang="0">
                  <a:pos x="7" y="1597"/>
                </a:cxn>
                <a:cxn ang="0">
                  <a:pos x="23" y="1757"/>
                </a:cxn>
                <a:cxn ang="0">
                  <a:pos x="50" y="1921"/>
                </a:cxn>
                <a:cxn ang="0">
                  <a:pos x="92" y="2082"/>
                </a:cxn>
                <a:cxn ang="0">
                  <a:pos x="146" y="2244"/>
                </a:cxn>
                <a:cxn ang="0">
                  <a:pos x="215" y="2404"/>
                </a:cxn>
                <a:cxn ang="0">
                  <a:pos x="302" y="2560"/>
                </a:cxn>
                <a:cxn ang="0">
                  <a:pos x="407" y="2711"/>
                </a:cxn>
                <a:cxn ang="0">
                  <a:pos x="532" y="2857"/>
                </a:cxn>
                <a:cxn ang="0">
                  <a:pos x="674" y="3003"/>
                </a:cxn>
                <a:cxn ang="0">
                  <a:pos x="980" y="3330"/>
                </a:cxn>
                <a:cxn ang="0">
                  <a:pos x="1427" y="3812"/>
                </a:cxn>
                <a:cxn ang="0">
                  <a:pos x="1790" y="4175"/>
                </a:cxn>
                <a:cxn ang="0">
                  <a:pos x="1983" y="4347"/>
                </a:cxn>
                <a:cxn ang="0">
                  <a:pos x="2181" y="4510"/>
                </a:cxn>
                <a:cxn ang="0">
                  <a:pos x="2386" y="4660"/>
                </a:cxn>
                <a:cxn ang="0">
                  <a:pos x="2600" y="4792"/>
                </a:cxn>
                <a:cxn ang="0">
                  <a:pos x="2819" y="4905"/>
                </a:cxn>
                <a:cxn ang="0">
                  <a:pos x="3045" y="4993"/>
                </a:cxn>
                <a:cxn ang="0">
                  <a:pos x="3278" y="5058"/>
                </a:cxn>
                <a:cxn ang="0">
                  <a:pos x="3519" y="5091"/>
                </a:cxn>
                <a:cxn ang="0">
                  <a:pos x="3766" y="5093"/>
                </a:cxn>
                <a:cxn ang="0">
                  <a:pos x="4021" y="5058"/>
                </a:cxn>
                <a:cxn ang="0">
                  <a:pos x="4240" y="4999"/>
                </a:cxn>
                <a:cxn ang="0">
                  <a:pos x="4374" y="4950"/>
                </a:cxn>
                <a:cxn ang="0">
                  <a:pos x="4555" y="4868"/>
                </a:cxn>
                <a:cxn ang="0">
                  <a:pos x="4833" y="4707"/>
                </a:cxn>
                <a:cxn ang="0">
                  <a:pos x="5118" y="4496"/>
                </a:cxn>
                <a:cxn ang="0">
                  <a:pos x="5127" y="4399"/>
                </a:cxn>
                <a:cxn ang="0">
                  <a:pos x="5120" y="4248"/>
                </a:cxn>
                <a:cxn ang="0">
                  <a:pos x="5090" y="4088"/>
                </a:cxn>
                <a:cxn ang="0">
                  <a:pos x="5038" y="3921"/>
                </a:cxn>
                <a:cxn ang="0">
                  <a:pos x="4967" y="3749"/>
                </a:cxn>
                <a:cxn ang="0">
                  <a:pos x="4878" y="3572"/>
                </a:cxn>
                <a:cxn ang="0">
                  <a:pos x="4776" y="3391"/>
                </a:cxn>
                <a:cxn ang="0">
                  <a:pos x="4617" y="3148"/>
                </a:cxn>
                <a:cxn ang="0">
                  <a:pos x="4348" y="2783"/>
                </a:cxn>
                <a:cxn ang="0">
                  <a:pos x="4053" y="2428"/>
                </a:cxn>
                <a:cxn ang="0">
                  <a:pos x="3749" y="2093"/>
                </a:cxn>
                <a:cxn ang="0">
                  <a:pos x="3451" y="1787"/>
                </a:cxn>
                <a:cxn ang="0">
                  <a:pos x="3097" y="1444"/>
                </a:cxn>
                <a:cxn ang="0">
                  <a:pos x="2824" y="1194"/>
                </a:cxn>
              </a:cxnLst>
              <a:rect l="0" t="0" r="r" b="b"/>
              <a:pathLst>
                <a:path w="5127" h="5096">
                  <a:moveTo>
                    <a:pt x="2824" y="1194"/>
                  </a:moveTo>
                  <a:lnTo>
                    <a:pt x="2824" y="1194"/>
                  </a:lnTo>
                  <a:lnTo>
                    <a:pt x="2794" y="1170"/>
                  </a:lnTo>
                  <a:lnTo>
                    <a:pt x="2765" y="1145"/>
                  </a:lnTo>
                  <a:lnTo>
                    <a:pt x="2697" y="1097"/>
                  </a:lnTo>
                  <a:lnTo>
                    <a:pt x="2622" y="1046"/>
                  </a:lnTo>
                  <a:lnTo>
                    <a:pt x="2541" y="994"/>
                  </a:lnTo>
                  <a:lnTo>
                    <a:pt x="2452" y="944"/>
                  </a:lnTo>
                  <a:lnTo>
                    <a:pt x="2358" y="893"/>
                  </a:lnTo>
                  <a:lnTo>
                    <a:pt x="2261" y="841"/>
                  </a:lnTo>
                  <a:lnTo>
                    <a:pt x="2157" y="791"/>
                  </a:lnTo>
                  <a:lnTo>
                    <a:pt x="2051" y="739"/>
                  </a:lnTo>
                  <a:lnTo>
                    <a:pt x="1941" y="688"/>
                  </a:lnTo>
                  <a:lnTo>
                    <a:pt x="1830" y="640"/>
                  </a:lnTo>
                  <a:lnTo>
                    <a:pt x="1717" y="589"/>
                  </a:lnTo>
                  <a:lnTo>
                    <a:pt x="1604" y="542"/>
                  </a:lnTo>
                  <a:lnTo>
                    <a:pt x="1489" y="494"/>
                  </a:lnTo>
                  <a:lnTo>
                    <a:pt x="1262" y="403"/>
                  </a:lnTo>
                  <a:lnTo>
                    <a:pt x="1043" y="320"/>
                  </a:lnTo>
                  <a:lnTo>
                    <a:pt x="836" y="242"/>
                  </a:lnTo>
                  <a:lnTo>
                    <a:pt x="645" y="174"/>
                  </a:lnTo>
                  <a:lnTo>
                    <a:pt x="478" y="115"/>
                  </a:lnTo>
                  <a:lnTo>
                    <a:pt x="231" y="31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37" y="2"/>
                  </a:lnTo>
                  <a:lnTo>
                    <a:pt x="132" y="9"/>
                  </a:lnTo>
                  <a:lnTo>
                    <a:pt x="123" y="19"/>
                  </a:lnTo>
                  <a:lnTo>
                    <a:pt x="120" y="28"/>
                  </a:lnTo>
                  <a:lnTo>
                    <a:pt x="116" y="36"/>
                  </a:lnTo>
                  <a:lnTo>
                    <a:pt x="113" y="49"/>
                  </a:lnTo>
                  <a:lnTo>
                    <a:pt x="113" y="63"/>
                  </a:lnTo>
                  <a:lnTo>
                    <a:pt x="111" y="78"/>
                  </a:lnTo>
                  <a:lnTo>
                    <a:pt x="113" y="96"/>
                  </a:lnTo>
                  <a:lnTo>
                    <a:pt x="116" y="116"/>
                  </a:lnTo>
                  <a:lnTo>
                    <a:pt x="122" y="139"/>
                  </a:lnTo>
                  <a:lnTo>
                    <a:pt x="130" y="165"/>
                  </a:lnTo>
                  <a:lnTo>
                    <a:pt x="141" y="195"/>
                  </a:lnTo>
                  <a:lnTo>
                    <a:pt x="141" y="195"/>
                  </a:lnTo>
                  <a:lnTo>
                    <a:pt x="142" y="203"/>
                  </a:lnTo>
                  <a:lnTo>
                    <a:pt x="144" y="214"/>
                  </a:lnTo>
                  <a:lnTo>
                    <a:pt x="144" y="240"/>
                  </a:lnTo>
                  <a:lnTo>
                    <a:pt x="142" y="275"/>
                  </a:lnTo>
                  <a:lnTo>
                    <a:pt x="135" y="316"/>
                  </a:lnTo>
                  <a:lnTo>
                    <a:pt x="118" y="419"/>
                  </a:lnTo>
                  <a:lnTo>
                    <a:pt x="94" y="546"/>
                  </a:lnTo>
                  <a:lnTo>
                    <a:pt x="66" y="693"/>
                  </a:lnTo>
                  <a:lnTo>
                    <a:pt x="52" y="773"/>
                  </a:lnTo>
                  <a:lnTo>
                    <a:pt x="40" y="859"/>
                  </a:lnTo>
                  <a:lnTo>
                    <a:pt x="28" y="947"/>
                  </a:lnTo>
                  <a:lnTo>
                    <a:pt x="17" y="1041"/>
                  </a:lnTo>
                  <a:lnTo>
                    <a:pt x="9" y="1137"/>
                  </a:lnTo>
                  <a:lnTo>
                    <a:pt x="3" y="1236"/>
                  </a:lnTo>
                  <a:lnTo>
                    <a:pt x="0" y="1337"/>
                  </a:lnTo>
                  <a:lnTo>
                    <a:pt x="0" y="1439"/>
                  </a:lnTo>
                  <a:lnTo>
                    <a:pt x="3" y="1543"/>
                  </a:lnTo>
                  <a:lnTo>
                    <a:pt x="7" y="1597"/>
                  </a:lnTo>
                  <a:lnTo>
                    <a:pt x="10" y="1649"/>
                  </a:lnTo>
                  <a:lnTo>
                    <a:pt x="17" y="1703"/>
                  </a:lnTo>
                  <a:lnTo>
                    <a:pt x="23" y="1757"/>
                  </a:lnTo>
                  <a:lnTo>
                    <a:pt x="31" y="1811"/>
                  </a:lnTo>
                  <a:lnTo>
                    <a:pt x="40" y="1865"/>
                  </a:lnTo>
                  <a:lnTo>
                    <a:pt x="50" y="1921"/>
                  </a:lnTo>
                  <a:lnTo>
                    <a:pt x="62" y="1974"/>
                  </a:lnTo>
                  <a:lnTo>
                    <a:pt x="76" y="2028"/>
                  </a:lnTo>
                  <a:lnTo>
                    <a:pt x="92" y="2082"/>
                  </a:lnTo>
                  <a:lnTo>
                    <a:pt x="108" y="2136"/>
                  </a:lnTo>
                  <a:lnTo>
                    <a:pt x="125" y="2190"/>
                  </a:lnTo>
                  <a:lnTo>
                    <a:pt x="146" y="2244"/>
                  </a:lnTo>
                  <a:lnTo>
                    <a:pt x="167" y="2298"/>
                  </a:lnTo>
                  <a:lnTo>
                    <a:pt x="189" y="2350"/>
                  </a:lnTo>
                  <a:lnTo>
                    <a:pt x="215" y="2404"/>
                  </a:lnTo>
                  <a:lnTo>
                    <a:pt x="241" y="2456"/>
                  </a:lnTo>
                  <a:lnTo>
                    <a:pt x="271" y="2508"/>
                  </a:lnTo>
                  <a:lnTo>
                    <a:pt x="302" y="2560"/>
                  </a:lnTo>
                  <a:lnTo>
                    <a:pt x="335" y="2611"/>
                  </a:lnTo>
                  <a:lnTo>
                    <a:pt x="370" y="2661"/>
                  </a:lnTo>
                  <a:lnTo>
                    <a:pt x="407" y="2711"/>
                  </a:lnTo>
                  <a:lnTo>
                    <a:pt x="447" y="2762"/>
                  </a:lnTo>
                  <a:lnTo>
                    <a:pt x="488" y="2810"/>
                  </a:lnTo>
                  <a:lnTo>
                    <a:pt x="532" y="2857"/>
                  </a:lnTo>
                  <a:lnTo>
                    <a:pt x="579" y="2906"/>
                  </a:lnTo>
                  <a:lnTo>
                    <a:pt x="579" y="2906"/>
                  </a:lnTo>
                  <a:lnTo>
                    <a:pt x="674" y="3003"/>
                  </a:lnTo>
                  <a:lnTo>
                    <a:pt x="773" y="3106"/>
                  </a:lnTo>
                  <a:lnTo>
                    <a:pt x="876" y="3215"/>
                  </a:lnTo>
                  <a:lnTo>
                    <a:pt x="980" y="3330"/>
                  </a:lnTo>
                  <a:lnTo>
                    <a:pt x="1197" y="3568"/>
                  </a:lnTo>
                  <a:lnTo>
                    <a:pt x="1310" y="3690"/>
                  </a:lnTo>
                  <a:lnTo>
                    <a:pt x="1427" y="3812"/>
                  </a:lnTo>
                  <a:lnTo>
                    <a:pt x="1545" y="3935"/>
                  </a:lnTo>
                  <a:lnTo>
                    <a:pt x="1667" y="4055"/>
                  </a:lnTo>
                  <a:lnTo>
                    <a:pt x="1790" y="4175"/>
                  </a:lnTo>
                  <a:lnTo>
                    <a:pt x="1854" y="4234"/>
                  </a:lnTo>
                  <a:lnTo>
                    <a:pt x="1919" y="4291"/>
                  </a:lnTo>
                  <a:lnTo>
                    <a:pt x="1983" y="4347"/>
                  </a:lnTo>
                  <a:lnTo>
                    <a:pt x="2049" y="4403"/>
                  </a:lnTo>
                  <a:lnTo>
                    <a:pt x="2115" y="4456"/>
                  </a:lnTo>
                  <a:lnTo>
                    <a:pt x="2181" y="4510"/>
                  </a:lnTo>
                  <a:lnTo>
                    <a:pt x="2249" y="4561"/>
                  </a:lnTo>
                  <a:lnTo>
                    <a:pt x="2318" y="4611"/>
                  </a:lnTo>
                  <a:lnTo>
                    <a:pt x="2386" y="4660"/>
                  </a:lnTo>
                  <a:lnTo>
                    <a:pt x="2457" y="4705"/>
                  </a:lnTo>
                  <a:lnTo>
                    <a:pt x="2527" y="4750"/>
                  </a:lnTo>
                  <a:lnTo>
                    <a:pt x="2600" y="4792"/>
                  </a:lnTo>
                  <a:lnTo>
                    <a:pt x="2671" y="4832"/>
                  </a:lnTo>
                  <a:lnTo>
                    <a:pt x="2744" y="4868"/>
                  </a:lnTo>
                  <a:lnTo>
                    <a:pt x="2819" y="4905"/>
                  </a:lnTo>
                  <a:lnTo>
                    <a:pt x="2893" y="4936"/>
                  </a:lnTo>
                  <a:lnTo>
                    <a:pt x="2968" y="4967"/>
                  </a:lnTo>
                  <a:lnTo>
                    <a:pt x="3045" y="4993"/>
                  </a:lnTo>
                  <a:lnTo>
                    <a:pt x="3121" y="5018"/>
                  </a:lnTo>
                  <a:lnTo>
                    <a:pt x="3199" y="5039"/>
                  </a:lnTo>
                  <a:lnTo>
                    <a:pt x="3278" y="5058"/>
                  </a:lnTo>
                  <a:lnTo>
                    <a:pt x="3357" y="5072"/>
                  </a:lnTo>
                  <a:lnTo>
                    <a:pt x="3437" y="5084"/>
                  </a:lnTo>
                  <a:lnTo>
                    <a:pt x="3519" y="5091"/>
                  </a:lnTo>
                  <a:lnTo>
                    <a:pt x="3601" y="5096"/>
                  </a:lnTo>
                  <a:lnTo>
                    <a:pt x="3682" y="5096"/>
                  </a:lnTo>
                  <a:lnTo>
                    <a:pt x="3766" y="5093"/>
                  </a:lnTo>
                  <a:lnTo>
                    <a:pt x="3851" y="5086"/>
                  </a:lnTo>
                  <a:lnTo>
                    <a:pt x="3936" y="5073"/>
                  </a:lnTo>
                  <a:lnTo>
                    <a:pt x="4021" y="5058"/>
                  </a:lnTo>
                  <a:lnTo>
                    <a:pt x="4108" y="5039"/>
                  </a:lnTo>
                  <a:lnTo>
                    <a:pt x="4195" y="5013"/>
                  </a:lnTo>
                  <a:lnTo>
                    <a:pt x="4240" y="4999"/>
                  </a:lnTo>
                  <a:lnTo>
                    <a:pt x="4284" y="4985"/>
                  </a:lnTo>
                  <a:lnTo>
                    <a:pt x="4329" y="4967"/>
                  </a:lnTo>
                  <a:lnTo>
                    <a:pt x="4374" y="4950"/>
                  </a:lnTo>
                  <a:lnTo>
                    <a:pt x="4418" y="4931"/>
                  </a:lnTo>
                  <a:lnTo>
                    <a:pt x="4463" y="4912"/>
                  </a:lnTo>
                  <a:lnTo>
                    <a:pt x="4555" y="4868"/>
                  </a:lnTo>
                  <a:lnTo>
                    <a:pt x="4645" y="4820"/>
                  </a:lnTo>
                  <a:lnTo>
                    <a:pt x="4739" y="4766"/>
                  </a:lnTo>
                  <a:lnTo>
                    <a:pt x="4833" y="4707"/>
                  </a:lnTo>
                  <a:lnTo>
                    <a:pt x="4927" y="4642"/>
                  </a:lnTo>
                  <a:lnTo>
                    <a:pt x="5022" y="4571"/>
                  </a:lnTo>
                  <a:lnTo>
                    <a:pt x="5118" y="4496"/>
                  </a:lnTo>
                  <a:lnTo>
                    <a:pt x="5118" y="4496"/>
                  </a:lnTo>
                  <a:lnTo>
                    <a:pt x="5123" y="4448"/>
                  </a:lnTo>
                  <a:lnTo>
                    <a:pt x="5127" y="4399"/>
                  </a:lnTo>
                  <a:lnTo>
                    <a:pt x="5127" y="4350"/>
                  </a:lnTo>
                  <a:lnTo>
                    <a:pt x="5125" y="4300"/>
                  </a:lnTo>
                  <a:lnTo>
                    <a:pt x="5120" y="4248"/>
                  </a:lnTo>
                  <a:lnTo>
                    <a:pt x="5113" y="4196"/>
                  </a:lnTo>
                  <a:lnTo>
                    <a:pt x="5102" y="4142"/>
                  </a:lnTo>
                  <a:lnTo>
                    <a:pt x="5090" y="4088"/>
                  </a:lnTo>
                  <a:lnTo>
                    <a:pt x="5074" y="4032"/>
                  </a:lnTo>
                  <a:lnTo>
                    <a:pt x="5057" y="3977"/>
                  </a:lnTo>
                  <a:lnTo>
                    <a:pt x="5038" y="3921"/>
                  </a:lnTo>
                  <a:lnTo>
                    <a:pt x="5015" y="3864"/>
                  </a:lnTo>
                  <a:lnTo>
                    <a:pt x="4993" y="3806"/>
                  </a:lnTo>
                  <a:lnTo>
                    <a:pt x="4967" y="3749"/>
                  </a:lnTo>
                  <a:lnTo>
                    <a:pt x="4939" y="3690"/>
                  </a:lnTo>
                  <a:lnTo>
                    <a:pt x="4909" y="3631"/>
                  </a:lnTo>
                  <a:lnTo>
                    <a:pt x="4878" y="3572"/>
                  </a:lnTo>
                  <a:lnTo>
                    <a:pt x="4845" y="3511"/>
                  </a:lnTo>
                  <a:lnTo>
                    <a:pt x="4810" y="3452"/>
                  </a:lnTo>
                  <a:lnTo>
                    <a:pt x="4776" y="3391"/>
                  </a:lnTo>
                  <a:lnTo>
                    <a:pt x="4737" y="3330"/>
                  </a:lnTo>
                  <a:lnTo>
                    <a:pt x="4699" y="3269"/>
                  </a:lnTo>
                  <a:lnTo>
                    <a:pt x="4617" y="3148"/>
                  </a:lnTo>
                  <a:lnTo>
                    <a:pt x="4531" y="3026"/>
                  </a:lnTo>
                  <a:lnTo>
                    <a:pt x="4440" y="2904"/>
                  </a:lnTo>
                  <a:lnTo>
                    <a:pt x="4348" y="2783"/>
                  </a:lnTo>
                  <a:lnTo>
                    <a:pt x="4251" y="2664"/>
                  </a:lnTo>
                  <a:lnTo>
                    <a:pt x="4152" y="2544"/>
                  </a:lnTo>
                  <a:lnTo>
                    <a:pt x="4053" y="2428"/>
                  </a:lnTo>
                  <a:lnTo>
                    <a:pt x="3952" y="2313"/>
                  </a:lnTo>
                  <a:lnTo>
                    <a:pt x="3849" y="2202"/>
                  </a:lnTo>
                  <a:lnTo>
                    <a:pt x="3749" y="2093"/>
                  </a:lnTo>
                  <a:lnTo>
                    <a:pt x="3648" y="1988"/>
                  </a:lnTo>
                  <a:lnTo>
                    <a:pt x="3549" y="1886"/>
                  </a:lnTo>
                  <a:lnTo>
                    <a:pt x="3451" y="1787"/>
                  </a:lnTo>
                  <a:lnTo>
                    <a:pt x="3357" y="1695"/>
                  </a:lnTo>
                  <a:lnTo>
                    <a:pt x="3267" y="1606"/>
                  </a:lnTo>
                  <a:lnTo>
                    <a:pt x="3097" y="1444"/>
                  </a:lnTo>
                  <a:lnTo>
                    <a:pt x="2947" y="1305"/>
                  </a:lnTo>
                  <a:lnTo>
                    <a:pt x="2824" y="1194"/>
                  </a:lnTo>
                  <a:lnTo>
                    <a:pt x="2824" y="119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9846D"/>
                </a:gs>
                <a:gs pos="100000">
                  <a:srgbClr val="755D3E"/>
                </a:gs>
                <a:gs pos="40000">
                  <a:srgbClr val="B39375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innerShdw blurRad="111125" dist="50800" dir="2700000">
                <a:srgbClr val="000000">
                  <a:alpha val="50000"/>
                </a:srgb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4F899FF-A3B6-F04D-0E84-24D010FEB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73212" y="3758312"/>
            <a:ext cx="636197" cy="2479916"/>
            <a:chOff x="2225612" y="3971068"/>
            <a:chExt cx="636197" cy="2479916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9E1C3F1-F7E7-D354-BEC5-7CC2901BF592}"/>
                </a:ext>
              </a:extLst>
            </p:cNvPr>
            <p:cNvGrpSpPr/>
            <p:nvPr/>
          </p:nvGrpSpPr>
          <p:grpSpPr>
            <a:xfrm>
              <a:off x="2225612" y="5383474"/>
              <a:ext cx="365189" cy="1067510"/>
              <a:chOff x="2166342" y="5383474"/>
              <a:chExt cx="484939" cy="1067510"/>
            </a:xfrm>
          </p:grpSpPr>
          <p:grpSp>
            <p:nvGrpSpPr>
              <p:cNvPr id="141" name="Group 93">
                <a:extLst>
                  <a:ext uri="{FF2B5EF4-FFF2-40B4-BE49-F238E27FC236}">
                    <a16:creationId xmlns:a16="http://schemas.microsoft.com/office/drawing/2014/main" id="{CA3BF907-86ED-3281-572C-1C724458870A}"/>
                  </a:ext>
                </a:extLst>
              </p:cNvPr>
              <p:cNvGrpSpPr/>
              <p:nvPr/>
            </p:nvGrpSpPr>
            <p:grpSpPr>
              <a:xfrm>
                <a:off x="2166342" y="5461841"/>
                <a:ext cx="484939" cy="989143"/>
                <a:chOff x="1346207" y="3640662"/>
                <a:chExt cx="712288" cy="3117515"/>
              </a:xfrm>
            </p:grpSpPr>
            <p:sp>
              <p:nvSpPr>
                <p:cNvPr id="143" name="Freeform 7">
                  <a:extLst>
                    <a:ext uri="{FF2B5EF4-FFF2-40B4-BE49-F238E27FC236}">
                      <a16:creationId xmlns:a16="http://schemas.microsoft.com/office/drawing/2014/main" id="{48C28BEE-F83C-04DD-59A4-CFDE6C0C52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441" y="3674531"/>
                  <a:ext cx="318054" cy="3083646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" name="Freeform 5">
                  <a:extLst>
                    <a:ext uri="{FF2B5EF4-FFF2-40B4-BE49-F238E27FC236}">
                      <a16:creationId xmlns:a16="http://schemas.microsoft.com/office/drawing/2014/main" id="{00B21F97-E3A3-8BFB-B218-22CBCE4241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2044" y="3640662"/>
                  <a:ext cx="169026" cy="2623559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" name="Freeform 8">
                  <a:extLst>
                    <a:ext uri="{FF2B5EF4-FFF2-40B4-BE49-F238E27FC236}">
                      <a16:creationId xmlns:a16="http://schemas.microsoft.com/office/drawing/2014/main" id="{CC891DF5-2248-DF3F-DB4D-7B320D2B2F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7279" y="4109504"/>
                  <a:ext cx="155328" cy="65722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" name="Freeform 7">
                  <a:extLst>
                    <a:ext uri="{FF2B5EF4-FFF2-40B4-BE49-F238E27FC236}">
                      <a16:creationId xmlns:a16="http://schemas.microsoft.com/office/drawing/2014/main" id="{7036743F-39D0-8B03-9813-2604A85DC6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500495" y="3662712"/>
                  <a:ext cx="268987" cy="2560805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" name="Freeform 5">
                  <a:extLst>
                    <a:ext uri="{FF2B5EF4-FFF2-40B4-BE49-F238E27FC236}">
                      <a16:creationId xmlns:a16="http://schemas.microsoft.com/office/drawing/2014/main" id="{E1E9BF66-AC67-452D-54BB-12EBAF8E78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854519" y="3640662"/>
                  <a:ext cx="169026" cy="2623559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" name="Freeform 8">
                  <a:extLst>
                    <a:ext uri="{FF2B5EF4-FFF2-40B4-BE49-F238E27FC236}">
                      <a16:creationId xmlns:a16="http://schemas.microsoft.com/office/drawing/2014/main" id="{F8FF1957-77F9-E0A8-49BB-BFD90B43BE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6207" y="4101039"/>
                  <a:ext cx="155328" cy="65722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" name="Freeform 8">
                  <a:extLst>
                    <a:ext uri="{FF2B5EF4-FFF2-40B4-BE49-F238E27FC236}">
                      <a16:creationId xmlns:a16="http://schemas.microsoft.com/office/drawing/2014/main" id="{D7906949-F8F4-9542-A4FA-44B65D60A3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08441" flipH="1">
                  <a:off x="1634072" y="3662885"/>
                  <a:ext cx="194738" cy="1359957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" name="Freeform 6">
                  <a:extLst>
                    <a:ext uri="{FF2B5EF4-FFF2-40B4-BE49-F238E27FC236}">
                      <a16:creationId xmlns:a16="http://schemas.microsoft.com/office/drawing/2014/main" id="{F26EAE81-53DC-48AA-83F5-66DA844409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099981" flipH="1">
                  <a:off x="1589538" y="3682098"/>
                  <a:ext cx="430800" cy="2259594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" name="Freeform 8">
                  <a:extLst>
                    <a:ext uri="{FF2B5EF4-FFF2-40B4-BE49-F238E27FC236}">
                      <a16:creationId xmlns:a16="http://schemas.microsoft.com/office/drawing/2014/main" id="{7905BB09-AE10-2E89-0BA5-E89C07330B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96999" y="4907492"/>
                  <a:ext cx="82552" cy="51050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42" name="Freeform 9">
                <a:extLst>
                  <a:ext uri="{FF2B5EF4-FFF2-40B4-BE49-F238E27FC236}">
                    <a16:creationId xmlns:a16="http://schemas.microsoft.com/office/drawing/2014/main" id="{F5690365-BDF5-82D8-034C-D318EF91DC37}"/>
                  </a:ext>
                </a:extLst>
              </p:cNvPr>
              <p:cNvSpPr>
                <a:spLocks/>
              </p:cNvSpPr>
              <p:nvPr/>
            </p:nvSpPr>
            <p:spPr bwMode="auto">
              <a:xfrm rot="186992">
                <a:off x="2335857" y="5383474"/>
                <a:ext cx="239968" cy="111338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3" name="Group 7">
              <a:extLst>
                <a:ext uri="{FF2B5EF4-FFF2-40B4-BE49-F238E27FC236}">
                  <a16:creationId xmlns:a16="http://schemas.microsoft.com/office/drawing/2014/main" id="{5E8A2D7E-14B5-30A5-1F42-B1EC1812F60E}"/>
                </a:ext>
              </a:extLst>
            </p:cNvPr>
            <p:cNvGrpSpPr/>
            <p:nvPr/>
          </p:nvGrpSpPr>
          <p:grpSpPr>
            <a:xfrm>
              <a:off x="2415998" y="3971068"/>
              <a:ext cx="445811" cy="1476624"/>
              <a:chOff x="4267200" y="2895600"/>
              <a:chExt cx="485996" cy="1609725"/>
            </a:xfrm>
          </p:grpSpPr>
          <p:sp>
            <p:nvSpPr>
              <p:cNvPr id="134" name="Freeform 5">
                <a:extLst>
                  <a:ext uri="{FF2B5EF4-FFF2-40B4-BE49-F238E27FC236}">
                    <a16:creationId xmlns:a16="http://schemas.microsoft.com/office/drawing/2014/main" id="{2CB43397-7D01-CF9E-A13A-35557A349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7200" y="2895600"/>
                <a:ext cx="254000" cy="1609725"/>
              </a:xfrm>
              <a:custGeom>
                <a:avLst/>
                <a:gdLst/>
                <a:ahLst/>
                <a:cxnLst>
                  <a:cxn ang="0">
                    <a:pos x="8" y="1945"/>
                  </a:cxn>
                  <a:cxn ang="0">
                    <a:pos x="66" y="1835"/>
                  </a:cxn>
                  <a:cxn ang="0">
                    <a:pos x="119" y="1722"/>
                  </a:cxn>
                  <a:cxn ang="0">
                    <a:pos x="167" y="1606"/>
                  </a:cxn>
                  <a:cxn ang="0">
                    <a:pos x="208" y="1489"/>
                  </a:cxn>
                  <a:cxn ang="0">
                    <a:pos x="223" y="1428"/>
                  </a:cxn>
                  <a:cxn ang="0">
                    <a:pos x="237" y="1369"/>
                  </a:cxn>
                  <a:cxn ang="0">
                    <a:pos x="246" y="1308"/>
                  </a:cxn>
                  <a:cxn ang="0">
                    <a:pos x="250" y="1249"/>
                  </a:cxn>
                  <a:cxn ang="0">
                    <a:pos x="250" y="1219"/>
                  </a:cxn>
                  <a:cxn ang="0">
                    <a:pos x="242" y="1161"/>
                  </a:cxn>
                  <a:cxn ang="0">
                    <a:pos x="233" y="1134"/>
                  </a:cxn>
                  <a:cxn ang="0">
                    <a:pos x="222" y="1107"/>
                  </a:cxn>
                  <a:cxn ang="0">
                    <a:pos x="208" y="1078"/>
                  </a:cxn>
                  <a:cxn ang="0">
                    <a:pos x="185" y="1015"/>
                  </a:cxn>
                  <a:cxn ang="0">
                    <a:pos x="167" y="953"/>
                  </a:cxn>
                  <a:cxn ang="0">
                    <a:pos x="137" y="828"/>
                  </a:cxn>
                  <a:cxn ang="0">
                    <a:pos x="116" y="700"/>
                  </a:cxn>
                  <a:cxn ang="0">
                    <a:pos x="93" y="510"/>
                  </a:cxn>
                  <a:cxn ang="0">
                    <a:pos x="89" y="446"/>
                  </a:cxn>
                  <a:cxn ang="0">
                    <a:pos x="81" y="317"/>
                  </a:cxn>
                  <a:cxn ang="0">
                    <a:pos x="78" y="254"/>
                  </a:cxn>
                  <a:cxn ang="0">
                    <a:pos x="78" y="127"/>
                  </a:cxn>
                  <a:cxn ang="0">
                    <a:pos x="79" y="94"/>
                  </a:cxn>
                  <a:cxn ang="0">
                    <a:pos x="85" y="31"/>
                  </a:cxn>
                  <a:cxn ang="0">
                    <a:pos x="92" y="0"/>
                  </a:cxn>
                  <a:cxn ang="0">
                    <a:pos x="89" y="15"/>
                  </a:cxn>
                  <a:cxn ang="0">
                    <a:pos x="85" y="63"/>
                  </a:cxn>
                  <a:cxn ang="0">
                    <a:pos x="85" y="127"/>
                  </a:cxn>
                  <a:cxn ang="0">
                    <a:pos x="88" y="190"/>
                  </a:cxn>
                  <a:cxn ang="0">
                    <a:pos x="92" y="254"/>
                  </a:cxn>
                  <a:cxn ang="0">
                    <a:pos x="105" y="380"/>
                  </a:cxn>
                  <a:cxn ang="0">
                    <a:pos x="121" y="505"/>
                  </a:cxn>
                  <a:cxn ang="0">
                    <a:pos x="131" y="569"/>
                  </a:cxn>
                  <a:cxn ang="0">
                    <a:pos x="154" y="693"/>
                  </a:cxn>
                  <a:cxn ang="0">
                    <a:pos x="181" y="818"/>
                  </a:cxn>
                  <a:cxn ang="0">
                    <a:pos x="215" y="938"/>
                  </a:cxn>
                  <a:cxn ang="0">
                    <a:pos x="236" y="997"/>
                  </a:cxn>
                  <a:cxn ang="0">
                    <a:pos x="260" y="1054"/>
                  </a:cxn>
                  <a:cxn ang="0">
                    <a:pos x="274" y="1080"/>
                  </a:cxn>
                  <a:cxn ang="0">
                    <a:pos x="290" y="1112"/>
                  </a:cxn>
                  <a:cxn ang="0">
                    <a:pos x="297" y="1128"/>
                  </a:cxn>
                  <a:cxn ang="0">
                    <a:pos x="307" y="1162"/>
                  </a:cxn>
                  <a:cxn ang="0">
                    <a:pos x="315" y="1213"/>
                  </a:cxn>
                  <a:cxn ang="0">
                    <a:pos x="318" y="1247"/>
                  </a:cxn>
                  <a:cxn ang="0">
                    <a:pos x="318" y="1315"/>
                  </a:cxn>
                  <a:cxn ang="0">
                    <a:pos x="311" y="1380"/>
                  </a:cxn>
                  <a:cxn ang="0">
                    <a:pos x="301" y="1446"/>
                  </a:cxn>
                  <a:cxn ang="0">
                    <a:pos x="287" y="1510"/>
                  </a:cxn>
                  <a:cxn ang="0">
                    <a:pos x="250" y="1636"/>
                  </a:cxn>
                  <a:cxn ang="0">
                    <a:pos x="208" y="1759"/>
                  </a:cxn>
                  <a:cxn ang="0">
                    <a:pos x="158" y="1879"/>
                  </a:cxn>
                  <a:cxn ang="0">
                    <a:pos x="105" y="1997"/>
                  </a:cxn>
                  <a:cxn ang="0">
                    <a:pos x="99" y="2006"/>
                  </a:cxn>
                  <a:cxn ang="0">
                    <a:pos x="82" y="2020"/>
                  </a:cxn>
                  <a:cxn ang="0">
                    <a:pos x="62" y="2027"/>
                  </a:cxn>
                  <a:cxn ang="0">
                    <a:pos x="41" y="2026"/>
                  </a:cxn>
                  <a:cxn ang="0">
                    <a:pos x="31" y="2023"/>
                  </a:cxn>
                  <a:cxn ang="0">
                    <a:pos x="14" y="2009"/>
                  </a:cxn>
                  <a:cxn ang="0">
                    <a:pos x="3" y="1992"/>
                  </a:cxn>
                  <a:cxn ang="0">
                    <a:pos x="0" y="1971"/>
                  </a:cxn>
                  <a:cxn ang="0">
                    <a:pos x="6" y="1949"/>
                  </a:cxn>
                  <a:cxn ang="0">
                    <a:pos x="7" y="1947"/>
                  </a:cxn>
                </a:cxnLst>
                <a:rect l="0" t="0" r="r" b="b"/>
                <a:pathLst>
                  <a:path w="319" h="2027">
                    <a:moveTo>
                      <a:pt x="8" y="1945"/>
                    </a:moveTo>
                    <a:lnTo>
                      <a:pt x="8" y="1945"/>
                    </a:lnTo>
                    <a:lnTo>
                      <a:pt x="37" y="1890"/>
                    </a:lnTo>
                    <a:lnTo>
                      <a:pt x="66" y="1835"/>
                    </a:lnTo>
                    <a:lnTo>
                      <a:pt x="93" y="1778"/>
                    </a:lnTo>
                    <a:lnTo>
                      <a:pt x="119" y="1722"/>
                    </a:lnTo>
                    <a:lnTo>
                      <a:pt x="144" y="1664"/>
                    </a:lnTo>
                    <a:lnTo>
                      <a:pt x="167" y="1606"/>
                    </a:lnTo>
                    <a:lnTo>
                      <a:pt x="188" y="1547"/>
                    </a:lnTo>
                    <a:lnTo>
                      <a:pt x="208" y="1489"/>
                    </a:lnTo>
                    <a:lnTo>
                      <a:pt x="208" y="1489"/>
                    </a:lnTo>
                    <a:lnTo>
                      <a:pt x="223" y="1428"/>
                    </a:lnTo>
                    <a:lnTo>
                      <a:pt x="230" y="1398"/>
                    </a:lnTo>
                    <a:lnTo>
                      <a:pt x="237" y="1369"/>
                    </a:lnTo>
                    <a:lnTo>
                      <a:pt x="242" y="1339"/>
                    </a:lnTo>
                    <a:lnTo>
                      <a:pt x="246" y="1308"/>
                    </a:lnTo>
                    <a:lnTo>
                      <a:pt x="249" y="1278"/>
                    </a:lnTo>
                    <a:lnTo>
                      <a:pt x="250" y="1249"/>
                    </a:lnTo>
                    <a:lnTo>
                      <a:pt x="250" y="1249"/>
                    </a:lnTo>
                    <a:lnTo>
                      <a:pt x="250" y="1219"/>
                    </a:lnTo>
                    <a:lnTo>
                      <a:pt x="247" y="1189"/>
                    </a:lnTo>
                    <a:lnTo>
                      <a:pt x="242" y="1161"/>
                    </a:lnTo>
                    <a:lnTo>
                      <a:pt x="233" y="1134"/>
                    </a:lnTo>
                    <a:lnTo>
                      <a:pt x="233" y="1134"/>
                    </a:lnTo>
                    <a:lnTo>
                      <a:pt x="227" y="1121"/>
                    </a:lnTo>
                    <a:lnTo>
                      <a:pt x="222" y="1107"/>
                    </a:lnTo>
                    <a:lnTo>
                      <a:pt x="208" y="1078"/>
                    </a:lnTo>
                    <a:lnTo>
                      <a:pt x="208" y="1078"/>
                    </a:lnTo>
                    <a:lnTo>
                      <a:pt x="195" y="1047"/>
                    </a:lnTo>
                    <a:lnTo>
                      <a:pt x="185" y="1015"/>
                    </a:lnTo>
                    <a:lnTo>
                      <a:pt x="185" y="1015"/>
                    </a:lnTo>
                    <a:lnTo>
                      <a:pt x="167" y="953"/>
                    </a:lnTo>
                    <a:lnTo>
                      <a:pt x="151" y="890"/>
                    </a:lnTo>
                    <a:lnTo>
                      <a:pt x="137" y="828"/>
                    </a:lnTo>
                    <a:lnTo>
                      <a:pt x="126" y="764"/>
                    </a:lnTo>
                    <a:lnTo>
                      <a:pt x="116" y="700"/>
                    </a:lnTo>
                    <a:lnTo>
                      <a:pt x="107" y="637"/>
                    </a:lnTo>
                    <a:lnTo>
                      <a:pt x="93" y="510"/>
                    </a:lnTo>
                    <a:lnTo>
                      <a:pt x="93" y="510"/>
                    </a:lnTo>
                    <a:lnTo>
                      <a:pt x="89" y="446"/>
                    </a:lnTo>
                    <a:lnTo>
                      <a:pt x="85" y="381"/>
                    </a:lnTo>
                    <a:lnTo>
                      <a:pt x="81" y="317"/>
                    </a:lnTo>
                    <a:lnTo>
                      <a:pt x="78" y="254"/>
                    </a:lnTo>
                    <a:lnTo>
                      <a:pt x="78" y="254"/>
                    </a:lnTo>
                    <a:lnTo>
                      <a:pt x="78" y="190"/>
                    </a:lnTo>
                    <a:lnTo>
                      <a:pt x="78" y="127"/>
                    </a:lnTo>
                    <a:lnTo>
                      <a:pt x="78" y="127"/>
                    </a:lnTo>
                    <a:lnTo>
                      <a:pt x="79" y="94"/>
                    </a:lnTo>
                    <a:lnTo>
                      <a:pt x="82" y="62"/>
                    </a:lnTo>
                    <a:lnTo>
                      <a:pt x="85" y="31"/>
                    </a:lnTo>
                    <a:lnTo>
                      <a:pt x="89" y="15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89" y="15"/>
                    </a:lnTo>
                    <a:lnTo>
                      <a:pt x="88" y="31"/>
                    </a:lnTo>
                    <a:lnTo>
                      <a:pt x="85" y="63"/>
                    </a:lnTo>
                    <a:lnTo>
                      <a:pt x="85" y="94"/>
                    </a:lnTo>
                    <a:lnTo>
                      <a:pt x="85" y="127"/>
                    </a:lnTo>
                    <a:lnTo>
                      <a:pt x="85" y="127"/>
                    </a:lnTo>
                    <a:lnTo>
                      <a:pt x="88" y="190"/>
                    </a:lnTo>
                    <a:lnTo>
                      <a:pt x="92" y="254"/>
                    </a:lnTo>
                    <a:lnTo>
                      <a:pt x="92" y="254"/>
                    </a:lnTo>
                    <a:lnTo>
                      <a:pt x="97" y="316"/>
                    </a:lnTo>
                    <a:lnTo>
                      <a:pt x="105" y="380"/>
                    </a:lnTo>
                    <a:lnTo>
                      <a:pt x="112" y="443"/>
                    </a:lnTo>
                    <a:lnTo>
                      <a:pt x="121" y="505"/>
                    </a:lnTo>
                    <a:lnTo>
                      <a:pt x="121" y="505"/>
                    </a:lnTo>
                    <a:lnTo>
                      <a:pt x="131" y="569"/>
                    </a:lnTo>
                    <a:lnTo>
                      <a:pt x="141" y="631"/>
                    </a:lnTo>
                    <a:lnTo>
                      <a:pt x="154" y="693"/>
                    </a:lnTo>
                    <a:lnTo>
                      <a:pt x="167" y="755"/>
                    </a:lnTo>
                    <a:lnTo>
                      <a:pt x="181" y="818"/>
                    </a:lnTo>
                    <a:lnTo>
                      <a:pt x="198" y="878"/>
                    </a:lnTo>
                    <a:lnTo>
                      <a:pt x="215" y="938"/>
                    </a:lnTo>
                    <a:lnTo>
                      <a:pt x="236" y="997"/>
                    </a:lnTo>
                    <a:lnTo>
                      <a:pt x="236" y="997"/>
                    </a:lnTo>
                    <a:lnTo>
                      <a:pt x="247" y="1025"/>
                    </a:lnTo>
                    <a:lnTo>
                      <a:pt x="260" y="1054"/>
                    </a:lnTo>
                    <a:lnTo>
                      <a:pt x="260" y="1054"/>
                    </a:lnTo>
                    <a:lnTo>
                      <a:pt x="274" y="1080"/>
                    </a:lnTo>
                    <a:lnTo>
                      <a:pt x="283" y="1095"/>
                    </a:lnTo>
                    <a:lnTo>
                      <a:pt x="290" y="1112"/>
                    </a:lnTo>
                    <a:lnTo>
                      <a:pt x="290" y="1112"/>
                    </a:lnTo>
                    <a:lnTo>
                      <a:pt x="297" y="1128"/>
                    </a:lnTo>
                    <a:lnTo>
                      <a:pt x="302" y="1145"/>
                    </a:lnTo>
                    <a:lnTo>
                      <a:pt x="307" y="1162"/>
                    </a:lnTo>
                    <a:lnTo>
                      <a:pt x="311" y="1179"/>
                    </a:lnTo>
                    <a:lnTo>
                      <a:pt x="315" y="1213"/>
                    </a:lnTo>
                    <a:lnTo>
                      <a:pt x="318" y="1247"/>
                    </a:lnTo>
                    <a:lnTo>
                      <a:pt x="318" y="1247"/>
                    </a:lnTo>
                    <a:lnTo>
                      <a:pt x="319" y="1281"/>
                    </a:lnTo>
                    <a:lnTo>
                      <a:pt x="318" y="1315"/>
                    </a:lnTo>
                    <a:lnTo>
                      <a:pt x="315" y="1347"/>
                    </a:lnTo>
                    <a:lnTo>
                      <a:pt x="311" y="1380"/>
                    </a:lnTo>
                    <a:lnTo>
                      <a:pt x="307" y="1414"/>
                    </a:lnTo>
                    <a:lnTo>
                      <a:pt x="301" y="1446"/>
                    </a:lnTo>
                    <a:lnTo>
                      <a:pt x="287" y="1510"/>
                    </a:lnTo>
                    <a:lnTo>
                      <a:pt x="287" y="1510"/>
                    </a:lnTo>
                    <a:lnTo>
                      <a:pt x="270" y="1574"/>
                    </a:lnTo>
                    <a:lnTo>
                      <a:pt x="250" y="1636"/>
                    </a:lnTo>
                    <a:lnTo>
                      <a:pt x="230" y="1696"/>
                    </a:lnTo>
                    <a:lnTo>
                      <a:pt x="208" y="1759"/>
                    </a:lnTo>
                    <a:lnTo>
                      <a:pt x="184" y="1818"/>
                    </a:lnTo>
                    <a:lnTo>
                      <a:pt x="158" y="1879"/>
                    </a:lnTo>
                    <a:lnTo>
                      <a:pt x="133" y="1938"/>
                    </a:lnTo>
                    <a:lnTo>
                      <a:pt x="105" y="1997"/>
                    </a:lnTo>
                    <a:lnTo>
                      <a:pt x="105" y="1997"/>
                    </a:lnTo>
                    <a:lnTo>
                      <a:pt x="99" y="2006"/>
                    </a:lnTo>
                    <a:lnTo>
                      <a:pt x="90" y="2014"/>
                    </a:lnTo>
                    <a:lnTo>
                      <a:pt x="82" y="2020"/>
                    </a:lnTo>
                    <a:lnTo>
                      <a:pt x="73" y="2024"/>
                    </a:lnTo>
                    <a:lnTo>
                      <a:pt x="62" y="2027"/>
                    </a:lnTo>
                    <a:lnTo>
                      <a:pt x="52" y="2027"/>
                    </a:lnTo>
                    <a:lnTo>
                      <a:pt x="41" y="2026"/>
                    </a:lnTo>
                    <a:lnTo>
                      <a:pt x="31" y="2023"/>
                    </a:lnTo>
                    <a:lnTo>
                      <a:pt x="31" y="2023"/>
                    </a:lnTo>
                    <a:lnTo>
                      <a:pt x="21" y="2017"/>
                    </a:lnTo>
                    <a:lnTo>
                      <a:pt x="14" y="2009"/>
                    </a:lnTo>
                    <a:lnTo>
                      <a:pt x="7" y="2000"/>
                    </a:lnTo>
                    <a:lnTo>
                      <a:pt x="3" y="1992"/>
                    </a:lnTo>
                    <a:lnTo>
                      <a:pt x="1" y="1980"/>
                    </a:lnTo>
                    <a:lnTo>
                      <a:pt x="0" y="1971"/>
                    </a:lnTo>
                    <a:lnTo>
                      <a:pt x="1" y="1959"/>
                    </a:lnTo>
                    <a:lnTo>
                      <a:pt x="6" y="1949"/>
                    </a:lnTo>
                    <a:lnTo>
                      <a:pt x="6" y="1949"/>
                    </a:lnTo>
                    <a:lnTo>
                      <a:pt x="7" y="1947"/>
                    </a:lnTo>
                    <a:lnTo>
                      <a:pt x="8" y="194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35" name="Group 110">
                <a:extLst>
                  <a:ext uri="{FF2B5EF4-FFF2-40B4-BE49-F238E27FC236}">
                    <a16:creationId xmlns:a16="http://schemas.microsoft.com/office/drawing/2014/main" id="{0F1ED4DA-B207-FE01-CBC1-68CFC846D742}"/>
                  </a:ext>
                </a:extLst>
              </p:cNvPr>
              <p:cNvGrpSpPr/>
              <p:nvPr/>
            </p:nvGrpSpPr>
            <p:grpSpPr>
              <a:xfrm rot="287009">
                <a:off x="4506877" y="3818451"/>
                <a:ext cx="246319" cy="233233"/>
                <a:chOff x="971551" y="0"/>
                <a:chExt cx="7200902" cy="6818311"/>
              </a:xfrm>
            </p:grpSpPr>
            <p:sp>
              <p:nvSpPr>
                <p:cNvPr id="139" name="Freeform 5">
                  <a:extLst>
                    <a:ext uri="{FF2B5EF4-FFF2-40B4-BE49-F238E27FC236}">
                      <a16:creationId xmlns:a16="http://schemas.microsoft.com/office/drawing/2014/main" id="{0EE56E72-48B1-8F36-F574-C78D4997D8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72976" y="59702"/>
                  <a:ext cx="6586548" cy="6713516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" name="Freeform 6">
                  <a:extLst>
                    <a:ext uri="{FF2B5EF4-FFF2-40B4-BE49-F238E27FC236}">
                      <a16:creationId xmlns:a16="http://schemas.microsoft.com/office/drawing/2014/main" id="{C05633C2-5639-88F3-5F6B-5A6CF29EC1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6" name="Group 118">
                <a:extLst>
                  <a:ext uri="{FF2B5EF4-FFF2-40B4-BE49-F238E27FC236}">
                    <a16:creationId xmlns:a16="http://schemas.microsoft.com/office/drawing/2014/main" id="{8586309C-35F5-EDE1-FD14-35B95512F84D}"/>
                  </a:ext>
                </a:extLst>
              </p:cNvPr>
              <p:cNvGrpSpPr/>
              <p:nvPr/>
            </p:nvGrpSpPr>
            <p:grpSpPr>
              <a:xfrm rot="16938217">
                <a:off x="4258732" y="3353819"/>
                <a:ext cx="313744" cy="87897"/>
                <a:chOff x="793750" y="0"/>
                <a:chExt cx="7556501" cy="2116991"/>
              </a:xfrm>
            </p:grpSpPr>
            <p:sp>
              <p:nvSpPr>
                <p:cNvPr id="137" name="Freeform 7">
                  <a:extLst>
                    <a:ext uri="{FF2B5EF4-FFF2-40B4-BE49-F238E27FC236}">
                      <a16:creationId xmlns:a16="http://schemas.microsoft.com/office/drawing/2014/main" id="{7221FF0D-1B95-C5B9-23D5-A19AA8E290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" name="Freeform 8">
                  <a:extLst>
                    <a:ext uri="{FF2B5EF4-FFF2-40B4-BE49-F238E27FC236}">
                      <a16:creationId xmlns:a16="http://schemas.microsoft.com/office/drawing/2014/main" id="{F6FC5AB7-15F3-BA99-EF05-484C01978A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6B4EBEB-0F53-85A2-623C-6224D2B6C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503053" y="473044"/>
            <a:ext cx="2488547" cy="7223156"/>
            <a:chOff x="6655453" y="685800"/>
            <a:chExt cx="2488547" cy="7223156"/>
          </a:xfrm>
          <a:effectLst/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ADF3049E-24DB-F877-58BD-1872D2212088}"/>
                </a:ext>
              </a:extLst>
            </p:cNvPr>
            <p:cNvGrpSpPr/>
            <p:nvPr/>
          </p:nvGrpSpPr>
          <p:grpSpPr>
            <a:xfrm>
              <a:off x="7142585" y="5350922"/>
              <a:ext cx="756716" cy="2558034"/>
              <a:chOff x="7142585" y="5367856"/>
              <a:chExt cx="756716" cy="2558034"/>
            </a:xfrm>
          </p:grpSpPr>
          <p:grpSp>
            <p:nvGrpSpPr>
              <p:cNvPr id="228" name="Group 93">
                <a:extLst>
                  <a:ext uri="{FF2B5EF4-FFF2-40B4-BE49-F238E27FC236}">
                    <a16:creationId xmlns:a16="http://schemas.microsoft.com/office/drawing/2014/main" id="{1A354F9B-D322-EF7A-42CD-7DE93735D68A}"/>
                  </a:ext>
                </a:extLst>
              </p:cNvPr>
              <p:cNvGrpSpPr/>
              <p:nvPr/>
            </p:nvGrpSpPr>
            <p:grpSpPr>
              <a:xfrm rot="186992">
                <a:off x="7142585" y="5477639"/>
                <a:ext cx="756716" cy="2448251"/>
                <a:chOff x="1346199" y="3640666"/>
                <a:chExt cx="755164" cy="3117518"/>
              </a:xfrm>
            </p:grpSpPr>
            <p:sp>
              <p:nvSpPr>
                <p:cNvPr id="230" name="Freeform 7">
                  <a:extLst>
                    <a:ext uri="{FF2B5EF4-FFF2-40B4-BE49-F238E27FC236}">
                      <a16:creationId xmlns:a16="http://schemas.microsoft.com/office/drawing/2014/main" id="{74A02CD0-D73C-5D4C-B0A1-7C4612F099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433" y="3674533"/>
                  <a:ext cx="318052" cy="3083651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1" name="Freeform 5">
                  <a:extLst>
                    <a:ext uri="{FF2B5EF4-FFF2-40B4-BE49-F238E27FC236}">
                      <a16:creationId xmlns:a16="http://schemas.microsoft.com/office/drawing/2014/main" id="{96B7AE6D-3286-8A0F-5535-0E73E8834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2037" y="3640667"/>
                  <a:ext cx="169026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2" name="Freeform 6">
                  <a:extLst>
                    <a:ext uri="{FF2B5EF4-FFF2-40B4-BE49-F238E27FC236}">
                      <a16:creationId xmlns:a16="http://schemas.microsoft.com/office/drawing/2014/main" id="{F23A9530-40C7-85D9-55B5-1D2B96D1BA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400286">
                  <a:off x="1517125" y="3676652"/>
                  <a:ext cx="584238" cy="2470150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3" name="Freeform 8">
                  <a:extLst>
                    <a:ext uri="{FF2B5EF4-FFF2-40B4-BE49-F238E27FC236}">
                      <a16:creationId xmlns:a16="http://schemas.microsoft.com/office/drawing/2014/main" id="{05A6ACCF-F500-DF74-4A05-F6B4EFB046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7270" y="4109510"/>
                  <a:ext cx="155327" cy="65722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4" name="Freeform 7">
                  <a:extLst>
                    <a:ext uri="{FF2B5EF4-FFF2-40B4-BE49-F238E27FC236}">
                      <a16:creationId xmlns:a16="http://schemas.microsoft.com/office/drawing/2014/main" id="{FDEC73B5-252F-8F7F-A589-F18A61691F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500489" y="36627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5" name="Freeform 5">
                  <a:extLst>
                    <a:ext uri="{FF2B5EF4-FFF2-40B4-BE49-F238E27FC236}">
                      <a16:creationId xmlns:a16="http://schemas.microsoft.com/office/drawing/2014/main" id="{1554DCFF-9A9B-A7FA-CB07-2AB3C35F93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854511" y="3640666"/>
                  <a:ext cx="169026" cy="2623557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6" name="Freeform 8">
                  <a:extLst>
                    <a:ext uri="{FF2B5EF4-FFF2-40B4-BE49-F238E27FC236}">
                      <a16:creationId xmlns:a16="http://schemas.microsoft.com/office/drawing/2014/main" id="{C9C18A65-D146-EA11-5B8F-577D811FE3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6199" y="4101042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7" name="Freeform 8">
                  <a:extLst>
                    <a:ext uri="{FF2B5EF4-FFF2-40B4-BE49-F238E27FC236}">
                      <a16:creationId xmlns:a16="http://schemas.microsoft.com/office/drawing/2014/main" id="{6C534D7D-60C1-8D48-0F2A-15FEAF1DC9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08441" flipH="1">
                  <a:off x="1634065" y="3662892"/>
                  <a:ext cx="194736" cy="1359958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8" name="Freeform 5">
                  <a:extLst>
                    <a:ext uri="{FF2B5EF4-FFF2-40B4-BE49-F238E27FC236}">
                      <a16:creationId xmlns:a16="http://schemas.microsoft.com/office/drawing/2014/main" id="{35DCEC31-4CDF-21A9-605A-0AA617C40D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448727">
                  <a:off x="1720852" y="3651251"/>
                  <a:ext cx="169026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9" name="Freeform 6">
                  <a:extLst>
                    <a:ext uri="{FF2B5EF4-FFF2-40B4-BE49-F238E27FC236}">
                      <a16:creationId xmlns:a16="http://schemas.microsoft.com/office/drawing/2014/main" id="{359D6517-B723-9C4A-669B-16889FFF6D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099981" flipH="1">
                  <a:off x="1589360" y="3674976"/>
                  <a:ext cx="430796" cy="2259597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0" name="Freeform 8">
                  <a:extLst>
                    <a:ext uri="{FF2B5EF4-FFF2-40B4-BE49-F238E27FC236}">
                      <a16:creationId xmlns:a16="http://schemas.microsoft.com/office/drawing/2014/main" id="{76BA66C4-2B8B-71A1-3F07-7BA55BDA83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97000" y="4907492"/>
                  <a:ext cx="82551" cy="510506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1" name="Freeform 5">
                  <a:extLst>
                    <a:ext uri="{FF2B5EF4-FFF2-40B4-BE49-F238E27FC236}">
                      <a16:creationId xmlns:a16="http://schemas.microsoft.com/office/drawing/2014/main" id="{D9B45B71-357A-31D2-F65F-5BA2A475D6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448727">
                  <a:off x="1631951" y="3644900"/>
                  <a:ext cx="169026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2" name="Freeform 7">
                  <a:extLst>
                    <a:ext uri="{FF2B5EF4-FFF2-40B4-BE49-F238E27FC236}">
                      <a16:creationId xmlns:a16="http://schemas.microsoft.com/office/drawing/2014/main" id="{BA8D3542-D4D9-9A59-51AB-B8A6D65276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640185" y="36500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29" name="Freeform 9">
                <a:extLst>
                  <a:ext uri="{FF2B5EF4-FFF2-40B4-BE49-F238E27FC236}">
                    <a16:creationId xmlns:a16="http://schemas.microsoft.com/office/drawing/2014/main" id="{1C8A9BE0-53F8-EA9D-3E53-578A1072B651}"/>
                  </a:ext>
                </a:extLst>
              </p:cNvPr>
              <p:cNvSpPr>
                <a:spLocks/>
              </p:cNvSpPr>
              <p:nvPr/>
            </p:nvSpPr>
            <p:spPr bwMode="auto">
              <a:xfrm rot="186992">
                <a:off x="7445485" y="5367856"/>
                <a:ext cx="359118" cy="166619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54" name="Group 135">
              <a:extLst>
                <a:ext uri="{FF2B5EF4-FFF2-40B4-BE49-F238E27FC236}">
                  <a16:creationId xmlns:a16="http://schemas.microsoft.com/office/drawing/2014/main" id="{EFAF6ECC-B68E-A595-7D05-269AC071F0ED}"/>
                </a:ext>
              </a:extLst>
            </p:cNvPr>
            <p:cNvGrpSpPr/>
            <p:nvPr/>
          </p:nvGrpSpPr>
          <p:grpSpPr>
            <a:xfrm>
              <a:off x="6655453" y="685800"/>
              <a:ext cx="2488547" cy="4795026"/>
              <a:chOff x="4716638" y="589355"/>
              <a:chExt cx="2712862" cy="5227245"/>
            </a:xfrm>
          </p:grpSpPr>
          <p:sp>
            <p:nvSpPr>
              <p:cNvPr id="155" name="Freeform 10">
                <a:extLst>
                  <a:ext uri="{FF2B5EF4-FFF2-40B4-BE49-F238E27FC236}">
                    <a16:creationId xmlns:a16="http://schemas.microsoft.com/office/drawing/2014/main" id="{9E42EFCF-E05D-24D1-758E-981447465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4314" y="2133600"/>
                <a:ext cx="802042" cy="381000"/>
              </a:xfrm>
              <a:custGeom>
                <a:avLst/>
                <a:gdLst/>
                <a:ahLst/>
                <a:cxnLst>
                  <a:cxn ang="0">
                    <a:pos x="2450" y="1245"/>
                  </a:cxn>
                  <a:cxn ang="0">
                    <a:pos x="2176" y="1199"/>
                  </a:cxn>
                  <a:cxn ang="0">
                    <a:pos x="1995" y="1158"/>
                  </a:cxn>
                  <a:cxn ang="0">
                    <a:pos x="1816" y="1107"/>
                  </a:cxn>
                  <a:cxn ang="0">
                    <a:pos x="1639" y="1047"/>
                  </a:cxn>
                  <a:cxn ang="0">
                    <a:pos x="1509" y="993"/>
                  </a:cxn>
                  <a:cxn ang="0">
                    <a:pos x="1426" y="952"/>
                  </a:cxn>
                  <a:cxn ang="0">
                    <a:pos x="1303" y="880"/>
                  </a:cxn>
                  <a:cxn ang="0">
                    <a:pos x="1189" y="795"/>
                  </a:cxn>
                  <a:cxn ang="0">
                    <a:pos x="1119" y="729"/>
                  </a:cxn>
                  <a:cxn ang="0">
                    <a:pos x="1059" y="654"/>
                  </a:cxn>
                  <a:cxn ang="0">
                    <a:pos x="1032" y="613"/>
                  </a:cxn>
                  <a:cxn ang="0">
                    <a:pos x="998" y="551"/>
                  </a:cxn>
                  <a:cxn ang="0">
                    <a:pos x="964" y="496"/>
                  </a:cxn>
                  <a:cxn ang="0">
                    <a:pos x="913" y="425"/>
                  </a:cxn>
                  <a:cxn ang="0">
                    <a:pos x="823" y="330"/>
                  </a:cxn>
                  <a:cxn ang="0">
                    <a:pos x="718" y="247"/>
                  </a:cxn>
                  <a:cxn ang="0">
                    <a:pos x="643" y="199"/>
                  </a:cxn>
                  <a:cxn ang="0">
                    <a:pos x="523" y="137"/>
                  </a:cxn>
                  <a:cxn ang="0">
                    <a:pos x="397" y="86"/>
                  </a:cxn>
                  <a:cxn ang="0">
                    <a:pos x="313" y="59"/>
                  </a:cxn>
                  <a:cxn ang="0">
                    <a:pos x="180" y="27"/>
                  </a:cxn>
                  <a:cxn ang="0">
                    <a:pos x="46" y="4"/>
                  </a:cxn>
                  <a:cxn ang="0">
                    <a:pos x="46" y="1"/>
                  </a:cxn>
                  <a:cxn ang="0">
                    <a:pos x="183" y="15"/>
                  </a:cxn>
                  <a:cxn ang="0">
                    <a:pos x="317" y="39"/>
                  </a:cxn>
                  <a:cxn ang="0">
                    <a:pos x="406" y="62"/>
                  </a:cxn>
                  <a:cxn ang="0">
                    <a:pos x="537" y="106"/>
                  </a:cxn>
                  <a:cxn ang="0">
                    <a:pos x="663" y="161"/>
                  </a:cxn>
                  <a:cxn ang="0">
                    <a:pos x="745" y="206"/>
                  </a:cxn>
                  <a:cxn ang="0">
                    <a:pos x="859" y="287"/>
                  </a:cxn>
                  <a:cxn ang="0">
                    <a:pos x="962" y="383"/>
                  </a:cxn>
                  <a:cxn ang="0">
                    <a:pos x="1023" y="455"/>
                  </a:cxn>
                  <a:cxn ang="0">
                    <a:pos x="1063" y="514"/>
                  </a:cxn>
                  <a:cxn ang="0">
                    <a:pos x="1098" y="571"/>
                  </a:cxn>
                  <a:cxn ang="0">
                    <a:pos x="1152" y="636"/>
                  </a:cxn>
                  <a:cxn ang="0">
                    <a:pos x="1214" y="695"/>
                  </a:cxn>
                  <a:cxn ang="0">
                    <a:pos x="1320" y="770"/>
                  </a:cxn>
                  <a:cxn ang="0">
                    <a:pos x="1434" y="833"/>
                  </a:cxn>
                  <a:cxn ang="0">
                    <a:pos x="1515" y="869"/>
                  </a:cxn>
                  <a:cxn ang="0">
                    <a:pos x="1639" y="915"/>
                  </a:cxn>
                  <a:cxn ang="0">
                    <a:pos x="1851" y="976"/>
                  </a:cxn>
                  <a:cxn ang="0">
                    <a:pos x="2026" y="1013"/>
                  </a:cxn>
                  <a:cxn ang="0">
                    <a:pos x="2290" y="1052"/>
                  </a:cxn>
                  <a:cxn ang="0">
                    <a:pos x="2556" y="1074"/>
                  </a:cxn>
                  <a:cxn ang="0">
                    <a:pos x="2567" y="1075"/>
                  </a:cxn>
                  <a:cxn ang="0">
                    <a:pos x="2593" y="1082"/>
                  </a:cxn>
                  <a:cxn ang="0">
                    <a:pos x="2621" y="1103"/>
                  </a:cxn>
                  <a:cxn ang="0">
                    <a:pos x="2639" y="1133"/>
                  </a:cxn>
                  <a:cxn ang="0">
                    <a:pos x="2645" y="1160"/>
                  </a:cxn>
                  <a:cxn ang="0">
                    <a:pos x="2644" y="1178"/>
                  </a:cxn>
                  <a:cxn ang="0">
                    <a:pos x="2635" y="1204"/>
                  </a:cxn>
                  <a:cxn ang="0">
                    <a:pos x="2615" y="1232"/>
                  </a:cxn>
                  <a:cxn ang="0">
                    <a:pos x="2586" y="1250"/>
                  </a:cxn>
                  <a:cxn ang="0">
                    <a:pos x="2559" y="1256"/>
                  </a:cxn>
                  <a:cxn ang="0">
                    <a:pos x="2545" y="1256"/>
                  </a:cxn>
                </a:cxnLst>
                <a:rect l="0" t="0" r="r" b="b"/>
                <a:pathLst>
                  <a:path w="2645" h="1256">
                    <a:moveTo>
                      <a:pt x="2545" y="1256"/>
                    </a:moveTo>
                    <a:lnTo>
                      <a:pt x="2545" y="1256"/>
                    </a:lnTo>
                    <a:lnTo>
                      <a:pt x="2450" y="1245"/>
                    </a:lnTo>
                    <a:lnTo>
                      <a:pt x="2358" y="1232"/>
                    </a:lnTo>
                    <a:lnTo>
                      <a:pt x="2266" y="1216"/>
                    </a:lnTo>
                    <a:lnTo>
                      <a:pt x="2176" y="1199"/>
                    </a:lnTo>
                    <a:lnTo>
                      <a:pt x="2176" y="1199"/>
                    </a:lnTo>
                    <a:lnTo>
                      <a:pt x="2084" y="1180"/>
                    </a:lnTo>
                    <a:lnTo>
                      <a:pt x="1995" y="1158"/>
                    </a:lnTo>
                    <a:lnTo>
                      <a:pt x="1905" y="1134"/>
                    </a:lnTo>
                    <a:lnTo>
                      <a:pt x="1816" y="1107"/>
                    </a:lnTo>
                    <a:lnTo>
                      <a:pt x="1816" y="1107"/>
                    </a:lnTo>
                    <a:lnTo>
                      <a:pt x="1727" y="1079"/>
                    </a:lnTo>
                    <a:lnTo>
                      <a:pt x="1683" y="1064"/>
                    </a:lnTo>
                    <a:lnTo>
                      <a:pt x="1639" y="1047"/>
                    </a:lnTo>
                    <a:lnTo>
                      <a:pt x="1595" y="1030"/>
                    </a:lnTo>
                    <a:lnTo>
                      <a:pt x="1553" y="1011"/>
                    </a:lnTo>
                    <a:lnTo>
                      <a:pt x="1509" y="993"/>
                    </a:lnTo>
                    <a:lnTo>
                      <a:pt x="1467" y="973"/>
                    </a:lnTo>
                    <a:lnTo>
                      <a:pt x="1467" y="973"/>
                    </a:lnTo>
                    <a:lnTo>
                      <a:pt x="1426" y="952"/>
                    </a:lnTo>
                    <a:lnTo>
                      <a:pt x="1383" y="929"/>
                    </a:lnTo>
                    <a:lnTo>
                      <a:pt x="1344" y="905"/>
                    </a:lnTo>
                    <a:lnTo>
                      <a:pt x="1303" y="880"/>
                    </a:lnTo>
                    <a:lnTo>
                      <a:pt x="1263" y="853"/>
                    </a:lnTo>
                    <a:lnTo>
                      <a:pt x="1225" y="825"/>
                    </a:lnTo>
                    <a:lnTo>
                      <a:pt x="1189" y="795"/>
                    </a:lnTo>
                    <a:lnTo>
                      <a:pt x="1153" y="763"/>
                    </a:lnTo>
                    <a:lnTo>
                      <a:pt x="1153" y="763"/>
                    </a:lnTo>
                    <a:lnTo>
                      <a:pt x="1119" y="729"/>
                    </a:lnTo>
                    <a:lnTo>
                      <a:pt x="1087" y="692"/>
                    </a:lnTo>
                    <a:lnTo>
                      <a:pt x="1073" y="674"/>
                    </a:lnTo>
                    <a:lnTo>
                      <a:pt x="1059" y="654"/>
                    </a:lnTo>
                    <a:lnTo>
                      <a:pt x="1044" y="634"/>
                    </a:lnTo>
                    <a:lnTo>
                      <a:pt x="1032" y="613"/>
                    </a:lnTo>
                    <a:lnTo>
                      <a:pt x="1032" y="613"/>
                    </a:lnTo>
                    <a:lnTo>
                      <a:pt x="1019" y="592"/>
                    </a:lnTo>
                    <a:lnTo>
                      <a:pt x="1008" y="572"/>
                    </a:lnTo>
                    <a:lnTo>
                      <a:pt x="998" y="551"/>
                    </a:lnTo>
                    <a:lnTo>
                      <a:pt x="988" y="532"/>
                    </a:lnTo>
                    <a:lnTo>
                      <a:pt x="988" y="532"/>
                    </a:lnTo>
                    <a:lnTo>
                      <a:pt x="964" y="496"/>
                    </a:lnTo>
                    <a:lnTo>
                      <a:pt x="940" y="460"/>
                    </a:lnTo>
                    <a:lnTo>
                      <a:pt x="940" y="460"/>
                    </a:lnTo>
                    <a:lnTo>
                      <a:pt x="913" y="425"/>
                    </a:lnTo>
                    <a:lnTo>
                      <a:pt x="885" y="393"/>
                    </a:lnTo>
                    <a:lnTo>
                      <a:pt x="854" y="360"/>
                    </a:lnTo>
                    <a:lnTo>
                      <a:pt x="823" y="330"/>
                    </a:lnTo>
                    <a:lnTo>
                      <a:pt x="789" y="301"/>
                    </a:lnTo>
                    <a:lnTo>
                      <a:pt x="753" y="272"/>
                    </a:lnTo>
                    <a:lnTo>
                      <a:pt x="718" y="247"/>
                    </a:lnTo>
                    <a:lnTo>
                      <a:pt x="681" y="222"/>
                    </a:lnTo>
                    <a:lnTo>
                      <a:pt x="681" y="222"/>
                    </a:lnTo>
                    <a:lnTo>
                      <a:pt x="643" y="199"/>
                    </a:lnTo>
                    <a:lnTo>
                      <a:pt x="604" y="176"/>
                    </a:lnTo>
                    <a:lnTo>
                      <a:pt x="564" y="157"/>
                    </a:lnTo>
                    <a:lnTo>
                      <a:pt x="523" y="137"/>
                    </a:lnTo>
                    <a:lnTo>
                      <a:pt x="482" y="118"/>
                    </a:lnTo>
                    <a:lnTo>
                      <a:pt x="440" y="101"/>
                    </a:lnTo>
                    <a:lnTo>
                      <a:pt x="397" y="86"/>
                    </a:lnTo>
                    <a:lnTo>
                      <a:pt x="355" y="72"/>
                    </a:lnTo>
                    <a:lnTo>
                      <a:pt x="355" y="72"/>
                    </a:lnTo>
                    <a:lnTo>
                      <a:pt x="313" y="59"/>
                    </a:lnTo>
                    <a:lnTo>
                      <a:pt x="269" y="46"/>
                    </a:lnTo>
                    <a:lnTo>
                      <a:pt x="225" y="36"/>
                    </a:lnTo>
                    <a:lnTo>
                      <a:pt x="180" y="27"/>
                    </a:lnTo>
                    <a:lnTo>
                      <a:pt x="136" y="17"/>
                    </a:lnTo>
                    <a:lnTo>
                      <a:pt x="91" y="10"/>
                    </a:lnTo>
                    <a:lnTo>
                      <a:pt x="46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6" y="1"/>
                    </a:lnTo>
                    <a:lnTo>
                      <a:pt x="92" y="4"/>
                    </a:lnTo>
                    <a:lnTo>
                      <a:pt x="137" y="8"/>
                    </a:lnTo>
                    <a:lnTo>
                      <a:pt x="183" y="15"/>
                    </a:lnTo>
                    <a:lnTo>
                      <a:pt x="228" y="22"/>
                    </a:lnTo>
                    <a:lnTo>
                      <a:pt x="272" y="31"/>
                    </a:lnTo>
                    <a:lnTo>
                      <a:pt x="317" y="39"/>
                    </a:lnTo>
                    <a:lnTo>
                      <a:pt x="362" y="51"/>
                    </a:lnTo>
                    <a:lnTo>
                      <a:pt x="362" y="51"/>
                    </a:lnTo>
                    <a:lnTo>
                      <a:pt x="406" y="62"/>
                    </a:lnTo>
                    <a:lnTo>
                      <a:pt x="450" y="75"/>
                    </a:lnTo>
                    <a:lnTo>
                      <a:pt x="493" y="90"/>
                    </a:lnTo>
                    <a:lnTo>
                      <a:pt x="537" y="106"/>
                    </a:lnTo>
                    <a:lnTo>
                      <a:pt x="580" y="123"/>
                    </a:lnTo>
                    <a:lnTo>
                      <a:pt x="622" y="141"/>
                    </a:lnTo>
                    <a:lnTo>
                      <a:pt x="663" y="161"/>
                    </a:lnTo>
                    <a:lnTo>
                      <a:pt x="704" y="183"/>
                    </a:lnTo>
                    <a:lnTo>
                      <a:pt x="704" y="183"/>
                    </a:lnTo>
                    <a:lnTo>
                      <a:pt x="745" y="206"/>
                    </a:lnTo>
                    <a:lnTo>
                      <a:pt x="783" y="231"/>
                    </a:lnTo>
                    <a:lnTo>
                      <a:pt x="821" y="258"/>
                    </a:lnTo>
                    <a:lnTo>
                      <a:pt x="859" y="287"/>
                    </a:lnTo>
                    <a:lnTo>
                      <a:pt x="895" y="316"/>
                    </a:lnTo>
                    <a:lnTo>
                      <a:pt x="929" y="349"/>
                    </a:lnTo>
                    <a:lnTo>
                      <a:pt x="962" y="383"/>
                    </a:lnTo>
                    <a:lnTo>
                      <a:pt x="994" y="418"/>
                    </a:lnTo>
                    <a:lnTo>
                      <a:pt x="994" y="418"/>
                    </a:lnTo>
                    <a:lnTo>
                      <a:pt x="1023" y="455"/>
                    </a:lnTo>
                    <a:lnTo>
                      <a:pt x="1050" y="494"/>
                    </a:lnTo>
                    <a:lnTo>
                      <a:pt x="1050" y="494"/>
                    </a:lnTo>
                    <a:lnTo>
                      <a:pt x="1063" y="514"/>
                    </a:lnTo>
                    <a:lnTo>
                      <a:pt x="1076" y="534"/>
                    </a:lnTo>
                    <a:lnTo>
                      <a:pt x="1087" y="552"/>
                    </a:lnTo>
                    <a:lnTo>
                      <a:pt x="1098" y="571"/>
                    </a:lnTo>
                    <a:lnTo>
                      <a:pt x="1098" y="571"/>
                    </a:lnTo>
                    <a:lnTo>
                      <a:pt x="1124" y="604"/>
                    </a:lnTo>
                    <a:lnTo>
                      <a:pt x="1152" y="636"/>
                    </a:lnTo>
                    <a:lnTo>
                      <a:pt x="1181" y="667"/>
                    </a:lnTo>
                    <a:lnTo>
                      <a:pt x="1214" y="695"/>
                    </a:lnTo>
                    <a:lnTo>
                      <a:pt x="1214" y="695"/>
                    </a:lnTo>
                    <a:lnTo>
                      <a:pt x="1248" y="722"/>
                    </a:lnTo>
                    <a:lnTo>
                      <a:pt x="1283" y="747"/>
                    </a:lnTo>
                    <a:lnTo>
                      <a:pt x="1320" y="770"/>
                    </a:lnTo>
                    <a:lnTo>
                      <a:pt x="1357" y="792"/>
                    </a:lnTo>
                    <a:lnTo>
                      <a:pt x="1395" y="814"/>
                    </a:lnTo>
                    <a:lnTo>
                      <a:pt x="1434" y="833"/>
                    </a:lnTo>
                    <a:lnTo>
                      <a:pt x="1474" y="852"/>
                    </a:lnTo>
                    <a:lnTo>
                      <a:pt x="1515" y="869"/>
                    </a:lnTo>
                    <a:lnTo>
                      <a:pt x="1515" y="869"/>
                    </a:lnTo>
                    <a:lnTo>
                      <a:pt x="1556" y="886"/>
                    </a:lnTo>
                    <a:lnTo>
                      <a:pt x="1597" y="901"/>
                    </a:lnTo>
                    <a:lnTo>
                      <a:pt x="1639" y="915"/>
                    </a:lnTo>
                    <a:lnTo>
                      <a:pt x="1680" y="929"/>
                    </a:lnTo>
                    <a:lnTo>
                      <a:pt x="1766" y="955"/>
                    </a:lnTo>
                    <a:lnTo>
                      <a:pt x="1851" y="976"/>
                    </a:lnTo>
                    <a:lnTo>
                      <a:pt x="1851" y="976"/>
                    </a:lnTo>
                    <a:lnTo>
                      <a:pt x="1939" y="996"/>
                    </a:lnTo>
                    <a:lnTo>
                      <a:pt x="2026" y="1013"/>
                    </a:lnTo>
                    <a:lnTo>
                      <a:pt x="2114" y="1028"/>
                    </a:lnTo>
                    <a:lnTo>
                      <a:pt x="2203" y="1041"/>
                    </a:lnTo>
                    <a:lnTo>
                      <a:pt x="2290" y="1052"/>
                    </a:lnTo>
                    <a:lnTo>
                      <a:pt x="2379" y="1062"/>
                    </a:lnTo>
                    <a:lnTo>
                      <a:pt x="2467" y="1069"/>
                    </a:lnTo>
                    <a:lnTo>
                      <a:pt x="2556" y="1074"/>
                    </a:lnTo>
                    <a:lnTo>
                      <a:pt x="2557" y="1074"/>
                    </a:lnTo>
                    <a:lnTo>
                      <a:pt x="2557" y="1074"/>
                    </a:lnTo>
                    <a:lnTo>
                      <a:pt x="2567" y="1075"/>
                    </a:lnTo>
                    <a:lnTo>
                      <a:pt x="2576" y="1076"/>
                    </a:lnTo>
                    <a:lnTo>
                      <a:pt x="2584" y="1079"/>
                    </a:lnTo>
                    <a:lnTo>
                      <a:pt x="2593" y="1082"/>
                    </a:lnTo>
                    <a:lnTo>
                      <a:pt x="2600" y="1086"/>
                    </a:lnTo>
                    <a:lnTo>
                      <a:pt x="2608" y="1092"/>
                    </a:lnTo>
                    <a:lnTo>
                      <a:pt x="2621" y="1103"/>
                    </a:lnTo>
                    <a:lnTo>
                      <a:pt x="2631" y="1117"/>
                    </a:lnTo>
                    <a:lnTo>
                      <a:pt x="2635" y="1124"/>
                    </a:lnTo>
                    <a:lnTo>
                      <a:pt x="2639" y="1133"/>
                    </a:lnTo>
                    <a:lnTo>
                      <a:pt x="2642" y="1141"/>
                    </a:lnTo>
                    <a:lnTo>
                      <a:pt x="2644" y="1150"/>
                    </a:lnTo>
                    <a:lnTo>
                      <a:pt x="2645" y="1160"/>
                    </a:lnTo>
                    <a:lnTo>
                      <a:pt x="2645" y="1170"/>
                    </a:lnTo>
                    <a:lnTo>
                      <a:pt x="2645" y="1170"/>
                    </a:lnTo>
                    <a:lnTo>
                      <a:pt x="2644" y="1178"/>
                    </a:lnTo>
                    <a:lnTo>
                      <a:pt x="2642" y="1187"/>
                    </a:lnTo>
                    <a:lnTo>
                      <a:pt x="2639" y="1196"/>
                    </a:lnTo>
                    <a:lnTo>
                      <a:pt x="2635" y="1204"/>
                    </a:lnTo>
                    <a:lnTo>
                      <a:pt x="2631" y="1212"/>
                    </a:lnTo>
                    <a:lnTo>
                      <a:pt x="2627" y="1219"/>
                    </a:lnTo>
                    <a:lnTo>
                      <a:pt x="2615" y="1232"/>
                    </a:lnTo>
                    <a:lnTo>
                      <a:pt x="2601" y="1243"/>
                    </a:lnTo>
                    <a:lnTo>
                      <a:pt x="2593" y="1247"/>
                    </a:lnTo>
                    <a:lnTo>
                      <a:pt x="2586" y="1250"/>
                    </a:lnTo>
                    <a:lnTo>
                      <a:pt x="2576" y="1253"/>
                    </a:lnTo>
                    <a:lnTo>
                      <a:pt x="2567" y="1254"/>
                    </a:lnTo>
                    <a:lnTo>
                      <a:pt x="2559" y="1256"/>
                    </a:lnTo>
                    <a:lnTo>
                      <a:pt x="2549" y="1256"/>
                    </a:lnTo>
                    <a:lnTo>
                      <a:pt x="2549" y="1256"/>
                    </a:lnTo>
                    <a:lnTo>
                      <a:pt x="2545" y="1256"/>
                    </a:lnTo>
                    <a:lnTo>
                      <a:pt x="2545" y="125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56" name="Group 165">
                <a:extLst>
                  <a:ext uri="{FF2B5EF4-FFF2-40B4-BE49-F238E27FC236}">
                    <a16:creationId xmlns:a16="http://schemas.microsoft.com/office/drawing/2014/main" id="{0134390A-C937-7895-98FE-592E73DB5443}"/>
                  </a:ext>
                </a:extLst>
              </p:cNvPr>
              <p:cNvGrpSpPr/>
              <p:nvPr/>
            </p:nvGrpSpPr>
            <p:grpSpPr>
              <a:xfrm rot="3502563">
                <a:off x="5059058" y="2714815"/>
                <a:ext cx="658980" cy="591697"/>
                <a:chOff x="971551" y="0"/>
                <a:chExt cx="7200902" cy="6818311"/>
              </a:xfrm>
            </p:grpSpPr>
            <p:sp>
              <p:nvSpPr>
                <p:cNvPr id="226" name="Freeform 5">
                  <a:extLst>
                    <a:ext uri="{FF2B5EF4-FFF2-40B4-BE49-F238E27FC236}">
                      <a16:creationId xmlns:a16="http://schemas.microsoft.com/office/drawing/2014/main" id="{92E2DFC1-8736-C88C-0B47-9019F9D74D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7" name="Freeform 6">
                  <a:extLst>
                    <a:ext uri="{FF2B5EF4-FFF2-40B4-BE49-F238E27FC236}">
                      <a16:creationId xmlns:a16="http://schemas.microsoft.com/office/drawing/2014/main" id="{B8351ECD-745F-D48E-397C-2B4C0ADB9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7" name="Group 171">
                <a:extLst>
                  <a:ext uri="{FF2B5EF4-FFF2-40B4-BE49-F238E27FC236}">
                    <a16:creationId xmlns:a16="http://schemas.microsoft.com/office/drawing/2014/main" id="{77900CBB-0DB0-CCC2-7E50-9B5933168762}"/>
                  </a:ext>
                </a:extLst>
              </p:cNvPr>
              <p:cNvGrpSpPr/>
              <p:nvPr/>
            </p:nvGrpSpPr>
            <p:grpSpPr>
              <a:xfrm rot="21312991" flipH="1">
                <a:off x="5180347" y="4696231"/>
                <a:ext cx="698708" cy="550197"/>
                <a:chOff x="971551" y="0"/>
                <a:chExt cx="7200902" cy="6818311"/>
              </a:xfrm>
            </p:grpSpPr>
            <p:sp>
              <p:nvSpPr>
                <p:cNvPr id="224" name="Freeform 5">
                  <a:extLst>
                    <a:ext uri="{FF2B5EF4-FFF2-40B4-BE49-F238E27FC236}">
                      <a16:creationId xmlns:a16="http://schemas.microsoft.com/office/drawing/2014/main" id="{7E4C6656-9705-D410-2F8F-FAC0D2B660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22000">
                      <a:srgbClr val="84BC76"/>
                    </a:gs>
                    <a:gs pos="86000">
                      <a:srgbClr val="2F6C1C"/>
                    </a:gs>
                  </a:gsLst>
                  <a:lin ang="18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5" name="Freeform 6">
                  <a:extLst>
                    <a:ext uri="{FF2B5EF4-FFF2-40B4-BE49-F238E27FC236}">
                      <a16:creationId xmlns:a16="http://schemas.microsoft.com/office/drawing/2014/main" id="{63603320-D997-5CF9-A9A0-2B6FE98187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80000">
                      <a:srgbClr val="2E6D26"/>
                    </a:gs>
                  </a:gsLst>
                  <a:lin ang="258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58" name="Freeform 9">
                <a:extLst>
                  <a:ext uri="{FF2B5EF4-FFF2-40B4-BE49-F238E27FC236}">
                    <a16:creationId xmlns:a16="http://schemas.microsoft.com/office/drawing/2014/main" id="{0C8C8D26-1A2C-5B58-3DE9-31E07154A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638" y="4099567"/>
                <a:ext cx="1285555" cy="231133"/>
              </a:xfrm>
              <a:custGeom>
                <a:avLst/>
                <a:gdLst/>
                <a:ahLst/>
                <a:cxnLst>
                  <a:cxn ang="0">
                    <a:pos x="2560" y="473"/>
                  </a:cxn>
                  <a:cxn ang="0">
                    <a:pos x="2412" y="404"/>
                  </a:cxn>
                  <a:cxn ang="0">
                    <a:pos x="2261" y="341"/>
                  </a:cxn>
                  <a:cxn ang="0">
                    <a:pos x="2107" y="283"/>
                  </a:cxn>
                  <a:cxn ang="0">
                    <a:pos x="1951" y="229"/>
                  </a:cxn>
                  <a:cxn ang="0">
                    <a:pos x="1874" y="205"/>
                  </a:cxn>
                  <a:cxn ang="0">
                    <a:pos x="1715" y="161"/>
                  </a:cxn>
                  <a:cxn ang="0">
                    <a:pos x="1554" y="126"/>
                  </a:cxn>
                  <a:cxn ang="0">
                    <a:pos x="1393" y="100"/>
                  </a:cxn>
                  <a:cxn ang="0">
                    <a:pos x="1313" y="92"/>
                  </a:cxn>
                  <a:cxn ang="0">
                    <a:pos x="1149" y="85"/>
                  </a:cxn>
                  <a:cxn ang="0">
                    <a:pos x="984" y="89"/>
                  </a:cxn>
                  <a:cxn ang="0">
                    <a:pos x="818" y="102"/>
                  </a:cxn>
                  <a:cxn ang="0">
                    <a:pos x="653" y="120"/>
                  </a:cxn>
                  <a:cxn ang="0">
                    <a:pos x="571" y="131"/>
                  </a:cxn>
                  <a:cxn ang="0">
                    <a:pos x="407" y="158"/>
                  </a:cxn>
                  <a:cxn ang="0">
                    <a:pos x="243" y="191"/>
                  </a:cxn>
                  <a:cxn ang="0">
                    <a:pos x="81" y="229"/>
                  </a:cxn>
                  <a:cxn ang="0">
                    <a:pos x="0" y="250"/>
                  </a:cxn>
                  <a:cxn ang="0">
                    <a:pos x="159" y="198"/>
                  </a:cxn>
                  <a:cxn ang="0">
                    <a:pos x="320" y="153"/>
                  </a:cxn>
                  <a:cxn ang="0">
                    <a:pos x="482" y="110"/>
                  </a:cxn>
                  <a:cxn ang="0">
                    <a:pos x="646" y="75"/>
                  </a:cxn>
                  <a:cxn ang="0">
                    <a:pos x="728" y="59"/>
                  </a:cxn>
                  <a:cxn ang="0">
                    <a:pos x="895" y="32"/>
                  </a:cxn>
                  <a:cxn ang="0">
                    <a:pos x="1061" y="13"/>
                  </a:cxn>
                  <a:cxn ang="0">
                    <a:pos x="1231" y="1"/>
                  </a:cxn>
                  <a:cxn ang="0">
                    <a:pos x="1317" y="0"/>
                  </a:cxn>
                  <a:cxn ang="0">
                    <a:pos x="1487" y="10"/>
                  </a:cxn>
                  <a:cxn ang="0">
                    <a:pos x="1656" y="30"/>
                  </a:cxn>
                  <a:cxn ang="0">
                    <a:pos x="1823" y="61"/>
                  </a:cxn>
                  <a:cxn ang="0">
                    <a:pos x="1989" y="97"/>
                  </a:cxn>
                  <a:cxn ang="0">
                    <a:pos x="2071" y="119"/>
                  </a:cxn>
                  <a:cxn ang="0">
                    <a:pos x="2234" y="165"/>
                  </a:cxn>
                  <a:cxn ang="0">
                    <a:pos x="2395" y="218"/>
                  </a:cxn>
                  <a:cxn ang="0">
                    <a:pos x="2556" y="276"/>
                  </a:cxn>
                  <a:cxn ang="0">
                    <a:pos x="2635" y="307"/>
                  </a:cxn>
                  <a:cxn ang="0">
                    <a:pos x="2652" y="315"/>
                  </a:cxn>
                  <a:cxn ang="0">
                    <a:pos x="2666" y="326"/>
                  </a:cxn>
                  <a:cxn ang="0">
                    <a:pos x="2677" y="341"/>
                  </a:cxn>
                  <a:cxn ang="0">
                    <a:pos x="2690" y="373"/>
                  </a:cxn>
                  <a:cxn ang="0">
                    <a:pos x="2693" y="390"/>
                  </a:cxn>
                  <a:cxn ang="0">
                    <a:pos x="2692" y="408"/>
                  </a:cxn>
                  <a:cxn ang="0">
                    <a:pos x="2686" y="425"/>
                  </a:cxn>
                  <a:cxn ang="0">
                    <a:pos x="2682" y="434"/>
                  </a:cxn>
                  <a:cxn ang="0">
                    <a:pos x="2672" y="449"/>
                  </a:cxn>
                  <a:cxn ang="0">
                    <a:pos x="2659" y="462"/>
                  </a:cxn>
                  <a:cxn ang="0">
                    <a:pos x="2638" y="476"/>
                  </a:cxn>
                  <a:cxn ang="0">
                    <a:pos x="2612" y="482"/>
                  </a:cxn>
                  <a:cxn ang="0">
                    <a:pos x="2594" y="483"/>
                  </a:cxn>
                  <a:cxn ang="0">
                    <a:pos x="2577" y="479"/>
                  </a:cxn>
                  <a:cxn ang="0">
                    <a:pos x="2567" y="476"/>
                  </a:cxn>
                  <a:cxn ang="0">
                    <a:pos x="2560" y="473"/>
                  </a:cxn>
                </a:cxnLst>
                <a:rect l="0" t="0" r="r" b="b"/>
                <a:pathLst>
                  <a:path w="2693" h="483">
                    <a:moveTo>
                      <a:pt x="2560" y="473"/>
                    </a:moveTo>
                    <a:lnTo>
                      <a:pt x="2560" y="473"/>
                    </a:lnTo>
                    <a:lnTo>
                      <a:pt x="2487" y="438"/>
                    </a:lnTo>
                    <a:lnTo>
                      <a:pt x="2412" y="404"/>
                    </a:lnTo>
                    <a:lnTo>
                      <a:pt x="2337" y="372"/>
                    </a:lnTo>
                    <a:lnTo>
                      <a:pt x="2261" y="341"/>
                    </a:lnTo>
                    <a:lnTo>
                      <a:pt x="2184" y="311"/>
                    </a:lnTo>
                    <a:lnTo>
                      <a:pt x="2107" y="283"/>
                    </a:lnTo>
                    <a:lnTo>
                      <a:pt x="2029" y="254"/>
                    </a:lnTo>
                    <a:lnTo>
                      <a:pt x="1951" y="229"/>
                    </a:lnTo>
                    <a:lnTo>
                      <a:pt x="1951" y="229"/>
                    </a:lnTo>
                    <a:lnTo>
                      <a:pt x="1874" y="205"/>
                    </a:lnTo>
                    <a:lnTo>
                      <a:pt x="1795" y="182"/>
                    </a:lnTo>
                    <a:lnTo>
                      <a:pt x="1715" y="161"/>
                    </a:lnTo>
                    <a:lnTo>
                      <a:pt x="1635" y="141"/>
                    </a:lnTo>
                    <a:lnTo>
                      <a:pt x="1554" y="126"/>
                    </a:lnTo>
                    <a:lnTo>
                      <a:pt x="1474" y="112"/>
                    </a:lnTo>
                    <a:lnTo>
                      <a:pt x="1393" y="100"/>
                    </a:lnTo>
                    <a:lnTo>
                      <a:pt x="1313" y="92"/>
                    </a:lnTo>
                    <a:lnTo>
                      <a:pt x="1313" y="92"/>
                    </a:lnTo>
                    <a:lnTo>
                      <a:pt x="1231" y="88"/>
                    </a:lnTo>
                    <a:lnTo>
                      <a:pt x="1149" y="85"/>
                    </a:lnTo>
                    <a:lnTo>
                      <a:pt x="1067" y="86"/>
                    </a:lnTo>
                    <a:lnTo>
                      <a:pt x="984" y="89"/>
                    </a:lnTo>
                    <a:lnTo>
                      <a:pt x="902" y="95"/>
                    </a:lnTo>
                    <a:lnTo>
                      <a:pt x="818" y="102"/>
                    </a:lnTo>
                    <a:lnTo>
                      <a:pt x="736" y="110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571" y="131"/>
                    </a:lnTo>
                    <a:lnTo>
                      <a:pt x="489" y="144"/>
                    </a:lnTo>
                    <a:lnTo>
                      <a:pt x="407" y="158"/>
                    </a:lnTo>
                    <a:lnTo>
                      <a:pt x="325" y="174"/>
                    </a:lnTo>
                    <a:lnTo>
                      <a:pt x="243" y="191"/>
                    </a:lnTo>
                    <a:lnTo>
                      <a:pt x="161" y="209"/>
                    </a:lnTo>
                    <a:lnTo>
                      <a:pt x="81" y="229"/>
                    </a:lnTo>
                    <a:lnTo>
                      <a:pt x="0" y="250"/>
                    </a:lnTo>
                    <a:lnTo>
                      <a:pt x="0" y="250"/>
                    </a:lnTo>
                    <a:lnTo>
                      <a:pt x="80" y="223"/>
                    </a:lnTo>
                    <a:lnTo>
                      <a:pt x="159" y="198"/>
                    </a:lnTo>
                    <a:lnTo>
                      <a:pt x="239" y="174"/>
                    </a:lnTo>
                    <a:lnTo>
                      <a:pt x="320" y="153"/>
                    </a:lnTo>
                    <a:lnTo>
                      <a:pt x="400" y="130"/>
                    </a:lnTo>
                    <a:lnTo>
                      <a:pt x="482" y="110"/>
                    </a:lnTo>
                    <a:lnTo>
                      <a:pt x="564" y="92"/>
                    </a:lnTo>
                    <a:lnTo>
                      <a:pt x="646" y="75"/>
                    </a:lnTo>
                    <a:lnTo>
                      <a:pt x="646" y="75"/>
                    </a:lnTo>
                    <a:lnTo>
                      <a:pt x="728" y="59"/>
                    </a:lnTo>
                    <a:lnTo>
                      <a:pt x="811" y="45"/>
                    </a:lnTo>
                    <a:lnTo>
                      <a:pt x="895" y="32"/>
                    </a:lnTo>
                    <a:lnTo>
                      <a:pt x="978" y="21"/>
                    </a:lnTo>
                    <a:lnTo>
                      <a:pt x="1061" y="13"/>
                    </a:lnTo>
                    <a:lnTo>
                      <a:pt x="1146" y="6"/>
                    </a:lnTo>
                    <a:lnTo>
                      <a:pt x="1231" y="1"/>
                    </a:lnTo>
                    <a:lnTo>
                      <a:pt x="1317" y="0"/>
                    </a:lnTo>
                    <a:lnTo>
                      <a:pt x="1317" y="0"/>
                    </a:lnTo>
                    <a:lnTo>
                      <a:pt x="1402" y="3"/>
                    </a:lnTo>
                    <a:lnTo>
                      <a:pt x="1487" y="10"/>
                    </a:lnTo>
                    <a:lnTo>
                      <a:pt x="1571" y="18"/>
                    </a:lnTo>
                    <a:lnTo>
                      <a:pt x="1656" y="30"/>
                    </a:lnTo>
                    <a:lnTo>
                      <a:pt x="1739" y="44"/>
                    </a:lnTo>
                    <a:lnTo>
                      <a:pt x="1823" y="61"/>
                    </a:lnTo>
                    <a:lnTo>
                      <a:pt x="1906" y="78"/>
                    </a:lnTo>
                    <a:lnTo>
                      <a:pt x="1989" y="97"/>
                    </a:lnTo>
                    <a:lnTo>
                      <a:pt x="1989" y="97"/>
                    </a:lnTo>
                    <a:lnTo>
                      <a:pt x="2071" y="119"/>
                    </a:lnTo>
                    <a:lnTo>
                      <a:pt x="2153" y="141"/>
                    </a:lnTo>
                    <a:lnTo>
                      <a:pt x="2234" y="165"/>
                    </a:lnTo>
                    <a:lnTo>
                      <a:pt x="2314" y="191"/>
                    </a:lnTo>
                    <a:lnTo>
                      <a:pt x="2395" y="218"/>
                    </a:lnTo>
                    <a:lnTo>
                      <a:pt x="2475" y="246"/>
                    </a:lnTo>
                    <a:lnTo>
                      <a:pt x="2556" y="276"/>
                    </a:lnTo>
                    <a:lnTo>
                      <a:pt x="2635" y="307"/>
                    </a:lnTo>
                    <a:lnTo>
                      <a:pt x="2635" y="307"/>
                    </a:lnTo>
                    <a:lnTo>
                      <a:pt x="2644" y="311"/>
                    </a:lnTo>
                    <a:lnTo>
                      <a:pt x="2652" y="315"/>
                    </a:lnTo>
                    <a:lnTo>
                      <a:pt x="2659" y="321"/>
                    </a:lnTo>
                    <a:lnTo>
                      <a:pt x="2666" y="326"/>
                    </a:lnTo>
                    <a:lnTo>
                      <a:pt x="2672" y="333"/>
                    </a:lnTo>
                    <a:lnTo>
                      <a:pt x="2677" y="341"/>
                    </a:lnTo>
                    <a:lnTo>
                      <a:pt x="2686" y="356"/>
                    </a:lnTo>
                    <a:lnTo>
                      <a:pt x="2690" y="373"/>
                    </a:lnTo>
                    <a:lnTo>
                      <a:pt x="2692" y="381"/>
                    </a:lnTo>
                    <a:lnTo>
                      <a:pt x="2693" y="390"/>
                    </a:lnTo>
                    <a:lnTo>
                      <a:pt x="2693" y="398"/>
                    </a:lnTo>
                    <a:lnTo>
                      <a:pt x="2692" y="408"/>
                    </a:lnTo>
                    <a:lnTo>
                      <a:pt x="2689" y="417"/>
                    </a:lnTo>
                    <a:lnTo>
                      <a:pt x="2686" y="425"/>
                    </a:lnTo>
                    <a:lnTo>
                      <a:pt x="2686" y="425"/>
                    </a:lnTo>
                    <a:lnTo>
                      <a:pt x="2682" y="434"/>
                    </a:lnTo>
                    <a:lnTo>
                      <a:pt x="2677" y="442"/>
                    </a:lnTo>
                    <a:lnTo>
                      <a:pt x="2672" y="449"/>
                    </a:lnTo>
                    <a:lnTo>
                      <a:pt x="2666" y="456"/>
                    </a:lnTo>
                    <a:lnTo>
                      <a:pt x="2659" y="462"/>
                    </a:lnTo>
                    <a:lnTo>
                      <a:pt x="2653" y="468"/>
                    </a:lnTo>
                    <a:lnTo>
                      <a:pt x="2638" y="476"/>
                    </a:lnTo>
                    <a:lnTo>
                      <a:pt x="2621" y="480"/>
                    </a:lnTo>
                    <a:lnTo>
                      <a:pt x="2612" y="482"/>
                    </a:lnTo>
                    <a:lnTo>
                      <a:pt x="2603" y="483"/>
                    </a:lnTo>
                    <a:lnTo>
                      <a:pt x="2594" y="483"/>
                    </a:lnTo>
                    <a:lnTo>
                      <a:pt x="2586" y="482"/>
                    </a:lnTo>
                    <a:lnTo>
                      <a:pt x="2577" y="479"/>
                    </a:lnTo>
                    <a:lnTo>
                      <a:pt x="2567" y="476"/>
                    </a:lnTo>
                    <a:lnTo>
                      <a:pt x="2567" y="476"/>
                    </a:lnTo>
                    <a:lnTo>
                      <a:pt x="2562" y="473"/>
                    </a:lnTo>
                    <a:lnTo>
                      <a:pt x="2560" y="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360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7">
                <a:extLst>
                  <a:ext uri="{FF2B5EF4-FFF2-40B4-BE49-F238E27FC236}">
                    <a16:creationId xmlns:a16="http://schemas.microsoft.com/office/drawing/2014/main" id="{40F8635A-0D66-F025-1E46-36CD4A4D4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9348" y="589355"/>
                <a:ext cx="426652" cy="5227245"/>
              </a:xfrm>
              <a:custGeom>
                <a:avLst/>
                <a:gdLst/>
                <a:ahLst/>
                <a:cxnLst>
                  <a:cxn ang="0">
                    <a:pos x="85" y="8177"/>
                  </a:cxn>
                  <a:cxn ang="0">
                    <a:pos x="198" y="7659"/>
                  </a:cxn>
                  <a:cxn ang="0">
                    <a:pos x="268" y="7269"/>
                  </a:cxn>
                  <a:cxn ang="0">
                    <a:pos x="336" y="6747"/>
                  </a:cxn>
                  <a:cxn ang="0">
                    <a:pos x="357" y="6422"/>
                  </a:cxn>
                  <a:cxn ang="0">
                    <a:pos x="357" y="6228"/>
                  </a:cxn>
                  <a:cxn ang="0">
                    <a:pos x="342" y="6039"/>
                  </a:cxn>
                  <a:cxn ang="0">
                    <a:pos x="315" y="5888"/>
                  </a:cxn>
                  <a:cxn ang="0">
                    <a:pos x="275" y="5719"/>
                  </a:cxn>
                  <a:cxn ang="0">
                    <a:pos x="203" y="5320"/>
                  </a:cxn>
                  <a:cxn ang="0">
                    <a:pos x="147" y="4918"/>
                  </a:cxn>
                  <a:cxn ang="0">
                    <a:pos x="87" y="4383"/>
                  </a:cxn>
                  <a:cxn ang="0">
                    <a:pos x="52" y="3982"/>
                  </a:cxn>
                  <a:cxn ang="0">
                    <a:pos x="18" y="3445"/>
                  </a:cxn>
                  <a:cxn ang="0">
                    <a:pos x="4" y="3042"/>
                  </a:cxn>
                  <a:cxn ang="0">
                    <a:pos x="3" y="2504"/>
                  </a:cxn>
                  <a:cxn ang="0">
                    <a:pos x="22" y="2100"/>
                  </a:cxn>
                  <a:cxn ang="0">
                    <a:pos x="61" y="1765"/>
                  </a:cxn>
                  <a:cxn ang="0">
                    <a:pos x="99" y="1564"/>
                  </a:cxn>
                  <a:cxn ang="0">
                    <a:pos x="134" y="1433"/>
                  </a:cxn>
                  <a:cxn ang="0">
                    <a:pos x="179" y="1306"/>
                  </a:cxn>
                  <a:cxn ang="0">
                    <a:pos x="257" y="1051"/>
                  </a:cxn>
                  <a:cxn ang="0">
                    <a:pos x="299" y="856"/>
                  </a:cxn>
                  <a:cxn ang="0">
                    <a:pos x="333" y="592"/>
                  </a:cxn>
                  <a:cxn ang="0">
                    <a:pos x="336" y="393"/>
                  </a:cxn>
                  <a:cxn ang="0">
                    <a:pos x="316" y="194"/>
                  </a:cxn>
                  <a:cxn ang="0">
                    <a:pos x="288" y="64"/>
                  </a:cxn>
                  <a:cxn ang="0">
                    <a:pos x="280" y="31"/>
                  </a:cxn>
                  <a:cxn ang="0">
                    <a:pos x="318" y="160"/>
                  </a:cxn>
                  <a:cxn ang="0">
                    <a:pos x="345" y="325"/>
                  </a:cxn>
                  <a:cxn ang="0">
                    <a:pos x="357" y="526"/>
                  </a:cxn>
                  <a:cxn ang="0">
                    <a:pos x="340" y="795"/>
                  </a:cxn>
                  <a:cxn ang="0">
                    <a:pos x="296" y="1061"/>
                  </a:cxn>
                  <a:cxn ang="0">
                    <a:pos x="247" y="1257"/>
                  </a:cxn>
                  <a:cxn ang="0">
                    <a:pos x="198" y="1417"/>
                  </a:cxn>
                  <a:cxn ang="0">
                    <a:pos x="158" y="1577"/>
                  </a:cxn>
                  <a:cxn ang="0">
                    <a:pos x="130" y="1773"/>
                  </a:cxn>
                  <a:cxn ang="0">
                    <a:pos x="104" y="2104"/>
                  </a:cxn>
                  <a:cxn ang="0">
                    <a:pos x="100" y="2504"/>
                  </a:cxn>
                  <a:cxn ang="0">
                    <a:pos x="121" y="3036"/>
                  </a:cxn>
                  <a:cxn ang="0">
                    <a:pos x="151" y="3436"/>
                  </a:cxn>
                  <a:cxn ang="0">
                    <a:pos x="205" y="3966"/>
                  </a:cxn>
                  <a:cxn ang="0">
                    <a:pos x="256" y="4363"/>
                  </a:cxn>
                  <a:cxn ang="0">
                    <a:pos x="335" y="4892"/>
                  </a:cxn>
                  <a:cxn ang="0">
                    <a:pos x="405" y="5284"/>
                  </a:cxn>
                  <a:cxn ang="0">
                    <a:pos x="507" y="5734"/>
                  </a:cxn>
                  <a:cxn ang="0">
                    <a:pos x="544" y="5864"/>
                  </a:cxn>
                  <a:cxn ang="0">
                    <a:pos x="573" y="6005"/>
                  </a:cxn>
                  <a:cxn ang="0">
                    <a:pos x="597" y="6215"/>
                  </a:cxn>
                  <a:cxn ang="0">
                    <a:pos x="604" y="6423"/>
                  </a:cxn>
                  <a:cxn ang="0">
                    <a:pos x="597" y="6766"/>
                  </a:cxn>
                  <a:cxn ang="0">
                    <a:pos x="547" y="7309"/>
                  </a:cxn>
                  <a:cxn ang="0">
                    <a:pos x="490" y="7712"/>
                  </a:cxn>
                  <a:cxn ang="0">
                    <a:pos x="395" y="8246"/>
                  </a:cxn>
                  <a:cxn ang="0">
                    <a:pos x="335" y="8528"/>
                  </a:cxn>
                  <a:cxn ang="0">
                    <a:pos x="302" y="8583"/>
                  </a:cxn>
                  <a:cxn ang="0">
                    <a:pos x="253" y="8623"/>
                  </a:cxn>
                  <a:cxn ang="0">
                    <a:pos x="192" y="8640"/>
                  </a:cxn>
                  <a:cxn ang="0">
                    <a:pos x="144" y="8636"/>
                  </a:cxn>
                  <a:cxn ang="0">
                    <a:pos x="83" y="8610"/>
                  </a:cxn>
                  <a:cxn ang="0">
                    <a:pos x="41" y="8565"/>
                  </a:cxn>
                  <a:cxn ang="0">
                    <a:pos x="17" y="8506"/>
                  </a:cxn>
                  <a:cxn ang="0">
                    <a:pos x="18" y="8441"/>
                  </a:cxn>
                </a:cxnLst>
                <a:rect l="0" t="0" r="r" b="b"/>
                <a:pathLst>
                  <a:path w="606" h="8640">
                    <a:moveTo>
                      <a:pt x="21" y="8432"/>
                    </a:moveTo>
                    <a:lnTo>
                      <a:pt x="21" y="8432"/>
                    </a:lnTo>
                    <a:lnTo>
                      <a:pt x="54" y="8305"/>
                    </a:lnTo>
                    <a:lnTo>
                      <a:pt x="85" y="8177"/>
                    </a:lnTo>
                    <a:lnTo>
                      <a:pt x="114" y="8048"/>
                    </a:lnTo>
                    <a:lnTo>
                      <a:pt x="144" y="7919"/>
                    </a:lnTo>
                    <a:lnTo>
                      <a:pt x="171" y="7789"/>
                    </a:lnTo>
                    <a:lnTo>
                      <a:pt x="198" y="7659"/>
                    </a:lnTo>
                    <a:lnTo>
                      <a:pt x="223" y="7529"/>
                    </a:lnTo>
                    <a:lnTo>
                      <a:pt x="246" y="7399"/>
                    </a:lnTo>
                    <a:lnTo>
                      <a:pt x="246" y="7399"/>
                    </a:lnTo>
                    <a:lnTo>
                      <a:pt x="268" y="7269"/>
                    </a:lnTo>
                    <a:lnTo>
                      <a:pt x="288" y="7139"/>
                    </a:lnTo>
                    <a:lnTo>
                      <a:pt x="306" y="7008"/>
                    </a:lnTo>
                    <a:lnTo>
                      <a:pt x="323" y="6878"/>
                    </a:lnTo>
                    <a:lnTo>
                      <a:pt x="336" y="6747"/>
                    </a:lnTo>
                    <a:lnTo>
                      <a:pt x="347" y="6617"/>
                    </a:lnTo>
                    <a:lnTo>
                      <a:pt x="352" y="6552"/>
                    </a:lnTo>
                    <a:lnTo>
                      <a:pt x="354" y="6487"/>
                    </a:lnTo>
                    <a:lnTo>
                      <a:pt x="357" y="6422"/>
                    </a:lnTo>
                    <a:lnTo>
                      <a:pt x="359" y="6357"/>
                    </a:lnTo>
                    <a:lnTo>
                      <a:pt x="359" y="6357"/>
                    </a:lnTo>
                    <a:lnTo>
                      <a:pt x="359" y="6292"/>
                    </a:lnTo>
                    <a:lnTo>
                      <a:pt x="357" y="6228"/>
                    </a:lnTo>
                    <a:lnTo>
                      <a:pt x="353" y="6165"/>
                    </a:lnTo>
                    <a:lnTo>
                      <a:pt x="349" y="6101"/>
                    </a:lnTo>
                    <a:lnTo>
                      <a:pt x="349" y="6101"/>
                    </a:lnTo>
                    <a:lnTo>
                      <a:pt x="342" y="6039"/>
                    </a:lnTo>
                    <a:lnTo>
                      <a:pt x="333" y="5977"/>
                    </a:lnTo>
                    <a:lnTo>
                      <a:pt x="333" y="5977"/>
                    </a:lnTo>
                    <a:lnTo>
                      <a:pt x="322" y="5917"/>
                    </a:lnTo>
                    <a:lnTo>
                      <a:pt x="315" y="5888"/>
                    </a:lnTo>
                    <a:lnTo>
                      <a:pt x="306" y="5855"/>
                    </a:lnTo>
                    <a:lnTo>
                      <a:pt x="306" y="5855"/>
                    </a:lnTo>
                    <a:lnTo>
                      <a:pt x="291" y="5787"/>
                    </a:lnTo>
                    <a:lnTo>
                      <a:pt x="275" y="5719"/>
                    </a:lnTo>
                    <a:lnTo>
                      <a:pt x="263" y="5653"/>
                    </a:lnTo>
                    <a:lnTo>
                      <a:pt x="250" y="5587"/>
                    </a:lnTo>
                    <a:lnTo>
                      <a:pt x="226" y="5452"/>
                    </a:lnTo>
                    <a:lnTo>
                      <a:pt x="203" y="5320"/>
                    </a:lnTo>
                    <a:lnTo>
                      <a:pt x="203" y="5320"/>
                    </a:lnTo>
                    <a:lnTo>
                      <a:pt x="183" y="5185"/>
                    </a:lnTo>
                    <a:lnTo>
                      <a:pt x="165" y="5053"/>
                    </a:lnTo>
                    <a:lnTo>
                      <a:pt x="147" y="4918"/>
                    </a:lnTo>
                    <a:lnTo>
                      <a:pt x="131" y="4784"/>
                    </a:lnTo>
                    <a:lnTo>
                      <a:pt x="116" y="4651"/>
                    </a:lnTo>
                    <a:lnTo>
                      <a:pt x="100" y="4517"/>
                    </a:lnTo>
                    <a:lnTo>
                      <a:pt x="87" y="4383"/>
                    </a:lnTo>
                    <a:lnTo>
                      <a:pt x="75" y="4250"/>
                    </a:lnTo>
                    <a:lnTo>
                      <a:pt x="75" y="4250"/>
                    </a:lnTo>
                    <a:lnTo>
                      <a:pt x="63" y="4116"/>
                    </a:lnTo>
                    <a:lnTo>
                      <a:pt x="52" y="3982"/>
                    </a:lnTo>
                    <a:lnTo>
                      <a:pt x="42" y="3847"/>
                    </a:lnTo>
                    <a:lnTo>
                      <a:pt x="32" y="3713"/>
                    </a:lnTo>
                    <a:lnTo>
                      <a:pt x="25" y="3579"/>
                    </a:lnTo>
                    <a:lnTo>
                      <a:pt x="18" y="3445"/>
                    </a:lnTo>
                    <a:lnTo>
                      <a:pt x="13" y="3310"/>
                    </a:lnTo>
                    <a:lnTo>
                      <a:pt x="7" y="3176"/>
                    </a:lnTo>
                    <a:lnTo>
                      <a:pt x="7" y="3176"/>
                    </a:lnTo>
                    <a:lnTo>
                      <a:pt x="4" y="3042"/>
                    </a:lnTo>
                    <a:lnTo>
                      <a:pt x="1" y="2906"/>
                    </a:lnTo>
                    <a:lnTo>
                      <a:pt x="0" y="2772"/>
                    </a:lnTo>
                    <a:lnTo>
                      <a:pt x="1" y="2638"/>
                    </a:lnTo>
                    <a:lnTo>
                      <a:pt x="3" y="2504"/>
                    </a:lnTo>
                    <a:lnTo>
                      <a:pt x="7" y="2368"/>
                    </a:lnTo>
                    <a:lnTo>
                      <a:pt x="14" y="2234"/>
                    </a:lnTo>
                    <a:lnTo>
                      <a:pt x="22" y="2100"/>
                    </a:lnTo>
                    <a:lnTo>
                      <a:pt x="22" y="2100"/>
                    </a:lnTo>
                    <a:lnTo>
                      <a:pt x="35" y="1965"/>
                    </a:lnTo>
                    <a:lnTo>
                      <a:pt x="42" y="1898"/>
                    </a:lnTo>
                    <a:lnTo>
                      <a:pt x="51" y="1831"/>
                    </a:lnTo>
                    <a:lnTo>
                      <a:pt x="61" y="1765"/>
                    </a:lnTo>
                    <a:lnTo>
                      <a:pt x="72" y="1697"/>
                    </a:lnTo>
                    <a:lnTo>
                      <a:pt x="85" y="1631"/>
                    </a:lnTo>
                    <a:lnTo>
                      <a:pt x="99" y="1564"/>
                    </a:lnTo>
                    <a:lnTo>
                      <a:pt x="99" y="1564"/>
                    </a:lnTo>
                    <a:lnTo>
                      <a:pt x="116" y="1498"/>
                    </a:lnTo>
                    <a:lnTo>
                      <a:pt x="124" y="1465"/>
                    </a:lnTo>
                    <a:lnTo>
                      <a:pt x="134" y="1433"/>
                    </a:lnTo>
                    <a:lnTo>
                      <a:pt x="134" y="1433"/>
                    </a:lnTo>
                    <a:lnTo>
                      <a:pt x="145" y="1400"/>
                    </a:lnTo>
                    <a:lnTo>
                      <a:pt x="157" y="1369"/>
                    </a:lnTo>
                    <a:lnTo>
                      <a:pt x="179" y="1306"/>
                    </a:lnTo>
                    <a:lnTo>
                      <a:pt x="179" y="1306"/>
                    </a:lnTo>
                    <a:lnTo>
                      <a:pt x="200" y="1243"/>
                    </a:lnTo>
                    <a:lnTo>
                      <a:pt x="220" y="1180"/>
                    </a:lnTo>
                    <a:lnTo>
                      <a:pt x="239" y="1116"/>
                    </a:lnTo>
                    <a:lnTo>
                      <a:pt x="257" y="1051"/>
                    </a:lnTo>
                    <a:lnTo>
                      <a:pt x="257" y="1051"/>
                    </a:lnTo>
                    <a:lnTo>
                      <a:pt x="272" y="986"/>
                    </a:lnTo>
                    <a:lnTo>
                      <a:pt x="287" y="921"/>
                    </a:lnTo>
                    <a:lnTo>
                      <a:pt x="299" y="856"/>
                    </a:lnTo>
                    <a:lnTo>
                      <a:pt x="311" y="791"/>
                    </a:lnTo>
                    <a:lnTo>
                      <a:pt x="321" y="725"/>
                    </a:lnTo>
                    <a:lnTo>
                      <a:pt x="328" y="658"/>
                    </a:lnTo>
                    <a:lnTo>
                      <a:pt x="333" y="592"/>
                    </a:lnTo>
                    <a:lnTo>
                      <a:pt x="336" y="526"/>
                    </a:lnTo>
                    <a:lnTo>
                      <a:pt x="336" y="526"/>
                    </a:lnTo>
                    <a:lnTo>
                      <a:pt x="337" y="459"/>
                    </a:lnTo>
                    <a:lnTo>
                      <a:pt x="336" y="393"/>
                    </a:lnTo>
                    <a:lnTo>
                      <a:pt x="332" y="326"/>
                    </a:lnTo>
                    <a:lnTo>
                      <a:pt x="326" y="260"/>
                    </a:lnTo>
                    <a:lnTo>
                      <a:pt x="326" y="260"/>
                    </a:lnTo>
                    <a:lnTo>
                      <a:pt x="316" y="194"/>
                    </a:lnTo>
                    <a:lnTo>
                      <a:pt x="311" y="161"/>
                    </a:lnTo>
                    <a:lnTo>
                      <a:pt x="305" y="127"/>
                    </a:lnTo>
                    <a:lnTo>
                      <a:pt x="296" y="95"/>
                    </a:lnTo>
                    <a:lnTo>
                      <a:pt x="288" y="64"/>
                    </a:lnTo>
                    <a:lnTo>
                      <a:pt x="278" y="31"/>
                    </a:lnTo>
                    <a:lnTo>
                      <a:pt x="267" y="0"/>
                    </a:lnTo>
                    <a:lnTo>
                      <a:pt x="267" y="0"/>
                    </a:lnTo>
                    <a:lnTo>
                      <a:pt x="280" y="31"/>
                    </a:lnTo>
                    <a:lnTo>
                      <a:pt x="291" y="62"/>
                    </a:lnTo>
                    <a:lnTo>
                      <a:pt x="301" y="95"/>
                    </a:lnTo>
                    <a:lnTo>
                      <a:pt x="309" y="127"/>
                    </a:lnTo>
                    <a:lnTo>
                      <a:pt x="318" y="160"/>
                    </a:lnTo>
                    <a:lnTo>
                      <a:pt x="325" y="192"/>
                    </a:lnTo>
                    <a:lnTo>
                      <a:pt x="336" y="259"/>
                    </a:lnTo>
                    <a:lnTo>
                      <a:pt x="336" y="259"/>
                    </a:lnTo>
                    <a:lnTo>
                      <a:pt x="345" y="325"/>
                    </a:lnTo>
                    <a:lnTo>
                      <a:pt x="352" y="391"/>
                    </a:lnTo>
                    <a:lnTo>
                      <a:pt x="356" y="459"/>
                    </a:lnTo>
                    <a:lnTo>
                      <a:pt x="357" y="526"/>
                    </a:lnTo>
                    <a:lnTo>
                      <a:pt x="357" y="526"/>
                    </a:lnTo>
                    <a:lnTo>
                      <a:pt x="356" y="593"/>
                    </a:lnTo>
                    <a:lnTo>
                      <a:pt x="353" y="661"/>
                    </a:lnTo>
                    <a:lnTo>
                      <a:pt x="347" y="728"/>
                    </a:lnTo>
                    <a:lnTo>
                      <a:pt x="340" y="795"/>
                    </a:lnTo>
                    <a:lnTo>
                      <a:pt x="332" y="862"/>
                    </a:lnTo>
                    <a:lnTo>
                      <a:pt x="322" y="928"/>
                    </a:lnTo>
                    <a:lnTo>
                      <a:pt x="311" y="995"/>
                    </a:lnTo>
                    <a:lnTo>
                      <a:pt x="296" y="1061"/>
                    </a:lnTo>
                    <a:lnTo>
                      <a:pt x="296" y="1061"/>
                    </a:lnTo>
                    <a:lnTo>
                      <a:pt x="281" y="1126"/>
                    </a:lnTo>
                    <a:lnTo>
                      <a:pt x="265" y="1193"/>
                    </a:lnTo>
                    <a:lnTo>
                      <a:pt x="247" y="1257"/>
                    </a:lnTo>
                    <a:lnTo>
                      <a:pt x="227" y="1322"/>
                    </a:lnTo>
                    <a:lnTo>
                      <a:pt x="227" y="1322"/>
                    </a:lnTo>
                    <a:lnTo>
                      <a:pt x="207" y="1386"/>
                    </a:lnTo>
                    <a:lnTo>
                      <a:pt x="198" y="1417"/>
                    </a:lnTo>
                    <a:lnTo>
                      <a:pt x="188" y="1448"/>
                    </a:lnTo>
                    <a:lnTo>
                      <a:pt x="188" y="1448"/>
                    </a:lnTo>
                    <a:lnTo>
                      <a:pt x="172" y="1513"/>
                    </a:lnTo>
                    <a:lnTo>
                      <a:pt x="158" y="1577"/>
                    </a:lnTo>
                    <a:lnTo>
                      <a:pt x="158" y="1577"/>
                    </a:lnTo>
                    <a:lnTo>
                      <a:pt x="147" y="1642"/>
                    </a:lnTo>
                    <a:lnTo>
                      <a:pt x="137" y="1708"/>
                    </a:lnTo>
                    <a:lnTo>
                      <a:pt x="130" y="1773"/>
                    </a:lnTo>
                    <a:lnTo>
                      <a:pt x="123" y="1840"/>
                    </a:lnTo>
                    <a:lnTo>
                      <a:pt x="116" y="1906"/>
                    </a:lnTo>
                    <a:lnTo>
                      <a:pt x="111" y="1971"/>
                    </a:lnTo>
                    <a:lnTo>
                      <a:pt x="104" y="2104"/>
                    </a:lnTo>
                    <a:lnTo>
                      <a:pt x="104" y="2104"/>
                    </a:lnTo>
                    <a:lnTo>
                      <a:pt x="102" y="2238"/>
                    </a:lnTo>
                    <a:lnTo>
                      <a:pt x="100" y="2371"/>
                    </a:lnTo>
                    <a:lnTo>
                      <a:pt x="100" y="2504"/>
                    </a:lnTo>
                    <a:lnTo>
                      <a:pt x="103" y="2637"/>
                    </a:lnTo>
                    <a:lnTo>
                      <a:pt x="107" y="2771"/>
                    </a:lnTo>
                    <a:lnTo>
                      <a:pt x="114" y="2904"/>
                    </a:lnTo>
                    <a:lnTo>
                      <a:pt x="121" y="3036"/>
                    </a:lnTo>
                    <a:lnTo>
                      <a:pt x="130" y="3169"/>
                    </a:lnTo>
                    <a:lnTo>
                      <a:pt x="130" y="3169"/>
                    </a:lnTo>
                    <a:lnTo>
                      <a:pt x="140" y="3303"/>
                    </a:lnTo>
                    <a:lnTo>
                      <a:pt x="151" y="3436"/>
                    </a:lnTo>
                    <a:lnTo>
                      <a:pt x="162" y="3569"/>
                    </a:lnTo>
                    <a:lnTo>
                      <a:pt x="176" y="3702"/>
                    </a:lnTo>
                    <a:lnTo>
                      <a:pt x="191" y="3835"/>
                    </a:lnTo>
                    <a:lnTo>
                      <a:pt x="205" y="3966"/>
                    </a:lnTo>
                    <a:lnTo>
                      <a:pt x="220" y="4099"/>
                    </a:lnTo>
                    <a:lnTo>
                      <a:pt x="237" y="4232"/>
                    </a:lnTo>
                    <a:lnTo>
                      <a:pt x="237" y="4232"/>
                    </a:lnTo>
                    <a:lnTo>
                      <a:pt x="256" y="4363"/>
                    </a:lnTo>
                    <a:lnTo>
                      <a:pt x="274" y="4496"/>
                    </a:lnTo>
                    <a:lnTo>
                      <a:pt x="292" y="4627"/>
                    </a:lnTo>
                    <a:lnTo>
                      <a:pt x="313" y="4760"/>
                    </a:lnTo>
                    <a:lnTo>
                      <a:pt x="335" y="4892"/>
                    </a:lnTo>
                    <a:lnTo>
                      <a:pt x="357" y="5022"/>
                    </a:lnTo>
                    <a:lnTo>
                      <a:pt x="381" y="5153"/>
                    </a:lnTo>
                    <a:lnTo>
                      <a:pt x="405" y="5284"/>
                    </a:lnTo>
                    <a:lnTo>
                      <a:pt x="405" y="5284"/>
                    </a:lnTo>
                    <a:lnTo>
                      <a:pt x="432" y="5413"/>
                    </a:lnTo>
                    <a:lnTo>
                      <a:pt x="460" y="5543"/>
                    </a:lnTo>
                    <a:lnTo>
                      <a:pt x="490" y="5670"/>
                    </a:lnTo>
                    <a:lnTo>
                      <a:pt x="507" y="5734"/>
                    </a:lnTo>
                    <a:lnTo>
                      <a:pt x="524" y="5796"/>
                    </a:lnTo>
                    <a:lnTo>
                      <a:pt x="534" y="5828"/>
                    </a:lnTo>
                    <a:lnTo>
                      <a:pt x="544" y="5864"/>
                    </a:lnTo>
                    <a:lnTo>
                      <a:pt x="544" y="5864"/>
                    </a:lnTo>
                    <a:lnTo>
                      <a:pt x="552" y="5899"/>
                    </a:lnTo>
                    <a:lnTo>
                      <a:pt x="559" y="5934"/>
                    </a:lnTo>
                    <a:lnTo>
                      <a:pt x="559" y="5934"/>
                    </a:lnTo>
                    <a:lnTo>
                      <a:pt x="573" y="6005"/>
                    </a:lnTo>
                    <a:lnTo>
                      <a:pt x="583" y="6076"/>
                    </a:lnTo>
                    <a:lnTo>
                      <a:pt x="583" y="6076"/>
                    </a:lnTo>
                    <a:lnTo>
                      <a:pt x="590" y="6145"/>
                    </a:lnTo>
                    <a:lnTo>
                      <a:pt x="597" y="6215"/>
                    </a:lnTo>
                    <a:lnTo>
                      <a:pt x="602" y="6285"/>
                    </a:lnTo>
                    <a:lnTo>
                      <a:pt x="604" y="6354"/>
                    </a:lnTo>
                    <a:lnTo>
                      <a:pt x="604" y="6354"/>
                    </a:lnTo>
                    <a:lnTo>
                      <a:pt x="604" y="6423"/>
                    </a:lnTo>
                    <a:lnTo>
                      <a:pt x="606" y="6492"/>
                    </a:lnTo>
                    <a:lnTo>
                      <a:pt x="604" y="6562"/>
                    </a:lnTo>
                    <a:lnTo>
                      <a:pt x="603" y="6629"/>
                    </a:lnTo>
                    <a:lnTo>
                      <a:pt x="597" y="6766"/>
                    </a:lnTo>
                    <a:lnTo>
                      <a:pt x="588" y="6902"/>
                    </a:lnTo>
                    <a:lnTo>
                      <a:pt x="576" y="7039"/>
                    </a:lnTo>
                    <a:lnTo>
                      <a:pt x="562" y="7173"/>
                    </a:lnTo>
                    <a:lnTo>
                      <a:pt x="547" y="7309"/>
                    </a:lnTo>
                    <a:lnTo>
                      <a:pt x="530" y="7443"/>
                    </a:lnTo>
                    <a:lnTo>
                      <a:pt x="530" y="7443"/>
                    </a:lnTo>
                    <a:lnTo>
                      <a:pt x="511" y="7577"/>
                    </a:lnTo>
                    <a:lnTo>
                      <a:pt x="490" y="7712"/>
                    </a:lnTo>
                    <a:lnTo>
                      <a:pt x="469" y="7846"/>
                    </a:lnTo>
                    <a:lnTo>
                      <a:pt x="445" y="7979"/>
                    </a:lnTo>
                    <a:lnTo>
                      <a:pt x="421" y="8112"/>
                    </a:lnTo>
                    <a:lnTo>
                      <a:pt x="395" y="8246"/>
                    </a:lnTo>
                    <a:lnTo>
                      <a:pt x="367" y="8379"/>
                    </a:lnTo>
                    <a:lnTo>
                      <a:pt x="339" y="8511"/>
                    </a:lnTo>
                    <a:lnTo>
                      <a:pt x="339" y="8511"/>
                    </a:lnTo>
                    <a:lnTo>
                      <a:pt x="335" y="8528"/>
                    </a:lnTo>
                    <a:lnTo>
                      <a:pt x="329" y="8544"/>
                    </a:lnTo>
                    <a:lnTo>
                      <a:pt x="321" y="8558"/>
                    </a:lnTo>
                    <a:lnTo>
                      <a:pt x="312" y="8571"/>
                    </a:lnTo>
                    <a:lnTo>
                      <a:pt x="302" y="8583"/>
                    </a:lnTo>
                    <a:lnTo>
                      <a:pt x="292" y="8595"/>
                    </a:lnTo>
                    <a:lnTo>
                      <a:pt x="280" y="8606"/>
                    </a:lnTo>
                    <a:lnTo>
                      <a:pt x="267" y="8615"/>
                    </a:lnTo>
                    <a:lnTo>
                      <a:pt x="253" y="8623"/>
                    </a:lnTo>
                    <a:lnTo>
                      <a:pt x="239" y="8629"/>
                    </a:lnTo>
                    <a:lnTo>
                      <a:pt x="224" y="8634"/>
                    </a:lnTo>
                    <a:lnTo>
                      <a:pt x="209" y="8637"/>
                    </a:lnTo>
                    <a:lnTo>
                      <a:pt x="192" y="8640"/>
                    </a:lnTo>
                    <a:lnTo>
                      <a:pt x="176" y="8640"/>
                    </a:lnTo>
                    <a:lnTo>
                      <a:pt x="159" y="8639"/>
                    </a:lnTo>
                    <a:lnTo>
                      <a:pt x="144" y="8636"/>
                    </a:lnTo>
                    <a:lnTo>
                      <a:pt x="144" y="8636"/>
                    </a:lnTo>
                    <a:lnTo>
                      <a:pt x="127" y="8632"/>
                    </a:lnTo>
                    <a:lnTo>
                      <a:pt x="111" y="8626"/>
                    </a:lnTo>
                    <a:lnTo>
                      <a:pt x="97" y="8619"/>
                    </a:lnTo>
                    <a:lnTo>
                      <a:pt x="83" y="8610"/>
                    </a:lnTo>
                    <a:lnTo>
                      <a:pt x="72" y="8600"/>
                    </a:lnTo>
                    <a:lnTo>
                      <a:pt x="59" y="8589"/>
                    </a:lnTo>
                    <a:lnTo>
                      <a:pt x="49" y="8578"/>
                    </a:lnTo>
                    <a:lnTo>
                      <a:pt x="41" y="8565"/>
                    </a:lnTo>
                    <a:lnTo>
                      <a:pt x="32" y="8551"/>
                    </a:lnTo>
                    <a:lnTo>
                      <a:pt x="27" y="8537"/>
                    </a:lnTo>
                    <a:lnTo>
                      <a:pt x="21" y="8521"/>
                    </a:lnTo>
                    <a:lnTo>
                      <a:pt x="17" y="8506"/>
                    </a:lnTo>
                    <a:lnTo>
                      <a:pt x="15" y="8490"/>
                    </a:lnTo>
                    <a:lnTo>
                      <a:pt x="15" y="8473"/>
                    </a:lnTo>
                    <a:lnTo>
                      <a:pt x="15" y="8458"/>
                    </a:lnTo>
                    <a:lnTo>
                      <a:pt x="18" y="8441"/>
                    </a:lnTo>
                    <a:lnTo>
                      <a:pt x="18" y="8441"/>
                    </a:lnTo>
                    <a:lnTo>
                      <a:pt x="20" y="8435"/>
                    </a:lnTo>
                    <a:lnTo>
                      <a:pt x="21" y="84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60" name="Group 165">
                <a:extLst>
                  <a:ext uri="{FF2B5EF4-FFF2-40B4-BE49-F238E27FC236}">
                    <a16:creationId xmlns:a16="http://schemas.microsoft.com/office/drawing/2014/main" id="{DDB137B2-318D-4B26-9776-A79446ECE5E0}"/>
                  </a:ext>
                </a:extLst>
              </p:cNvPr>
              <p:cNvGrpSpPr/>
              <p:nvPr/>
            </p:nvGrpSpPr>
            <p:grpSpPr>
              <a:xfrm rot="287009">
                <a:off x="5976808" y="4153555"/>
                <a:ext cx="864455" cy="818525"/>
                <a:chOff x="707853" y="22066"/>
                <a:chExt cx="7200902" cy="6818311"/>
              </a:xfrm>
            </p:grpSpPr>
            <p:sp>
              <p:nvSpPr>
                <p:cNvPr id="222" name="Freeform 5">
                  <a:extLst>
                    <a:ext uri="{FF2B5EF4-FFF2-40B4-BE49-F238E27FC236}">
                      <a16:creationId xmlns:a16="http://schemas.microsoft.com/office/drawing/2014/main" id="{BDDEBC89-6FEA-6573-1234-434A8970C3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3" name="Freeform 6">
                  <a:extLst>
                    <a:ext uri="{FF2B5EF4-FFF2-40B4-BE49-F238E27FC236}">
                      <a16:creationId xmlns:a16="http://schemas.microsoft.com/office/drawing/2014/main" id="{8FBA6FF7-92FB-9AF8-0B2E-3841509241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61" name="Freeform 8">
                <a:extLst>
                  <a:ext uri="{FF2B5EF4-FFF2-40B4-BE49-F238E27FC236}">
                    <a16:creationId xmlns:a16="http://schemas.microsoft.com/office/drawing/2014/main" id="{09A07C87-377F-6BF4-7921-8D09DF212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0798" y="3121975"/>
                <a:ext cx="1588702" cy="539295"/>
              </a:xfrm>
              <a:custGeom>
                <a:avLst/>
                <a:gdLst/>
                <a:ahLst/>
                <a:cxnLst>
                  <a:cxn ang="0">
                    <a:pos x="38" y="785"/>
                  </a:cxn>
                  <a:cxn ang="0">
                    <a:pos x="90" y="735"/>
                  </a:cxn>
                  <a:cxn ang="0">
                    <a:pos x="165" y="679"/>
                  </a:cxn>
                  <a:cxn ang="0">
                    <a:pos x="281" y="602"/>
                  </a:cxn>
                  <a:cxn ang="0">
                    <a:pos x="361" y="559"/>
                  </a:cxn>
                  <a:cxn ang="0">
                    <a:pos x="486" y="501"/>
                  </a:cxn>
                  <a:cxn ang="0">
                    <a:pos x="613" y="451"/>
                  </a:cxn>
                  <a:cxn ang="0">
                    <a:pos x="699" y="424"/>
                  </a:cxn>
                  <a:cxn ang="0">
                    <a:pos x="830" y="390"/>
                  </a:cxn>
                  <a:cxn ang="0">
                    <a:pos x="1008" y="356"/>
                  </a:cxn>
                  <a:cxn ang="0">
                    <a:pos x="1275" y="330"/>
                  </a:cxn>
                  <a:cxn ang="0">
                    <a:pos x="1452" y="323"/>
                  </a:cxn>
                  <a:cxn ang="0">
                    <a:pos x="1715" y="300"/>
                  </a:cxn>
                  <a:cxn ang="0">
                    <a:pos x="1975" y="258"/>
                  </a:cxn>
                  <a:cxn ang="0">
                    <a:pos x="2146" y="219"/>
                  </a:cxn>
                  <a:cxn ang="0">
                    <a:pos x="2399" y="143"/>
                  </a:cxn>
                  <a:cxn ang="0">
                    <a:pos x="2523" y="96"/>
                  </a:cxn>
                  <a:cxn ang="0">
                    <a:pos x="2643" y="43"/>
                  </a:cxn>
                  <a:cxn ang="0">
                    <a:pos x="2721" y="0"/>
                  </a:cxn>
                  <a:cxn ang="0">
                    <a:pos x="2606" y="68"/>
                  </a:cxn>
                  <a:cxn ang="0">
                    <a:pos x="2486" y="125"/>
                  </a:cxn>
                  <a:cxn ang="0">
                    <a:pos x="2322" y="193"/>
                  </a:cxn>
                  <a:cxn ang="0">
                    <a:pos x="2069" y="275"/>
                  </a:cxn>
                  <a:cxn ang="0">
                    <a:pos x="1897" y="318"/>
                  </a:cxn>
                  <a:cxn ang="0">
                    <a:pos x="1634" y="368"/>
                  </a:cxn>
                  <a:cxn ang="0">
                    <a:pos x="1370" y="400"/>
                  </a:cxn>
                  <a:cxn ang="0">
                    <a:pos x="1195" y="417"/>
                  </a:cxn>
                  <a:cxn ang="0">
                    <a:pos x="939" y="465"/>
                  </a:cxn>
                  <a:cxn ang="0">
                    <a:pos x="774" y="512"/>
                  </a:cxn>
                  <a:cxn ang="0">
                    <a:pos x="692" y="540"/>
                  </a:cxn>
                  <a:cxn ang="0">
                    <a:pos x="573" y="590"/>
                  </a:cxn>
                  <a:cxn ang="0">
                    <a:pos x="459" y="648"/>
                  </a:cxn>
                  <a:cxn ang="0">
                    <a:pos x="385" y="690"/>
                  </a:cxn>
                  <a:cxn ang="0">
                    <a:pos x="281" y="761"/>
                  </a:cxn>
                  <a:cxn ang="0">
                    <a:pos x="215" y="814"/>
                  </a:cxn>
                  <a:cxn ang="0">
                    <a:pos x="155" y="869"/>
                  </a:cxn>
                  <a:cxn ang="0">
                    <a:pos x="130" y="899"/>
                  </a:cxn>
                  <a:cxn ang="0">
                    <a:pos x="94" y="923"/>
                  </a:cxn>
                  <a:cxn ang="0">
                    <a:pos x="53" y="923"/>
                  </a:cxn>
                  <a:cxn ang="0">
                    <a:pos x="27" y="910"/>
                  </a:cxn>
                  <a:cxn ang="0">
                    <a:pos x="3" y="875"/>
                  </a:cxn>
                  <a:cxn ang="0">
                    <a:pos x="3" y="833"/>
                  </a:cxn>
                  <a:cxn ang="0">
                    <a:pos x="17" y="807"/>
                  </a:cxn>
                </a:cxnLst>
                <a:rect l="0" t="0" r="r" b="b"/>
                <a:pathLst>
                  <a:path w="2721" h="926">
                    <a:moveTo>
                      <a:pt x="20" y="804"/>
                    </a:moveTo>
                    <a:lnTo>
                      <a:pt x="20" y="804"/>
                    </a:lnTo>
                    <a:lnTo>
                      <a:pt x="38" y="785"/>
                    </a:lnTo>
                    <a:lnTo>
                      <a:pt x="55" y="768"/>
                    </a:lnTo>
                    <a:lnTo>
                      <a:pt x="90" y="735"/>
                    </a:lnTo>
                    <a:lnTo>
                      <a:pt x="90" y="735"/>
                    </a:lnTo>
                    <a:lnTo>
                      <a:pt x="127" y="705"/>
                    </a:lnTo>
                    <a:lnTo>
                      <a:pt x="165" y="679"/>
                    </a:lnTo>
                    <a:lnTo>
                      <a:pt x="165" y="679"/>
                    </a:lnTo>
                    <a:lnTo>
                      <a:pt x="203" y="652"/>
                    </a:lnTo>
                    <a:lnTo>
                      <a:pt x="241" y="626"/>
                    </a:lnTo>
                    <a:lnTo>
                      <a:pt x="281" y="602"/>
                    </a:lnTo>
                    <a:lnTo>
                      <a:pt x="320" y="580"/>
                    </a:lnTo>
                    <a:lnTo>
                      <a:pt x="320" y="580"/>
                    </a:lnTo>
                    <a:lnTo>
                      <a:pt x="361" y="559"/>
                    </a:lnTo>
                    <a:lnTo>
                      <a:pt x="402" y="537"/>
                    </a:lnTo>
                    <a:lnTo>
                      <a:pt x="443" y="519"/>
                    </a:lnTo>
                    <a:lnTo>
                      <a:pt x="486" y="501"/>
                    </a:lnTo>
                    <a:lnTo>
                      <a:pt x="528" y="482"/>
                    </a:lnTo>
                    <a:lnTo>
                      <a:pt x="571" y="467"/>
                    </a:lnTo>
                    <a:lnTo>
                      <a:pt x="613" y="451"/>
                    </a:lnTo>
                    <a:lnTo>
                      <a:pt x="657" y="437"/>
                    </a:lnTo>
                    <a:lnTo>
                      <a:pt x="657" y="437"/>
                    </a:lnTo>
                    <a:lnTo>
                      <a:pt x="699" y="424"/>
                    </a:lnTo>
                    <a:lnTo>
                      <a:pt x="743" y="412"/>
                    </a:lnTo>
                    <a:lnTo>
                      <a:pt x="787" y="400"/>
                    </a:lnTo>
                    <a:lnTo>
                      <a:pt x="830" y="390"/>
                    </a:lnTo>
                    <a:lnTo>
                      <a:pt x="876" y="380"/>
                    </a:lnTo>
                    <a:lnTo>
                      <a:pt x="919" y="372"/>
                    </a:lnTo>
                    <a:lnTo>
                      <a:pt x="1008" y="356"/>
                    </a:lnTo>
                    <a:lnTo>
                      <a:pt x="1097" y="345"/>
                    </a:lnTo>
                    <a:lnTo>
                      <a:pt x="1186" y="337"/>
                    </a:lnTo>
                    <a:lnTo>
                      <a:pt x="1275" y="330"/>
                    </a:lnTo>
                    <a:lnTo>
                      <a:pt x="1366" y="327"/>
                    </a:lnTo>
                    <a:lnTo>
                      <a:pt x="1366" y="327"/>
                    </a:lnTo>
                    <a:lnTo>
                      <a:pt x="1452" y="323"/>
                    </a:lnTo>
                    <a:lnTo>
                      <a:pt x="1540" y="317"/>
                    </a:lnTo>
                    <a:lnTo>
                      <a:pt x="1627" y="310"/>
                    </a:lnTo>
                    <a:lnTo>
                      <a:pt x="1715" y="300"/>
                    </a:lnTo>
                    <a:lnTo>
                      <a:pt x="1801" y="287"/>
                    </a:lnTo>
                    <a:lnTo>
                      <a:pt x="1889" y="275"/>
                    </a:lnTo>
                    <a:lnTo>
                      <a:pt x="1975" y="258"/>
                    </a:lnTo>
                    <a:lnTo>
                      <a:pt x="2061" y="239"/>
                    </a:lnTo>
                    <a:lnTo>
                      <a:pt x="2061" y="239"/>
                    </a:lnTo>
                    <a:lnTo>
                      <a:pt x="2146" y="219"/>
                    </a:lnTo>
                    <a:lnTo>
                      <a:pt x="2230" y="197"/>
                    </a:lnTo>
                    <a:lnTo>
                      <a:pt x="2315" y="171"/>
                    </a:lnTo>
                    <a:lnTo>
                      <a:pt x="2399" y="143"/>
                    </a:lnTo>
                    <a:lnTo>
                      <a:pt x="2399" y="143"/>
                    </a:lnTo>
                    <a:lnTo>
                      <a:pt x="2482" y="113"/>
                    </a:lnTo>
                    <a:lnTo>
                      <a:pt x="2523" y="96"/>
                    </a:lnTo>
                    <a:lnTo>
                      <a:pt x="2564" y="80"/>
                    </a:lnTo>
                    <a:lnTo>
                      <a:pt x="2603" y="61"/>
                    </a:lnTo>
                    <a:lnTo>
                      <a:pt x="2643" y="43"/>
                    </a:lnTo>
                    <a:lnTo>
                      <a:pt x="2682" y="22"/>
                    </a:lnTo>
                    <a:lnTo>
                      <a:pt x="2721" y="0"/>
                    </a:lnTo>
                    <a:lnTo>
                      <a:pt x="2721" y="0"/>
                    </a:lnTo>
                    <a:lnTo>
                      <a:pt x="2684" y="24"/>
                    </a:lnTo>
                    <a:lnTo>
                      <a:pt x="2646" y="47"/>
                    </a:lnTo>
                    <a:lnTo>
                      <a:pt x="2606" y="68"/>
                    </a:lnTo>
                    <a:lnTo>
                      <a:pt x="2567" y="88"/>
                    </a:lnTo>
                    <a:lnTo>
                      <a:pt x="2527" y="106"/>
                    </a:lnTo>
                    <a:lnTo>
                      <a:pt x="2486" y="125"/>
                    </a:lnTo>
                    <a:lnTo>
                      <a:pt x="2406" y="160"/>
                    </a:lnTo>
                    <a:lnTo>
                      <a:pt x="2406" y="160"/>
                    </a:lnTo>
                    <a:lnTo>
                      <a:pt x="2322" y="193"/>
                    </a:lnTo>
                    <a:lnTo>
                      <a:pt x="2239" y="222"/>
                    </a:lnTo>
                    <a:lnTo>
                      <a:pt x="2154" y="250"/>
                    </a:lnTo>
                    <a:lnTo>
                      <a:pt x="2069" y="275"/>
                    </a:lnTo>
                    <a:lnTo>
                      <a:pt x="2069" y="275"/>
                    </a:lnTo>
                    <a:lnTo>
                      <a:pt x="1983" y="299"/>
                    </a:lnTo>
                    <a:lnTo>
                      <a:pt x="1897" y="318"/>
                    </a:lnTo>
                    <a:lnTo>
                      <a:pt x="1811" y="337"/>
                    </a:lnTo>
                    <a:lnTo>
                      <a:pt x="1723" y="354"/>
                    </a:lnTo>
                    <a:lnTo>
                      <a:pt x="1634" y="368"/>
                    </a:lnTo>
                    <a:lnTo>
                      <a:pt x="1547" y="380"/>
                    </a:lnTo>
                    <a:lnTo>
                      <a:pt x="1458" y="390"/>
                    </a:lnTo>
                    <a:lnTo>
                      <a:pt x="1370" y="400"/>
                    </a:lnTo>
                    <a:lnTo>
                      <a:pt x="1370" y="400"/>
                    </a:lnTo>
                    <a:lnTo>
                      <a:pt x="1283" y="407"/>
                    </a:lnTo>
                    <a:lnTo>
                      <a:pt x="1195" y="417"/>
                    </a:lnTo>
                    <a:lnTo>
                      <a:pt x="1109" y="430"/>
                    </a:lnTo>
                    <a:lnTo>
                      <a:pt x="1024" y="447"/>
                    </a:lnTo>
                    <a:lnTo>
                      <a:pt x="939" y="465"/>
                    </a:lnTo>
                    <a:lnTo>
                      <a:pt x="856" y="486"/>
                    </a:lnTo>
                    <a:lnTo>
                      <a:pt x="815" y="499"/>
                    </a:lnTo>
                    <a:lnTo>
                      <a:pt x="774" y="512"/>
                    </a:lnTo>
                    <a:lnTo>
                      <a:pt x="733" y="526"/>
                    </a:lnTo>
                    <a:lnTo>
                      <a:pt x="692" y="540"/>
                    </a:lnTo>
                    <a:lnTo>
                      <a:pt x="692" y="540"/>
                    </a:lnTo>
                    <a:lnTo>
                      <a:pt x="652" y="556"/>
                    </a:lnTo>
                    <a:lnTo>
                      <a:pt x="613" y="573"/>
                    </a:lnTo>
                    <a:lnTo>
                      <a:pt x="573" y="590"/>
                    </a:lnTo>
                    <a:lnTo>
                      <a:pt x="534" y="608"/>
                    </a:lnTo>
                    <a:lnTo>
                      <a:pt x="496" y="628"/>
                    </a:lnTo>
                    <a:lnTo>
                      <a:pt x="459" y="648"/>
                    </a:lnTo>
                    <a:lnTo>
                      <a:pt x="421" y="667"/>
                    </a:lnTo>
                    <a:lnTo>
                      <a:pt x="385" y="690"/>
                    </a:lnTo>
                    <a:lnTo>
                      <a:pt x="385" y="690"/>
                    </a:lnTo>
                    <a:lnTo>
                      <a:pt x="349" y="713"/>
                    </a:lnTo>
                    <a:lnTo>
                      <a:pt x="315" y="737"/>
                    </a:lnTo>
                    <a:lnTo>
                      <a:pt x="281" y="761"/>
                    </a:lnTo>
                    <a:lnTo>
                      <a:pt x="247" y="787"/>
                    </a:lnTo>
                    <a:lnTo>
                      <a:pt x="247" y="787"/>
                    </a:lnTo>
                    <a:lnTo>
                      <a:pt x="215" y="814"/>
                    </a:lnTo>
                    <a:lnTo>
                      <a:pt x="185" y="841"/>
                    </a:lnTo>
                    <a:lnTo>
                      <a:pt x="185" y="841"/>
                    </a:lnTo>
                    <a:lnTo>
                      <a:pt x="155" y="869"/>
                    </a:lnTo>
                    <a:lnTo>
                      <a:pt x="131" y="898"/>
                    </a:lnTo>
                    <a:lnTo>
                      <a:pt x="130" y="899"/>
                    </a:lnTo>
                    <a:lnTo>
                      <a:pt x="130" y="899"/>
                    </a:lnTo>
                    <a:lnTo>
                      <a:pt x="120" y="909"/>
                    </a:lnTo>
                    <a:lnTo>
                      <a:pt x="107" y="917"/>
                    </a:lnTo>
                    <a:lnTo>
                      <a:pt x="94" y="923"/>
                    </a:lnTo>
                    <a:lnTo>
                      <a:pt x="80" y="926"/>
                    </a:lnTo>
                    <a:lnTo>
                      <a:pt x="66" y="926"/>
                    </a:lnTo>
                    <a:lnTo>
                      <a:pt x="53" y="923"/>
                    </a:lnTo>
                    <a:lnTo>
                      <a:pt x="39" y="917"/>
                    </a:lnTo>
                    <a:lnTo>
                      <a:pt x="27" y="910"/>
                    </a:lnTo>
                    <a:lnTo>
                      <a:pt x="27" y="910"/>
                    </a:lnTo>
                    <a:lnTo>
                      <a:pt x="17" y="899"/>
                    </a:lnTo>
                    <a:lnTo>
                      <a:pt x="8" y="888"/>
                    </a:lnTo>
                    <a:lnTo>
                      <a:pt x="3" y="875"/>
                    </a:lnTo>
                    <a:lnTo>
                      <a:pt x="0" y="861"/>
                    </a:lnTo>
                    <a:lnTo>
                      <a:pt x="0" y="847"/>
                    </a:lnTo>
                    <a:lnTo>
                      <a:pt x="3" y="833"/>
                    </a:lnTo>
                    <a:lnTo>
                      <a:pt x="8" y="820"/>
                    </a:lnTo>
                    <a:lnTo>
                      <a:pt x="17" y="807"/>
                    </a:lnTo>
                    <a:lnTo>
                      <a:pt x="17" y="807"/>
                    </a:lnTo>
                    <a:lnTo>
                      <a:pt x="20" y="804"/>
                    </a:lnTo>
                    <a:lnTo>
                      <a:pt x="20" y="80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62" name="Group 168">
                <a:extLst>
                  <a:ext uri="{FF2B5EF4-FFF2-40B4-BE49-F238E27FC236}">
                    <a16:creationId xmlns:a16="http://schemas.microsoft.com/office/drawing/2014/main" id="{A4F174F9-354E-A429-F3C0-BC96D059196F}"/>
                  </a:ext>
                </a:extLst>
              </p:cNvPr>
              <p:cNvGrpSpPr/>
              <p:nvPr/>
            </p:nvGrpSpPr>
            <p:grpSpPr>
              <a:xfrm rot="18617175">
                <a:off x="6718459" y="3075594"/>
                <a:ext cx="340137" cy="167559"/>
                <a:chOff x="793750" y="0"/>
                <a:chExt cx="7556501" cy="2116991"/>
              </a:xfrm>
            </p:grpSpPr>
            <p:sp>
              <p:nvSpPr>
                <p:cNvPr id="220" name="Freeform 7">
                  <a:extLst>
                    <a:ext uri="{FF2B5EF4-FFF2-40B4-BE49-F238E27FC236}">
                      <a16:creationId xmlns:a16="http://schemas.microsoft.com/office/drawing/2014/main" id="{E0223EF2-6AB8-D798-5380-675B4A5353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1" name="Freeform 8">
                  <a:extLst>
                    <a:ext uri="{FF2B5EF4-FFF2-40B4-BE49-F238E27FC236}">
                      <a16:creationId xmlns:a16="http://schemas.microsoft.com/office/drawing/2014/main" id="{03D625DA-E81B-8BAD-570D-A82E335165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3" name="Group 168">
                <a:extLst>
                  <a:ext uri="{FF2B5EF4-FFF2-40B4-BE49-F238E27FC236}">
                    <a16:creationId xmlns:a16="http://schemas.microsoft.com/office/drawing/2014/main" id="{DC5F9CDC-805C-131E-0374-08FEE1E7CBF6}"/>
                  </a:ext>
                </a:extLst>
              </p:cNvPr>
              <p:cNvGrpSpPr/>
              <p:nvPr/>
            </p:nvGrpSpPr>
            <p:grpSpPr>
              <a:xfrm rot="550500">
                <a:off x="5079515" y="3730271"/>
                <a:ext cx="820427" cy="229847"/>
                <a:chOff x="793750" y="0"/>
                <a:chExt cx="7556501" cy="2116991"/>
              </a:xfrm>
            </p:grpSpPr>
            <p:sp>
              <p:nvSpPr>
                <p:cNvPr id="218" name="Freeform 7">
                  <a:extLst>
                    <a:ext uri="{FF2B5EF4-FFF2-40B4-BE49-F238E27FC236}">
                      <a16:creationId xmlns:a16="http://schemas.microsoft.com/office/drawing/2014/main" id="{D0023904-72D1-992F-1C26-414B9F8AAA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9" name="Freeform 8">
                  <a:extLst>
                    <a:ext uri="{FF2B5EF4-FFF2-40B4-BE49-F238E27FC236}">
                      <a16:creationId xmlns:a16="http://schemas.microsoft.com/office/drawing/2014/main" id="{F534A73F-D975-FC49-F021-912DD9D1A9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4" name="Group 168">
                <a:extLst>
                  <a:ext uri="{FF2B5EF4-FFF2-40B4-BE49-F238E27FC236}">
                    <a16:creationId xmlns:a16="http://schemas.microsoft.com/office/drawing/2014/main" id="{DA39B186-C172-ED93-7345-0B9B5D862348}"/>
                  </a:ext>
                </a:extLst>
              </p:cNvPr>
              <p:cNvGrpSpPr/>
              <p:nvPr/>
            </p:nvGrpSpPr>
            <p:grpSpPr>
              <a:xfrm rot="14856880">
                <a:off x="5668393" y="4447194"/>
                <a:ext cx="340137" cy="167559"/>
                <a:chOff x="793750" y="0"/>
                <a:chExt cx="7556501" cy="2116991"/>
              </a:xfrm>
            </p:grpSpPr>
            <p:sp>
              <p:nvSpPr>
                <p:cNvPr id="216" name="Freeform 7">
                  <a:extLst>
                    <a:ext uri="{FF2B5EF4-FFF2-40B4-BE49-F238E27FC236}">
                      <a16:creationId xmlns:a16="http://schemas.microsoft.com/office/drawing/2014/main" id="{1EED6991-917A-192E-5CD2-7467779EF1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7" name="Freeform 8">
                  <a:extLst>
                    <a:ext uri="{FF2B5EF4-FFF2-40B4-BE49-F238E27FC236}">
                      <a16:creationId xmlns:a16="http://schemas.microsoft.com/office/drawing/2014/main" id="{3F876843-0F95-380E-4631-EAC669FF31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5" name="Group 168">
                <a:extLst>
                  <a:ext uri="{FF2B5EF4-FFF2-40B4-BE49-F238E27FC236}">
                    <a16:creationId xmlns:a16="http://schemas.microsoft.com/office/drawing/2014/main" id="{DF3095EA-9ACD-2DD1-5975-DCCBB9A8B37D}"/>
                  </a:ext>
                </a:extLst>
              </p:cNvPr>
              <p:cNvGrpSpPr/>
              <p:nvPr/>
            </p:nvGrpSpPr>
            <p:grpSpPr>
              <a:xfrm rot="19919584">
                <a:off x="6966926" y="3094189"/>
                <a:ext cx="383462" cy="160775"/>
                <a:chOff x="793750" y="0"/>
                <a:chExt cx="7556501" cy="2116991"/>
              </a:xfrm>
            </p:grpSpPr>
            <p:sp>
              <p:nvSpPr>
                <p:cNvPr id="214" name="Freeform 7">
                  <a:extLst>
                    <a:ext uri="{FF2B5EF4-FFF2-40B4-BE49-F238E27FC236}">
                      <a16:creationId xmlns:a16="http://schemas.microsoft.com/office/drawing/2014/main" id="{164F552A-EEB7-63B1-BAB4-2DB03DB6C2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5" name="Freeform 8">
                  <a:extLst>
                    <a:ext uri="{FF2B5EF4-FFF2-40B4-BE49-F238E27FC236}">
                      <a16:creationId xmlns:a16="http://schemas.microsoft.com/office/drawing/2014/main" id="{F686E6CA-4B30-7B06-B5F7-63F913E8E1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6" name="Group 168">
                <a:extLst>
                  <a:ext uri="{FF2B5EF4-FFF2-40B4-BE49-F238E27FC236}">
                    <a16:creationId xmlns:a16="http://schemas.microsoft.com/office/drawing/2014/main" id="{F12998E6-9CBF-59E6-C810-23F4E06E733E}"/>
                  </a:ext>
                </a:extLst>
              </p:cNvPr>
              <p:cNvGrpSpPr/>
              <p:nvPr/>
            </p:nvGrpSpPr>
            <p:grpSpPr>
              <a:xfrm>
                <a:off x="4872682" y="2286000"/>
                <a:ext cx="444643" cy="124569"/>
                <a:chOff x="793750" y="0"/>
                <a:chExt cx="7556501" cy="2116991"/>
              </a:xfrm>
            </p:grpSpPr>
            <p:sp>
              <p:nvSpPr>
                <p:cNvPr id="212" name="Freeform 7">
                  <a:extLst>
                    <a:ext uri="{FF2B5EF4-FFF2-40B4-BE49-F238E27FC236}">
                      <a16:creationId xmlns:a16="http://schemas.microsoft.com/office/drawing/2014/main" id="{BFCC54E7-E1EA-18BC-A8E8-B7FD00F22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3" name="Freeform 8">
                  <a:extLst>
                    <a:ext uri="{FF2B5EF4-FFF2-40B4-BE49-F238E27FC236}">
                      <a16:creationId xmlns:a16="http://schemas.microsoft.com/office/drawing/2014/main" id="{1C95F5A7-2393-171B-7C49-5791D23B92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7" name="Group 165">
                <a:extLst>
                  <a:ext uri="{FF2B5EF4-FFF2-40B4-BE49-F238E27FC236}">
                    <a16:creationId xmlns:a16="http://schemas.microsoft.com/office/drawing/2014/main" id="{0A0E5E85-6748-DC47-5139-40A14BA6B5C3}"/>
                  </a:ext>
                </a:extLst>
              </p:cNvPr>
              <p:cNvGrpSpPr/>
              <p:nvPr/>
            </p:nvGrpSpPr>
            <p:grpSpPr>
              <a:xfrm rot="287009">
                <a:off x="5737317" y="2262576"/>
                <a:ext cx="591348" cy="559929"/>
                <a:chOff x="707853" y="22066"/>
                <a:chExt cx="7200902" cy="6818311"/>
              </a:xfrm>
            </p:grpSpPr>
            <p:sp>
              <p:nvSpPr>
                <p:cNvPr id="210" name="Freeform 5">
                  <a:extLst>
                    <a:ext uri="{FF2B5EF4-FFF2-40B4-BE49-F238E27FC236}">
                      <a16:creationId xmlns:a16="http://schemas.microsoft.com/office/drawing/2014/main" id="{0DD520C5-8F73-72D1-807F-24A5A3A6AA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1" name="Freeform 6">
                  <a:extLst>
                    <a:ext uri="{FF2B5EF4-FFF2-40B4-BE49-F238E27FC236}">
                      <a16:creationId xmlns:a16="http://schemas.microsoft.com/office/drawing/2014/main" id="{0080571F-7ED9-225E-C4EE-3AD2F660CE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8" name="Group 168">
                <a:extLst>
                  <a:ext uri="{FF2B5EF4-FFF2-40B4-BE49-F238E27FC236}">
                    <a16:creationId xmlns:a16="http://schemas.microsoft.com/office/drawing/2014/main" id="{814E775F-A51F-D621-927D-D4BB90A8F6A0}"/>
                  </a:ext>
                </a:extLst>
              </p:cNvPr>
              <p:cNvGrpSpPr/>
              <p:nvPr/>
            </p:nvGrpSpPr>
            <p:grpSpPr>
              <a:xfrm rot="1747496">
                <a:off x="5985568" y="3534304"/>
                <a:ext cx="617151" cy="147534"/>
                <a:chOff x="793750" y="0"/>
                <a:chExt cx="7556501" cy="2116991"/>
              </a:xfrm>
            </p:grpSpPr>
            <p:sp>
              <p:nvSpPr>
                <p:cNvPr id="208" name="Freeform 7">
                  <a:extLst>
                    <a:ext uri="{FF2B5EF4-FFF2-40B4-BE49-F238E27FC236}">
                      <a16:creationId xmlns:a16="http://schemas.microsoft.com/office/drawing/2014/main" id="{D7D1C8B3-AEBF-5745-7CAC-2BF847AE9C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9" name="Freeform 8">
                  <a:extLst>
                    <a:ext uri="{FF2B5EF4-FFF2-40B4-BE49-F238E27FC236}">
                      <a16:creationId xmlns:a16="http://schemas.microsoft.com/office/drawing/2014/main" id="{DF5B1D6B-9BB5-4373-9339-6DCA62DC47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D036BA9-C8CA-54BF-9F12-42F1C9E735C9}"/>
                  </a:ext>
                </a:extLst>
              </p:cNvPr>
              <p:cNvGrpSpPr/>
              <p:nvPr/>
            </p:nvGrpSpPr>
            <p:grpSpPr>
              <a:xfrm rot="2267926">
                <a:off x="6480809" y="3325925"/>
                <a:ext cx="340137" cy="167559"/>
                <a:chOff x="793750" y="0"/>
                <a:chExt cx="7556501" cy="2116991"/>
              </a:xfrm>
            </p:grpSpPr>
            <p:sp>
              <p:nvSpPr>
                <p:cNvPr id="206" name="Freeform 7">
                  <a:extLst>
                    <a:ext uri="{FF2B5EF4-FFF2-40B4-BE49-F238E27FC236}">
                      <a16:creationId xmlns:a16="http://schemas.microsoft.com/office/drawing/2014/main" id="{39799415-0C41-C626-1CB3-54C7293753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7" name="Freeform 8">
                  <a:extLst>
                    <a:ext uri="{FF2B5EF4-FFF2-40B4-BE49-F238E27FC236}">
                      <a16:creationId xmlns:a16="http://schemas.microsoft.com/office/drawing/2014/main" id="{ABBFC249-BDFE-FE89-9D47-26B2C50581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0" name="Group 168">
                <a:extLst>
                  <a:ext uri="{FF2B5EF4-FFF2-40B4-BE49-F238E27FC236}">
                    <a16:creationId xmlns:a16="http://schemas.microsoft.com/office/drawing/2014/main" id="{21C19C6A-00F1-E29C-9EE3-8705443CA662}"/>
                  </a:ext>
                </a:extLst>
              </p:cNvPr>
              <p:cNvGrpSpPr/>
              <p:nvPr/>
            </p:nvGrpSpPr>
            <p:grpSpPr>
              <a:xfrm rot="17838455">
                <a:off x="6106266" y="3140680"/>
                <a:ext cx="340137" cy="167559"/>
                <a:chOff x="793750" y="0"/>
                <a:chExt cx="7556501" cy="2116991"/>
              </a:xfrm>
            </p:grpSpPr>
            <p:sp>
              <p:nvSpPr>
                <p:cNvPr id="204" name="Freeform 7">
                  <a:extLst>
                    <a:ext uri="{FF2B5EF4-FFF2-40B4-BE49-F238E27FC236}">
                      <a16:creationId xmlns:a16="http://schemas.microsoft.com/office/drawing/2014/main" id="{03E4CFBD-1EB8-89A0-6305-6F6519BCBC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5" name="Freeform 8">
                  <a:extLst>
                    <a:ext uri="{FF2B5EF4-FFF2-40B4-BE49-F238E27FC236}">
                      <a16:creationId xmlns:a16="http://schemas.microsoft.com/office/drawing/2014/main" id="{F93CFCC0-2275-54CC-D026-90F87F0F40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1" name="Group 168">
                <a:extLst>
                  <a:ext uri="{FF2B5EF4-FFF2-40B4-BE49-F238E27FC236}">
                    <a16:creationId xmlns:a16="http://schemas.microsoft.com/office/drawing/2014/main" id="{DAED2BE7-3102-1481-2540-26FDED3E3EF8}"/>
                  </a:ext>
                </a:extLst>
              </p:cNvPr>
              <p:cNvGrpSpPr/>
              <p:nvPr/>
            </p:nvGrpSpPr>
            <p:grpSpPr>
              <a:xfrm rot="2163541">
                <a:off x="4954243" y="4022464"/>
                <a:ext cx="288583" cy="80848"/>
                <a:chOff x="793750" y="0"/>
                <a:chExt cx="7556501" cy="2116991"/>
              </a:xfrm>
            </p:grpSpPr>
            <p:sp>
              <p:nvSpPr>
                <p:cNvPr id="202" name="Freeform 7">
                  <a:extLst>
                    <a:ext uri="{FF2B5EF4-FFF2-40B4-BE49-F238E27FC236}">
                      <a16:creationId xmlns:a16="http://schemas.microsoft.com/office/drawing/2014/main" id="{3DC3EBA1-AC7E-4EFC-DB26-F29BF21821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3" name="Freeform 8">
                  <a:extLst>
                    <a:ext uri="{FF2B5EF4-FFF2-40B4-BE49-F238E27FC236}">
                      <a16:creationId xmlns:a16="http://schemas.microsoft.com/office/drawing/2014/main" id="{CA71BB91-B6F2-A379-A195-B5594E1C08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2" name="Group 165">
                <a:extLst>
                  <a:ext uri="{FF2B5EF4-FFF2-40B4-BE49-F238E27FC236}">
                    <a16:creationId xmlns:a16="http://schemas.microsoft.com/office/drawing/2014/main" id="{4B9B5792-6C1F-008A-07C2-FBA3C6859F92}"/>
                  </a:ext>
                </a:extLst>
              </p:cNvPr>
              <p:cNvGrpSpPr/>
              <p:nvPr/>
            </p:nvGrpSpPr>
            <p:grpSpPr>
              <a:xfrm rot="20956613">
                <a:off x="5257800" y="4165742"/>
                <a:ext cx="373174" cy="335072"/>
                <a:chOff x="971551" y="0"/>
                <a:chExt cx="7200902" cy="6818311"/>
              </a:xfrm>
            </p:grpSpPr>
            <p:sp>
              <p:nvSpPr>
                <p:cNvPr id="200" name="Freeform 5">
                  <a:extLst>
                    <a:ext uri="{FF2B5EF4-FFF2-40B4-BE49-F238E27FC236}">
                      <a16:creationId xmlns:a16="http://schemas.microsoft.com/office/drawing/2014/main" id="{EAFF8A3A-ADEE-17D0-A36C-699FF5394A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Freeform 6">
                  <a:extLst>
                    <a:ext uri="{FF2B5EF4-FFF2-40B4-BE49-F238E27FC236}">
                      <a16:creationId xmlns:a16="http://schemas.microsoft.com/office/drawing/2014/main" id="{058C2001-BBAA-03DD-78C8-4DAA0CABF0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3" name="Group 165">
                <a:extLst>
                  <a:ext uri="{FF2B5EF4-FFF2-40B4-BE49-F238E27FC236}">
                    <a16:creationId xmlns:a16="http://schemas.microsoft.com/office/drawing/2014/main" id="{131A2A40-AC3F-CBD5-F312-D012FA0420CE}"/>
                  </a:ext>
                </a:extLst>
              </p:cNvPr>
              <p:cNvGrpSpPr/>
              <p:nvPr/>
            </p:nvGrpSpPr>
            <p:grpSpPr>
              <a:xfrm>
                <a:off x="4889500" y="4114800"/>
                <a:ext cx="220774" cy="198232"/>
                <a:chOff x="971551" y="0"/>
                <a:chExt cx="7200902" cy="6818311"/>
              </a:xfrm>
            </p:grpSpPr>
            <p:sp>
              <p:nvSpPr>
                <p:cNvPr id="198" name="Freeform 5">
                  <a:extLst>
                    <a:ext uri="{FF2B5EF4-FFF2-40B4-BE49-F238E27FC236}">
                      <a16:creationId xmlns:a16="http://schemas.microsoft.com/office/drawing/2014/main" id="{CC2929B5-1B6C-EC76-2E42-97E5D62A99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Freeform 6">
                  <a:extLst>
                    <a:ext uri="{FF2B5EF4-FFF2-40B4-BE49-F238E27FC236}">
                      <a16:creationId xmlns:a16="http://schemas.microsoft.com/office/drawing/2014/main" id="{C9CE937A-C245-543C-5839-2A5940C208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4" name="Group 168">
                <a:extLst>
                  <a:ext uri="{FF2B5EF4-FFF2-40B4-BE49-F238E27FC236}">
                    <a16:creationId xmlns:a16="http://schemas.microsoft.com/office/drawing/2014/main" id="{07E27813-154C-B1D6-72B2-095D39D0FAE3}"/>
                  </a:ext>
                </a:extLst>
              </p:cNvPr>
              <p:cNvGrpSpPr/>
              <p:nvPr/>
            </p:nvGrpSpPr>
            <p:grpSpPr>
              <a:xfrm rot="16453772">
                <a:off x="5219859" y="2161194"/>
                <a:ext cx="340137" cy="167559"/>
                <a:chOff x="793750" y="0"/>
                <a:chExt cx="7556501" cy="2116991"/>
              </a:xfrm>
            </p:grpSpPr>
            <p:sp>
              <p:nvSpPr>
                <p:cNvPr id="196" name="Freeform 7">
                  <a:extLst>
                    <a:ext uri="{FF2B5EF4-FFF2-40B4-BE49-F238E27FC236}">
                      <a16:creationId xmlns:a16="http://schemas.microsoft.com/office/drawing/2014/main" id="{9C9B81F4-CD0F-386A-19D7-10CD9D9535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7" name="Freeform 8">
                  <a:extLst>
                    <a:ext uri="{FF2B5EF4-FFF2-40B4-BE49-F238E27FC236}">
                      <a16:creationId xmlns:a16="http://schemas.microsoft.com/office/drawing/2014/main" id="{282DA008-BD95-2824-7BBA-94666BF051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5" name="Group 168">
                <a:extLst>
                  <a:ext uri="{FF2B5EF4-FFF2-40B4-BE49-F238E27FC236}">
                    <a16:creationId xmlns:a16="http://schemas.microsoft.com/office/drawing/2014/main" id="{02F212FA-472D-10E6-1672-C572C94DAAEB}"/>
                  </a:ext>
                </a:extLst>
              </p:cNvPr>
              <p:cNvGrpSpPr/>
              <p:nvPr/>
            </p:nvGrpSpPr>
            <p:grpSpPr>
              <a:xfrm rot="2267926">
                <a:off x="5349661" y="2372654"/>
                <a:ext cx="340137" cy="167559"/>
                <a:chOff x="793750" y="0"/>
                <a:chExt cx="7556501" cy="2116991"/>
              </a:xfrm>
            </p:grpSpPr>
            <p:sp>
              <p:nvSpPr>
                <p:cNvPr id="194" name="Freeform 7">
                  <a:extLst>
                    <a:ext uri="{FF2B5EF4-FFF2-40B4-BE49-F238E27FC236}">
                      <a16:creationId xmlns:a16="http://schemas.microsoft.com/office/drawing/2014/main" id="{726EE724-F28F-11BB-FDA7-9F1D9E602B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5" name="Freeform 8">
                  <a:extLst>
                    <a:ext uri="{FF2B5EF4-FFF2-40B4-BE49-F238E27FC236}">
                      <a16:creationId xmlns:a16="http://schemas.microsoft.com/office/drawing/2014/main" id="{CA3F3565-B14E-DBD5-CBE1-5CBF0F1BFE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6" name="Group 168">
                <a:extLst>
                  <a:ext uri="{FF2B5EF4-FFF2-40B4-BE49-F238E27FC236}">
                    <a16:creationId xmlns:a16="http://schemas.microsoft.com/office/drawing/2014/main" id="{2BD5FD99-B47E-2A19-A2FA-1693A27D7C86}"/>
                  </a:ext>
                </a:extLst>
              </p:cNvPr>
              <p:cNvGrpSpPr/>
              <p:nvPr/>
            </p:nvGrpSpPr>
            <p:grpSpPr>
              <a:xfrm rot="19669352">
                <a:off x="5697395" y="1705970"/>
                <a:ext cx="340137" cy="167559"/>
                <a:chOff x="793750" y="0"/>
                <a:chExt cx="7556501" cy="2116991"/>
              </a:xfrm>
            </p:grpSpPr>
            <p:sp>
              <p:nvSpPr>
                <p:cNvPr id="192" name="Freeform 7">
                  <a:extLst>
                    <a:ext uri="{FF2B5EF4-FFF2-40B4-BE49-F238E27FC236}">
                      <a16:creationId xmlns:a16="http://schemas.microsoft.com/office/drawing/2014/main" id="{8D3AB5A1-52DC-574C-35AA-87975B4978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3" name="Freeform 8">
                  <a:extLst>
                    <a:ext uri="{FF2B5EF4-FFF2-40B4-BE49-F238E27FC236}">
                      <a16:creationId xmlns:a16="http://schemas.microsoft.com/office/drawing/2014/main" id="{0075D8D2-3260-D3C0-938E-7B90772AAF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7" name="Group 168">
                <a:extLst>
                  <a:ext uri="{FF2B5EF4-FFF2-40B4-BE49-F238E27FC236}">
                    <a16:creationId xmlns:a16="http://schemas.microsoft.com/office/drawing/2014/main" id="{76827B39-EF19-1038-53B4-75A60CA0A98F}"/>
                  </a:ext>
                </a:extLst>
              </p:cNvPr>
              <p:cNvGrpSpPr/>
              <p:nvPr/>
            </p:nvGrpSpPr>
            <p:grpSpPr>
              <a:xfrm rot="1650327">
                <a:off x="5510100" y="1309862"/>
                <a:ext cx="303252" cy="149389"/>
                <a:chOff x="793750" y="0"/>
                <a:chExt cx="7556501" cy="2116991"/>
              </a:xfrm>
            </p:grpSpPr>
            <p:sp>
              <p:nvSpPr>
                <p:cNvPr id="190" name="Freeform 7">
                  <a:extLst>
                    <a:ext uri="{FF2B5EF4-FFF2-40B4-BE49-F238E27FC236}">
                      <a16:creationId xmlns:a16="http://schemas.microsoft.com/office/drawing/2014/main" id="{B418130D-F1C8-5108-BC7D-7186BDC517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" name="Freeform 8">
                  <a:extLst>
                    <a:ext uri="{FF2B5EF4-FFF2-40B4-BE49-F238E27FC236}">
                      <a16:creationId xmlns:a16="http://schemas.microsoft.com/office/drawing/2014/main" id="{8FA049D1-197F-0DC5-1760-486A7FA0A5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8" name="Group 168">
                <a:extLst>
                  <a:ext uri="{FF2B5EF4-FFF2-40B4-BE49-F238E27FC236}">
                    <a16:creationId xmlns:a16="http://schemas.microsoft.com/office/drawing/2014/main" id="{9A816401-454B-CF77-2F6A-37D4E02A20F2}"/>
                  </a:ext>
                </a:extLst>
              </p:cNvPr>
              <p:cNvGrpSpPr/>
              <p:nvPr/>
            </p:nvGrpSpPr>
            <p:grpSpPr>
              <a:xfrm rot="1350096">
                <a:off x="5243919" y="1796000"/>
                <a:ext cx="508462" cy="213184"/>
                <a:chOff x="793750" y="0"/>
                <a:chExt cx="7556501" cy="2116991"/>
              </a:xfrm>
            </p:grpSpPr>
            <p:sp>
              <p:nvSpPr>
                <p:cNvPr id="188" name="Freeform 7">
                  <a:extLst>
                    <a:ext uri="{FF2B5EF4-FFF2-40B4-BE49-F238E27FC236}">
                      <a16:creationId xmlns:a16="http://schemas.microsoft.com/office/drawing/2014/main" id="{74C73C6F-80B4-A557-C938-F02D8184B1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9" name="Freeform 8">
                  <a:extLst>
                    <a:ext uri="{FF2B5EF4-FFF2-40B4-BE49-F238E27FC236}">
                      <a16:creationId xmlns:a16="http://schemas.microsoft.com/office/drawing/2014/main" id="{0DD13037-A70A-90C4-2822-D572DC8976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9" name="Group 165">
                <a:extLst>
                  <a:ext uri="{FF2B5EF4-FFF2-40B4-BE49-F238E27FC236}">
                    <a16:creationId xmlns:a16="http://schemas.microsoft.com/office/drawing/2014/main" id="{EEF18E9F-536E-4F93-6143-ABF70B4F2265}"/>
                  </a:ext>
                </a:extLst>
              </p:cNvPr>
              <p:cNvGrpSpPr/>
              <p:nvPr/>
            </p:nvGrpSpPr>
            <p:grpSpPr>
              <a:xfrm rot="287009">
                <a:off x="5799240" y="3108686"/>
                <a:ext cx="213046" cy="201727"/>
                <a:chOff x="707853" y="22066"/>
                <a:chExt cx="7200902" cy="6818311"/>
              </a:xfrm>
            </p:grpSpPr>
            <p:sp>
              <p:nvSpPr>
                <p:cNvPr id="186" name="Freeform 5">
                  <a:extLst>
                    <a:ext uri="{FF2B5EF4-FFF2-40B4-BE49-F238E27FC236}">
                      <a16:creationId xmlns:a16="http://schemas.microsoft.com/office/drawing/2014/main" id="{4321CDC0-3CD0-300A-7077-BC204FC763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7" name="Freeform 6">
                  <a:extLst>
                    <a:ext uri="{FF2B5EF4-FFF2-40B4-BE49-F238E27FC236}">
                      <a16:creationId xmlns:a16="http://schemas.microsoft.com/office/drawing/2014/main" id="{A759E950-E292-5DB4-62FF-BBC99CDDC7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0" name="Group 168">
                <a:extLst>
                  <a:ext uri="{FF2B5EF4-FFF2-40B4-BE49-F238E27FC236}">
                    <a16:creationId xmlns:a16="http://schemas.microsoft.com/office/drawing/2014/main" id="{A8C43337-82AB-A005-4A7B-4FBDC16CEC8B}"/>
                  </a:ext>
                </a:extLst>
              </p:cNvPr>
              <p:cNvGrpSpPr/>
              <p:nvPr/>
            </p:nvGrpSpPr>
            <p:grpSpPr>
              <a:xfrm rot="18617175">
                <a:off x="5878274" y="3858466"/>
                <a:ext cx="599427" cy="295291"/>
                <a:chOff x="793750" y="0"/>
                <a:chExt cx="7556501" cy="2116991"/>
              </a:xfrm>
            </p:grpSpPr>
            <p:sp>
              <p:nvSpPr>
                <p:cNvPr id="184" name="Freeform 7">
                  <a:extLst>
                    <a:ext uri="{FF2B5EF4-FFF2-40B4-BE49-F238E27FC236}">
                      <a16:creationId xmlns:a16="http://schemas.microsoft.com/office/drawing/2014/main" id="{9A11D634-3BFA-9DE0-F399-4214588779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" name="Freeform 8">
                  <a:extLst>
                    <a:ext uri="{FF2B5EF4-FFF2-40B4-BE49-F238E27FC236}">
                      <a16:creationId xmlns:a16="http://schemas.microsoft.com/office/drawing/2014/main" id="{59900B63-E406-E961-C19B-626728AF59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1" name="Group 168">
                <a:extLst>
                  <a:ext uri="{FF2B5EF4-FFF2-40B4-BE49-F238E27FC236}">
                    <a16:creationId xmlns:a16="http://schemas.microsoft.com/office/drawing/2014/main" id="{115AC29A-E06C-D4D8-C323-33200C595333}"/>
                  </a:ext>
                </a:extLst>
              </p:cNvPr>
              <p:cNvGrpSpPr/>
              <p:nvPr/>
            </p:nvGrpSpPr>
            <p:grpSpPr>
              <a:xfrm rot="2267926">
                <a:off x="5541009" y="3592625"/>
                <a:ext cx="340137" cy="167559"/>
                <a:chOff x="793750" y="0"/>
                <a:chExt cx="7556501" cy="2116991"/>
              </a:xfrm>
            </p:grpSpPr>
            <p:sp>
              <p:nvSpPr>
                <p:cNvPr id="182" name="Freeform 7">
                  <a:extLst>
                    <a:ext uri="{FF2B5EF4-FFF2-40B4-BE49-F238E27FC236}">
                      <a16:creationId xmlns:a16="http://schemas.microsoft.com/office/drawing/2014/main" id="{F152DB89-D555-147C-9006-D06BC5A6A8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" name="Freeform 8">
                  <a:extLst>
                    <a:ext uri="{FF2B5EF4-FFF2-40B4-BE49-F238E27FC236}">
                      <a16:creationId xmlns:a16="http://schemas.microsoft.com/office/drawing/2014/main" id="{5233E1B4-C3F7-EF61-88A3-EC7508BB63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FC9F819-A39E-948F-8BFA-46CE33CB8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9200" y="1157414"/>
            <a:ext cx="1566262" cy="5774526"/>
            <a:chOff x="5181600" y="1370170"/>
            <a:chExt cx="1566262" cy="5774526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F8B4AF62-ED81-D801-3948-0B0230F6672F}"/>
                </a:ext>
              </a:extLst>
            </p:cNvPr>
            <p:cNvGrpSpPr/>
            <p:nvPr/>
          </p:nvGrpSpPr>
          <p:grpSpPr>
            <a:xfrm>
              <a:off x="5408077" y="5357011"/>
              <a:ext cx="602976" cy="1787685"/>
              <a:chOff x="5391143" y="5365478"/>
              <a:chExt cx="602976" cy="1787685"/>
            </a:xfrm>
          </p:grpSpPr>
          <p:grpSp>
            <p:nvGrpSpPr>
              <p:cNvPr id="270" name="Group 93">
                <a:extLst>
                  <a:ext uri="{FF2B5EF4-FFF2-40B4-BE49-F238E27FC236}">
                    <a16:creationId xmlns:a16="http://schemas.microsoft.com/office/drawing/2014/main" id="{D13C7A37-ABE2-2D5B-8BA9-FE185B8314B4}"/>
                  </a:ext>
                </a:extLst>
              </p:cNvPr>
              <p:cNvGrpSpPr/>
              <p:nvPr/>
            </p:nvGrpSpPr>
            <p:grpSpPr>
              <a:xfrm rot="186992">
                <a:off x="5391143" y="5464533"/>
                <a:ext cx="602976" cy="1688630"/>
                <a:chOff x="1346198" y="3640666"/>
                <a:chExt cx="755162" cy="3117518"/>
              </a:xfrm>
            </p:grpSpPr>
            <p:sp>
              <p:nvSpPr>
                <p:cNvPr id="272" name="Freeform 7">
                  <a:extLst>
                    <a:ext uri="{FF2B5EF4-FFF2-40B4-BE49-F238E27FC236}">
                      <a16:creationId xmlns:a16="http://schemas.microsoft.com/office/drawing/2014/main" id="{C93B4944-9291-0628-B17F-3B9F037066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430" y="3674533"/>
                  <a:ext cx="318052" cy="3083651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3" name="Freeform 5">
                  <a:extLst>
                    <a:ext uri="{FF2B5EF4-FFF2-40B4-BE49-F238E27FC236}">
                      <a16:creationId xmlns:a16="http://schemas.microsoft.com/office/drawing/2014/main" id="{2A95A8BD-54C6-AF68-B413-BBCC61E7D0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2034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4" name="Freeform 6">
                  <a:extLst>
                    <a:ext uri="{FF2B5EF4-FFF2-40B4-BE49-F238E27FC236}">
                      <a16:creationId xmlns:a16="http://schemas.microsoft.com/office/drawing/2014/main" id="{BBBF7375-563C-24DA-EA5B-100E45067D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400286">
                  <a:off x="1517122" y="3676651"/>
                  <a:ext cx="584238" cy="2470150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5" name="Freeform 8">
                  <a:extLst>
                    <a:ext uri="{FF2B5EF4-FFF2-40B4-BE49-F238E27FC236}">
                      <a16:creationId xmlns:a16="http://schemas.microsoft.com/office/drawing/2014/main" id="{81B77973-B40D-DDDD-BB4F-2C421DD3E3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7266" y="4109509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6" name="Freeform 7">
                  <a:extLst>
                    <a:ext uri="{FF2B5EF4-FFF2-40B4-BE49-F238E27FC236}">
                      <a16:creationId xmlns:a16="http://schemas.microsoft.com/office/drawing/2014/main" id="{8E1ED9C4-7B72-CB7C-1FE9-BA86FF6D2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500486" y="36627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7" name="Freeform 5">
                  <a:extLst>
                    <a:ext uri="{FF2B5EF4-FFF2-40B4-BE49-F238E27FC236}">
                      <a16:creationId xmlns:a16="http://schemas.microsoft.com/office/drawing/2014/main" id="{68D93FCA-8DA2-24CE-C790-AA64C626DB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854508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8" name="Freeform 8">
                  <a:extLst>
                    <a:ext uri="{FF2B5EF4-FFF2-40B4-BE49-F238E27FC236}">
                      <a16:creationId xmlns:a16="http://schemas.microsoft.com/office/drawing/2014/main" id="{469D7EB6-3459-66F1-40AD-0F2ED92565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6198" y="4101042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9" name="Freeform 8">
                  <a:extLst>
                    <a:ext uri="{FF2B5EF4-FFF2-40B4-BE49-F238E27FC236}">
                      <a16:creationId xmlns:a16="http://schemas.microsoft.com/office/drawing/2014/main" id="{DCBAE3EF-C176-C36A-A757-09B4204BC0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08441" flipH="1">
                  <a:off x="1634063" y="3662892"/>
                  <a:ext cx="194736" cy="1359958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0" name="Freeform 5">
                  <a:extLst>
                    <a:ext uri="{FF2B5EF4-FFF2-40B4-BE49-F238E27FC236}">
                      <a16:creationId xmlns:a16="http://schemas.microsoft.com/office/drawing/2014/main" id="{E891FB03-AB9B-56B4-22D4-F499C640EF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448727">
                  <a:off x="1720850" y="3651250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1" name="Freeform 6">
                  <a:extLst>
                    <a:ext uri="{FF2B5EF4-FFF2-40B4-BE49-F238E27FC236}">
                      <a16:creationId xmlns:a16="http://schemas.microsoft.com/office/drawing/2014/main" id="{D31B4116-66CB-C327-26CA-A59528DCA1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099981" flipH="1">
                  <a:off x="1589359" y="3674975"/>
                  <a:ext cx="430796" cy="2259597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2" name="Freeform 8">
                  <a:extLst>
                    <a:ext uri="{FF2B5EF4-FFF2-40B4-BE49-F238E27FC236}">
                      <a16:creationId xmlns:a16="http://schemas.microsoft.com/office/drawing/2014/main" id="{C6567604-7F94-3EE1-2C3E-465826D8A2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96999" y="4907492"/>
                  <a:ext cx="82551" cy="510506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3" name="Freeform 5">
                  <a:extLst>
                    <a:ext uri="{FF2B5EF4-FFF2-40B4-BE49-F238E27FC236}">
                      <a16:creationId xmlns:a16="http://schemas.microsoft.com/office/drawing/2014/main" id="{22FC53B7-D3D7-E891-4998-4215A86144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448727">
                  <a:off x="1631950" y="3644900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4" name="Freeform 7">
                  <a:extLst>
                    <a:ext uri="{FF2B5EF4-FFF2-40B4-BE49-F238E27FC236}">
                      <a16:creationId xmlns:a16="http://schemas.microsoft.com/office/drawing/2014/main" id="{2D64A5FE-E2C0-324E-CC1F-308E181FFF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640185" y="36500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71" name="Freeform 9">
                <a:extLst>
                  <a:ext uri="{FF2B5EF4-FFF2-40B4-BE49-F238E27FC236}">
                    <a16:creationId xmlns:a16="http://schemas.microsoft.com/office/drawing/2014/main" id="{39EF7D02-7EFB-DC74-73EE-A15AB8CF179D}"/>
                  </a:ext>
                </a:extLst>
              </p:cNvPr>
              <p:cNvSpPr>
                <a:spLocks/>
              </p:cNvSpPr>
              <p:nvPr/>
            </p:nvSpPr>
            <p:spPr bwMode="auto">
              <a:xfrm rot="186992">
                <a:off x="5598006" y="5365478"/>
                <a:ext cx="307534" cy="142686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45" name="Group 61">
              <a:extLst>
                <a:ext uri="{FF2B5EF4-FFF2-40B4-BE49-F238E27FC236}">
                  <a16:creationId xmlns:a16="http://schemas.microsoft.com/office/drawing/2014/main" id="{6BE5ED6B-87B8-96CE-EEA5-630FA7696D81}"/>
                </a:ext>
              </a:extLst>
            </p:cNvPr>
            <p:cNvGrpSpPr/>
            <p:nvPr/>
          </p:nvGrpSpPr>
          <p:grpSpPr>
            <a:xfrm>
              <a:off x="5181600" y="1370170"/>
              <a:ext cx="1566262" cy="4090142"/>
              <a:chOff x="4000115" y="628088"/>
              <a:chExt cx="1707443" cy="4458824"/>
            </a:xfrm>
          </p:grpSpPr>
          <p:grpSp>
            <p:nvGrpSpPr>
              <p:cNvPr id="246" name="Group 165">
                <a:extLst>
                  <a:ext uri="{FF2B5EF4-FFF2-40B4-BE49-F238E27FC236}">
                    <a16:creationId xmlns:a16="http://schemas.microsoft.com/office/drawing/2014/main" id="{92C20B39-A538-188C-C87B-3E6D9587D200}"/>
                  </a:ext>
                </a:extLst>
              </p:cNvPr>
              <p:cNvGrpSpPr/>
              <p:nvPr/>
            </p:nvGrpSpPr>
            <p:grpSpPr>
              <a:xfrm rot="4345192">
                <a:off x="3966474" y="2368244"/>
                <a:ext cx="658980" cy="591697"/>
                <a:chOff x="971551" y="0"/>
                <a:chExt cx="7200902" cy="6818311"/>
              </a:xfrm>
            </p:grpSpPr>
            <p:sp>
              <p:nvSpPr>
                <p:cNvPr id="268" name="Freeform 5">
                  <a:extLst>
                    <a:ext uri="{FF2B5EF4-FFF2-40B4-BE49-F238E27FC236}">
                      <a16:creationId xmlns:a16="http://schemas.microsoft.com/office/drawing/2014/main" id="{E1A173C2-9A8D-B6FC-EE5A-307B855115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9" name="Freeform 6">
                  <a:extLst>
                    <a:ext uri="{FF2B5EF4-FFF2-40B4-BE49-F238E27FC236}">
                      <a16:creationId xmlns:a16="http://schemas.microsoft.com/office/drawing/2014/main" id="{2E58B345-EAFC-A2CF-0F8B-80BC3E7430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47" name="Group 171">
                <a:extLst>
                  <a:ext uri="{FF2B5EF4-FFF2-40B4-BE49-F238E27FC236}">
                    <a16:creationId xmlns:a16="http://schemas.microsoft.com/office/drawing/2014/main" id="{098CC3AE-0862-CF3D-B6AE-9FB53A93378E}"/>
                  </a:ext>
                </a:extLst>
              </p:cNvPr>
              <p:cNvGrpSpPr/>
              <p:nvPr/>
            </p:nvGrpSpPr>
            <p:grpSpPr>
              <a:xfrm rot="21312991" flipH="1">
                <a:off x="4182179" y="4079136"/>
                <a:ext cx="533236" cy="419896"/>
                <a:chOff x="971551" y="0"/>
                <a:chExt cx="7200902" cy="6818311"/>
              </a:xfrm>
            </p:grpSpPr>
            <p:sp>
              <p:nvSpPr>
                <p:cNvPr id="266" name="Freeform 5">
                  <a:extLst>
                    <a:ext uri="{FF2B5EF4-FFF2-40B4-BE49-F238E27FC236}">
                      <a16:creationId xmlns:a16="http://schemas.microsoft.com/office/drawing/2014/main" id="{EED8F15C-E348-67AE-271F-55E5A9F209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22000">
                      <a:srgbClr val="84BC76"/>
                    </a:gs>
                    <a:gs pos="86000">
                      <a:srgbClr val="2F6C1C"/>
                    </a:gs>
                  </a:gsLst>
                  <a:lin ang="18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7" name="Freeform 6">
                  <a:extLst>
                    <a:ext uri="{FF2B5EF4-FFF2-40B4-BE49-F238E27FC236}">
                      <a16:creationId xmlns:a16="http://schemas.microsoft.com/office/drawing/2014/main" id="{D6418FFE-59AE-1452-0977-E3C3068455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80000">
                      <a:srgbClr val="2E6D26"/>
                    </a:gs>
                  </a:gsLst>
                  <a:lin ang="258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48" name="Freeform 9">
                <a:extLst>
                  <a:ext uri="{FF2B5EF4-FFF2-40B4-BE49-F238E27FC236}">
                    <a16:creationId xmlns:a16="http://schemas.microsoft.com/office/drawing/2014/main" id="{156F2BFA-444C-3C85-7EBA-39A2A5536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8600" y="3486297"/>
                <a:ext cx="744008" cy="133767"/>
              </a:xfrm>
              <a:custGeom>
                <a:avLst/>
                <a:gdLst/>
                <a:ahLst/>
                <a:cxnLst>
                  <a:cxn ang="0">
                    <a:pos x="2560" y="473"/>
                  </a:cxn>
                  <a:cxn ang="0">
                    <a:pos x="2412" y="404"/>
                  </a:cxn>
                  <a:cxn ang="0">
                    <a:pos x="2261" y="341"/>
                  </a:cxn>
                  <a:cxn ang="0">
                    <a:pos x="2107" y="283"/>
                  </a:cxn>
                  <a:cxn ang="0">
                    <a:pos x="1951" y="229"/>
                  </a:cxn>
                  <a:cxn ang="0">
                    <a:pos x="1874" y="205"/>
                  </a:cxn>
                  <a:cxn ang="0">
                    <a:pos x="1715" y="161"/>
                  </a:cxn>
                  <a:cxn ang="0">
                    <a:pos x="1554" y="126"/>
                  </a:cxn>
                  <a:cxn ang="0">
                    <a:pos x="1393" y="100"/>
                  </a:cxn>
                  <a:cxn ang="0">
                    <a:pos x="1313" y="92"/>
                  </a:cxn>
                  <a:cxn ang="0">
                    <a:pos x="1149" y="85"/>
                  </a:cxn>
                  <a:cxn ang="0">
                    <a:pos x="984" y="89"/>
                  </a:cxn>
                  <a:cxn ang="0">
                    <a:pos x="818" y="102"/>
                  </a:cxn>
                  <a:cxn ang="0">
                    <a:pos x="653" y="120"/>
                  </a:cxn>
                  <a:cxn ang="0">
                    <a:pos x="571" y="131"/>
                  </a:cxn>
                  <a:cxn ang="0">
                    <a:pos x="407" y="158"/>
                  </a:cxn>
                  <a:cxn ang="0">
                    <a:pos x="243" y="191"/>
                  </a:cxn>
                  <a:cxn ang="0">
                    <a:pos x="81" y="229"/>
                  </a:cxn>
                  <a:cxn ang="0">
                    <a:pos x="0" y="250"/>
                  </a:cxn>
                  <a:cxn ang="0">
                    <a:pos x="159" y="198"/>
                  </a:cxn>
                  <a:cxn ang="0">
                    <a:pos x="320" y="153"/>
                  </a:cxn>
                  <a:cxn ang="0">
                    <a:pos x="482" y="110"/>
                  </a:cxn>
                  <a:cxn ang="0">
                    <a:pos x="646" y="75"/>
                  </a:cxn>
                  <a:cxn ang="0">
                    <a:pos x="728" y="59"/>
                  </a:cxn>
                  <a:cxn ang="0">
                    <a:pos x="895" y="32"/>
                  </a:cxn>
                  <a:cxn ang="0">
                    <a:pos x="1061" y="13"/>
                  </a:cxn>
                  <a:cxn ang="0">
                    <a:pos x="1231" y="1"/>
                  </a:cxn>
                  <a:cxn ang="0">
                    <a:pos x="1317" y="0"/>
                  </a:cxn>
                  <a:cxn ang="0">
                    <a:pos x="1487" y="10"/>
                  </a:cxn>
                  <a:cxn ang="0">
                    <a:pos x="1656" y="30"/>
                  </a:cxn>
                  <a:cxn ang="0">
                    <a:pos x="1823" y="61"/>
                  </a:cxn>
                  <a:cxn ang="0">
                    <a:pos x="1989" y="97"/>
                  </a:cxn>
                  <a:cxn ang="0">
                    <a:pos x="2071" y="119"/>
                  </a:cxn>
                  <a:cxn ang="0">
                    <a:pos x="2234" y="165"/>
                  </a:cxn>
                  <a:cxn ang="0">
                    <a:pos x="2395" y="218"/>
                  </a:cxn>
                  <a:cxn ang="0">
                    <a:pos x="2556" y="276"/>
                  </a:cxn>
                  <a:cxn ang="0">
                    <a:pos x="2635" y="307"/>
                  </a:cxn>
                  <a:cxn ang="0">
                    <a:pos x="2652" y="315"/>
                  </a:cxn>
                  <a:cxn ang="0">
                    <a:pos x="2666" y="326"/>
                  </a:cxn>
                  <a:cxn ang="0">
                    <a:pos x="2677" y="341"/>
                  </a:cxn>
                  <a:cxn ang="0">
                    <a:pos x="2690" y="373"/>
                  </a:cxn>
                  <a:cxn ang="0">
                    <a:pos x="2693" y="390"/>
                  </a:cxn>
                  <a:cxn ang="0">
                    <a:pos x="2692" y="408"/>
                  </a:cxn>
                  <a:cxn ang="0">
                    <a:pos x="2686" y="425"/>
                  </a:cxn>
                  <a:cxn ang="0">
                    <a:pos x="2682" y="434"/>
                  </a:cxn>
                  <a:cxn ang="0">
                    <a:pos x="2672" y="449"/>
                  </a:cxn>
                  <a:cxn ang="0">
                    <a:pos x="2659" y="462"/>
                  </a:cxn>
                  <a:cxn ang="0">
                    <a:pos x="2638" y="476"/>
                  </a:cxn>
                  <a:cxn ang="0">
                    <a:pos x="2612" y="482"/>
                  </a:cxn>
                  <a:cxn ang="0">
                    <a:pos x="2594" y="483"/>
                  </a:cxn>
                  <a:cxn ang="0">
                    <a:pos x="2577" y="479"/>
                  </a:cxn>
                  <a:cxn ang="0">
                    <a:pos x="2567" y="476"/>
                  </a:cxn>
                  <a:cxn ang="0">
                    <a:pos x="2560" y="473"/>
                  </a:cxn>
                </a:cxnLst>
                <a:rect l="0" t="0" r="r" b="b"/>
                <a:pathLst>
                  <a:path w="2693" h="483">
                    <a:moveTo>
                      <a:pt x="2560" y="473"/>
                    </a:moveTo>
                    <a:lnTo>
                      <a:pt x="2560" y="473"/>
                    </a:lnTo>
                    <a:lnTo>
                      <a:pt x="2487" y="438"/>
                    </a:lnTo>
                    <a:lnTo>
                      <a:pt x="2412" y="404"/>
                    </a:lnTo>
                    <a:lnTo>
                      <a:pt x="2337" y="372"/>
                    </a:lnTo>
                    <a:lnTo>
                      <a:pt x="2261" y="341"/>
                    </a:lnTo>
                    <a:lnTo>
                      <a:pt x="2184" y="311"/>
                    </a:lnTo>
                    <a:lnTo>
                      <a:pt x="2107" y="283"/>
                    </a:lnTo>
                    <a:lnTo>
                      <a:pt x="2029" y="254"/>
                    </a:lnTo>
                    <a:lnTo>
                      <a:pt x="1951" y="229"/>
                    </a:lnTo>
                    <a:lnTo>
                      <a:pt x="1951" y="229"/>
                    </a:lnTo>
                    <a:lnTo>
                      <a:pt x="1874" y="205"/>
                    </a:lnTo>
                    <a:lnTo>
                      <a:pt x="1795" y="182"/>
                    </a:lnTo>
                    <a:lnTo>
                      <a:pt x="1715" y="161"/>
                    </a:lnTo>
                    <a:lnTo>
                      <a:pt x="1635" y="141"/>
                    </a:lnTo>
                    <a:lnTo>
                      <a:pt x="1554" y="126"/>
                    </a:lnTo>
                    <a:lnTo>
                      <a:pt x="1474" y="112"/>
                    </a:lnTo>
                    <a:lnTo>
                      <a:pt x="1393" y="100"/>
                    </a:lnTo>
                    <a:lnTo>
                      <a:pt x="1313" y="92"/>
                    </a:lnTo>
                    <a:lnTo>
                      <a:pt x="1313" y="92"/>
                    </a:lnTo>
                    <a:lnTo>
                      <a:pt x="1231" y="88"/>
                    </a:lnTo>
                    <a:lnTo>
                      <a:pt x="1149" y="85"/>
                    </a:lnTo>
                    <a:lnTo>
                      <a:pt x="1067" y="86"/>
                    </a:lnTo>
                    <a:lnTo>
                      <a:pt x="984" y="89"/>
                    </a:lnTo>
                    <a:lnTo>
                      <a:pt x="902" y="95"/>
                    </a:lnTo>
                    <a:lnTo>
                      <a:pt x="818" y="102"/>
                    </a:lnTo>
                    <a:lnTo>
                      <a:pt x="736" y="110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571" y="131"/>
                    </a:lnTo>
                    <a:lnTo>
                      <a:pt x="489" y="144"/>
                    </a:lnTo>
                    <a:lnTo>
                      <a:pt x="407" y="158"/>
                    </a:lnTo>
                    <a:lnTo>
                      <a:pt x="325" y="174"/>
                    </a:lnTo>
                    <a:lnTo>
                      <a:pt x="243" y="191"/>
                    </a:lnTo>
                    <a:lnTo>
                      <a:pt x="161" y="209"/>
                    </a:lnTo>
                    <a:lnTo>
                      <a:pt x="81" y="229"/>
                    </a:lnTo>
                    <a:lnTo>
                      <a:pt x="0" y="250"/>
                    </a:lnTo>
                    <a:lnTo>
                      <a:pt x="0" y="250"/>
                    </a:lnTo>
                    <a:lnTo>
                      <a:pt x="80" y="223"/>
                    </a:lnTo>
                    <a:lnTo>
                      <a:pt x="159" y="198"/>
                    </a:lnTo>
                    <a:lnTo>
                      <a:pt x="239" y="174"/>
                    </a:lnTo>
                    <a:lnTo>
                      <a:pt x="320" y="153"/>
                    </a:lnTo>
                    <a:lnTo>
                      <a:pt x="400" y="130"/>
                    </a:lnTo>
                    <a:lnTo>
                      <a:pt x="482" y="110"/>
                    </a:lnTo>
                    <a:lnTo>
                      <a:pt x="564" y="92"/>
                    </a:lnTo>
                    <a:lnTo>
                      <a:pt x="646" y="75"/>
                    </a:lnTo>
                    <a:lnTo>
                      <a:pt x="646" y="75"/>
                    </a:lnTo>
                    <a:lnTo>
                      <a:pt x="728" y="59"/>
                    </a:lnTo>
                    <a:lnTo>
                      <a:pt x="811" y="45"/>
                    </a:lnTo>
                    <a:lnTo>
                      <a:pt x="895" y="32"/>
                    </a:lnTo>
                    <a:lnTo>
                      <a:pt x="978" y="21"/>
                    </a:lnTo>
                    <a:lnTo>
                      <a:pt x="1061" y="13"/>
                    </a:lnTo>
                    <a:lnTo>
                      <a:pt x="1146" y="6"/>
                    </a:lnTo>
                    <a:lnTo>
                      <a:pt x="1231" y="1"/>
                    </a:lnTo>
                    <a:lnTo>
                      <a:pt x="1317" y="0"/>
                    </a:lnTo>
                    <a:lnTo>
                      <a:pt x="1317" y="0"/>
                    </a:lnTo>
                    <a:lnTo>
                      <a:pt x="1402" y="3"/>
                    </a:lnTo>
                    <a:lnTo>
                      <a:pt x="1487" y="10"/>
                    </a:lnTo>
                    <a:lnTo>
                      <a:pt x="1571" y="18"/>
                    </a:lnTo>
                    <a:lnTo>
                      <a:pt x="1656" y="30"/>
                    </a:lnTo>
                    <a:lnTo>
                      <a:pt x="1739" y="44"/>
                    </a:lnTo>
                    <a:lnTo>
                      <a:pt x="1823" y="61"/>
                    </a:lnTo>
                    <a:lnTo>
                      <a:pt x="1906" y="78"/>
                    </a:lnTo>
                    <a:lnTo>
                      <a:pt x="1989" y="97"/>
                    </a:lnTo>
                    <a:lnTo>
                      <a:pt x="1989" y="97"/>
                    </a:lnTo>
                    <a:lnTo>
                      <a:pt x="2071" y="119"/>
                    </a:lnTo>
                    <a:lnTo>
                      <a:pt x="2153" y="141"/>
                    </a:lnTo>
                    <a:lnTo>
                      <a:pt x="2234" y="165"/>
                    </a:lnTo>
                    <a:lnTo>
                      <a:pt x="2314" y="191"/>
                    </a:lnTo>
                    <a:lnTo>
                      <a:pt x="2395" y="218"/>
                    </a:lnTo>
                    <a:lnTo>
                      <a:pt x="2475" y="246"/>
                    </a:lnTo>
                    <a:lnTo>
                      <a:pt x="2556" y="276"/>
                    </a:lnTo>
                    <a:lnTo>
                      <a:pt x="2635" y="307"/>
                    </a:lnTo>
                    <a:lnTo>
                      <a:pt x="2635" y="307"/>
                    </a:lnTo>
                    <a:lnTo>
                      <a:pt x="2644" y="311"/>
                    </a:lnTo>
                    <a:lnTo>
                      <a:pt x="2652" y="315"/>
                    </a:lnTo>
                    <a:lnTo>
                      <a:pt x="2659" y="321"/>
                    </a:lnTo>
                    <a:lnTo>
                      <a:pt x="2666" y="326"/>
                    </a:lnTo>
                    <a:lnTo>
                      <a:pt x="2672" y="333"/>
                    </a:lnTo>
                    <a:lnTo>
                      <a:pt x="2677" y="341"/>
                    </a:lnTo>
                    <a:lnTo>
                      <a:pt x="2686" y="356"/>
                    </a:lnTo>
                    <a:lnTo>
                      <a:pt x="2690" y="373"/>
                    </a:lnTo>
                    <a:lnTo>
                      <a:pt x="2692" y="381"/>
                    </a:lnTo>
                    <a:lnTo>
                      <a:pt x="2693" y="390"/>
                    </a:lnTo>
                    <a:lnTo>
                      <a:pt x="2693" y="398"/>
                    </a:lnTo>
                    <a:lnTo>
                      <a:pt x="2692" y="408"/>
                    </a:lnTo>
                    <a:lnTo>
                      <a:pt x="2689" y="417"/>
                    </a:lnTo>
                    <a:lnTo>
                      <a:pt x="2686" y="425"/>
                    </a:lnTo>
                    <a:lnTo>
                      <a:pt x="2686" y="425"/>
                    </a:lnTo>
                    <a:lnTo>
                      <a:pt x="2682" y="434"/>
                    </a:lnTo>
                    <a:lnTo>
                      <a:pt x="2677" y="442"/>
                    </a:lnTo>
                    <a:lnTo>
                      <a:pt x="2672" y="449"/>
                    </a:lnTo>
                    <a:lnTo>
                      <a:pt x="2666" y="456"/>
                    </a:lnTo>
                    <a:lnTo>
                      <a:pt x="2659" y="462"/>
                    </a:lnTo>
                    <a:lnTo>
                      <a:pt x="2653" y="468"/>
                    </a:lnTo>
                    <a:lnTo>
                      <a:pt x="2638" y="476"/>
                    </a:lnTo>
                    <a:lnTo>
                      <a:pt x="2621" y="480"/>
                    </a:lnTo>
                    <a:lnTo>
                      <a:pt x="2612" y="482"/>
                    </a:lnTo>
                    <a:lnTo>
                      <a:pt x="2603" y="483"/>
                    </a:lnTo>
                    <a:lnTo>
                      <a:pt x="2594" y="483"/>
                    </a:lnTo>
                    <a:lnTo>
                      <a:pt x="2586" y="482"/>
                    </a:lnTo>
                    <a:lnTo>
                      <a:pt x="2577" y="479"/>
                    </a:lnTo>
                    <a:lnTo>
                      <a:pt x="2567" y="476"/>
                    </a:lnTo>
                    <a:lnTo>
                      <a:pt x="2567" y="476"/>
                    </a:lnTo>
                    <a:lnTo>
                      <a:pt x="2562" y="473"/>
                    </a:lnTo>
                    <a:lnTo>
                      <a:pt x="2560" y="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360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Freeform 7">
                <a:extLst>
                  <a:ext uri="{FF2B5EF4-FFF2-40B4-BE49-F238E27FC236}">
                    <a16:creationId xmlns:a16="http://schemas.microsoft.com/office/drawing/2014/main" id="{79720844-9823-256C-F167-3666F0D7E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063" y="628088"/>
                <a:ext cx="312738" cy="4458824"/>
              </a:xfrm>
              <a:custGeom>
                <a:avLst/>
                <a:gdLst/>
                <a:ahLst/>
                <a:cxnLst>
                  <a:cxn ang="0">
                    <a:pos x="85" y="8177"/>
                  </a:cxn>
                  <a:cxn ang="0">
                    <a:pos x="198" y="7659"/>
                  </a:cxn>
                  <a:cxn ang="0">
                    <a:pos x="268" y="7269"/>
                  </a:cxn>
                  <a:cxn ang="0">
                    <a:pos x="336" y="6747"/>
                  </a:cxn>
                  <a:cxn ang="0">
                    <a:pos x="357" y="6422"/>
                  </a:cxn>
                  <a:cxn ang="0">
                    <a:pos x="357" y="6228"/>
                  </a:cxn>
                  <a:cxn ang="0">
                    <a:pos x="342" y="6039"/>
                  </a:cxn>
                  <a:cxn ang="0">
                    <a:pos x="315" y="5888"/>
                  </a:cxn>
                  <a:cxn ang="0">
                    <a:pos x="275" y="5719"/>
                  </a:cxn>
                  <a:cxn ang="0">
                    <a:pos x="203" y="5320"/>
                  </a:cxn>
                  <a:cxn ang="0">
                    <a:pos x="147" y="4918"/>
                  </a:cxn>
                  <a:cxn ang="0">
                    <a:pos x="87" y="4383"/>
                  </a:cxn>
                  <a:cxn ang="0">
                    <a:pos x="52" y="3982"/>
                  </a:cxn>
                  <a:cxn ang="0">
                    <a:pos x="18" y="3445"/>
                  </a:cxn>
                  <a:cxn ang="0">
                    <a:pos x="4" y="3042"/>
                  </a:cxn>
                  <a:cxn ang="0">
                    <a:pos x="3" y="2504"/>
                  </a:cxn>
                  <a:cxn ang="0">
                    <a:pos x="22" y="2100"/>
                  </a:cxn>
                  <a:cxn ang="0">
                    <a:pos x="61" y="1765"/>
                  </a:cxn>
                  <a:cxn ang="0">
                    <a:pos x="99" y="1564"/>
                  </a:cxn>
                  <a:cxn ang="0">
                    <a:pos x="134" y="1433"/>
                  </a:cxn>
                  <a:cxn ang="0">
                    <a:pos x="179" y="1306"/>
                  </a:cxn>
                  <a:cxn ang="0">
                    <a:pos x="257" y="1051"/>
                  </a:cxn>
                  <a:cxn ang="0">
                    <a:pos x="299" y="856"/>
                  </a:cxn>
                  <a:cxn ang="0">
                    <a:pos x="333" y="592"/>
                  </a:cxn>
                  <a:cxn ang="0">
                    <a:pos x="336" y="393"/>
                  </a:cxn>
                  <a:cxn ang="0">
                    <a:pos x="316" y="194"/>
                  </a:cxn>
                  <a:cxn ang="0">
                    <a:pos x="288" y="64"/>
                  </a:cxn>
                  <a:cxn ang="0">
                    <a:pos x="280" y="31"/>
                  </a:cxn>
                  <a:cxn ang="0">
                    <a:pos x="318" y="160"/>
                  </a:cxn>
                  <a:cxn ang="0">
                    <a:pos x="345" y="325"/>
                  </a:cxn>
                  <a:cxn ang="0">
                    <a:pos x="357" y="526"/>
                  </a:cxn>
                  <a:cxn ang="0">
                    <a:pos x="340" y="795"/>
                  </a:cxn>
                  <a:cxn ang="0">
                    <a:pos x="296" y="1061"/>
                  </a:cxn>
                  <a:cxn ang="0">
                    <a:pos x="247" y="1257"/>
                  </a:cxn>
                  <a:cxn ang="0">
                    <a:pos x="198" y="1417"/>
                  </a:cxn>
                  <a:cxn ang="0">
                    <a:pos x="158" y="1577"/>
                  </a:cxn>
                  <a:cxn ang="0">
                    <a:pos x="130" y="1773"/>
                  </a:cxn>
                  <a:cxn ang="0">
                    <a:pos x="104" y="2104"/>
                  </a:cxn>
                  <a:cxn ang="0">
                    <a:pos x="100" y="2504"/>
                  </a:cxn>
                  <a:cxn ang="0">
                    <a:pos x="121" y="3036"/>
                  </a:cxn>
                  <a:cxn ang="0">
                    <a:pos x="151" y="3436"/>
                  </a:cxn>
                  <a:cxn ang="0">
                    <a:pos x="205" y="3966"/>
                  </a:cxn>
                  <a:cxn ang="0">
                    <a:pos x="256" y="4363"/>
                  </a:cxn>
                  <a:cxn ang="0">
                    <a:pos x="335" y="4892"/>
                  </a:cxn>
                  <a:cxn ang="0">
                    <a:pos x="405" y="5284"/>
                  </a:cxn>
                  <a:cxn ang="0">
                    <a:pos x="507" y="5734"/>
                  </a:cxn>
                  <a:cxn ang="0">
                    <a:pos x="544" y="5864"/>
                  </a:cxn>
                  <a:cxn ang="0">
                    <a:pos x="573" y="6005"/>
                  </a:cxn>
                  <a:cxn ang="0">
                    <a:pos x="597" y="6215"/>
                  </a:cxn>
                  <a:cxn ang="0">
                    <a:pos x="604" y="6423"/>
                  </a:cxn>
                  <a:cxn ang="0">
                    <a:pos x="597" y="6766"/>
                  </a:cxn>
                  <a:cxn ang="0">
                    <a:pos x="547" y="7309"/>
                  </a:cxn>
                  <a:cxn ang="0">
                    <a:pos x="490" y="7712"/>
                  </a:cxn>
                  <a:cxn ang="0">
                    <a:pos x="395" y="8246"/>
                  </a:cxn>
                  <a:cxn ang="0">
                    <a:pos x="335" y="8528"/>
                  </a:cxn>
                  <a:cxn ang="0">
                    <a:pos x="302" y="8583"/>
                  </a:cxn>
                  <a:cxn ang="0">
                    <a:pos x="253" y="8623"/>
                  </a:cxn>
                  <a:cxn ang="0">
                    <a:pos x="192" y="8640"/>
                  </a:cxn>
                  <a:cxn ang="0">
                    <a:pos x="144" y="8636"/>
                  </a:cxn>
                  <a:cxn ang="0">
                    <a:pos x="83" y="8610"/>
                  </a:cxn>
                  <a:cxn ang="0">
                    <a:pos x="41" y="8565"/>
                  </a:cxn>
                  <a:cxn ang="0">
                    <a:pos x="17" y="8506"/>
                  </a:cxn>
                  <a:cxn ang="0">
                    <a:pos x="18" y="8441"/>
                  </a:cxn>
                </a:cxnLst>
                <a:rect l="0" t="0" r="r" b="b"/>
                <a:pathLst>
                  <a:path w="606" h="8640">
                    <a:moveTo>
                      <a:pt x="21" y="8432"/>
                    </a:moveTo>
                    <a:lnTo>
                      <a:pt x="21" y="8432"/>
                    </a:lnTo>
                    <a:lnTo>
                      <a:pt x="54" y="8305"/>
                    </a:lnTo>
                    <a:lnTo>
                      <a:pt x="85" y="8177"/>
                    </a:lnTo>
                    <a:lnTo>
                      <a:pt x="114" y="8048"/>
                    </a:lnTo>
                    <a:lnTo>
                      <a:pt x="144" y="7919"/>
                    </a:lnTo>
                    <a:lnTo>
                      <a:pt x="171" y="7789"/>
                    </a:lnTo>
                    <a:lnTo>
                      <a:pt x="198" y="7659"/>
                    </a:lnTo>
                    <a:lnTo>
                      <a:pt x="223" y="7529"/>
                    </a:lnTo>
                    <a:lnTo>
                      <a:pt x="246" y="7399"/>
                    </a:lnTo>
                    <a:lnTo>
                      <a:pt x="246" y="7399"/>
                    </a:lnTo>
                    <a:lnTo>
                      <a:pt x="268" y="7269"/>
                    </a:lnTo>
                    <a:lnTo>
                      <a:pt x="288" y="7139"/>
                    </a:lnTo>
                    <a:lnTo>
                      <a:pt x="306" y="7008"/>
                    </a:lnTo>
                    <a:lnTo>
                      <a:pt x="323" y="6878"/>
                    </a:lnTo>
                    <a:lnTo>
                      <a:pt x="336" y="6747"/>
                    </a:lnTo>
                    <a:lnTo>
                      <a:pt x="347" y="6617"/>
                    </a:lnTo>
                    <a:lnTo>
                      <a:pt x="352" y="6552"/>
                    </a:lnTo>
                    <a:lnTo>
                      <a:pt x="354" y="6487"/>
                    </a:lnTo>
                    <a:lnTo>
                      <a:pt x="357" y="6422"/>
                    </a:lnTo>
                    <a:lnTo>
                      <a:pt x="359" y="6357"/>
                    </a:lnTo>
                    <a:lnTo>
                      <a:pt x="359" y="6357"/>
                    </a:lnTo>
                    <a:lnTo>
                      <a:pt x="359" y="6292"/>
                    </a:lnTo>
                    <a:lnTo>
                      <a:pt x="357" y="6228"/>
                    </a:lnTo>
                    <a:lnTo>
                      <a:pt x="353" y="6165"/>
                    </a:lnTo>
                    <a:lnTo>
                      <a:pt x="349" y="6101"/>
                    </a:lnTo>
                    <a:lnTo>
                      <a:pt x="349" y="6101"/>
                    </a:lnTo>
                    <a:lnTo>
                      <a:pt x="342" y="6039"/>
                    </a:lnTo>
                    <a:lnTo>
                      <a:pt x="333" y="5977"/>
                    </a:lnTo>
                    <a:lnTo>
                      <a:pt x="333" y="5977"/>
                    </a:lnTo>
                    <a:lnTo>
                      <a:pt x="322" y="5917"/>
                    </a:lnTo>
                    <a:lnTo>
                      <a:pt x="315" y="5888"/>
                    </a:lnTo>
                    <a:lnTo>
                      <a:pt x="306" y="5855"/>
                    </a:lnTo>
                    <a:lnTo>
                      <a:pt x="306" y="5855"/>
                    </a:lnTo>
                    <a:lnTo>
                      <a:pt x="291" y="5787"/>
                    </a:lnTo>
                    <a:lnTo>
                      <a:pt x="275" y="5719"/>
                    </a:lnTo>
                    <a:lnTo>
                      <a:pt x="263" y="5653"/>
                    </a:lnTo>
                    <a:lnTo>
                      <a:pt x="250" y="5587"/>
                    </a:lnTo>
                    <a:lnTo>
                      <a:pt x="226" y="5452"/>
                    </a:lnTo>
                    <a:lnTo>
                      <a:pt x="203" y="5320"/>
                    </a:lnTo>
                    <a:lnTo>
                      <a:pt x="203" y="5320"/>
                    </a:lnTo>
                    <a:lnTo>
                      <a:pt x="183" y="5185"/>
                    </a:lnTo>
                    <a:lnTo>
                      <a:pt x="165" y="5053"/>
                    </a:lnTo>
                    <a:lnTo>
                      <a:pt x="147" y="4918"/>
                    </a:lnTo>
                    <a:lnTo>
                      <a:pt x="131" y="4784"/>
                    </a:lnTo>
                    <a:lnTo>
                      <a:pt x="116" y="4651"/>
                    </a:lnTo>
                    <a:lnTo>
                      <a:pt x="100" y="4517"/>
                    </a:lnTo>
                    <a:lnTo>
                      <a:pt x="87" y="4383"/>
                    </a:lnTo>
                    <a:lnTo>
                      <a:pt x="75" y="4250"/>
                    </a:lnTo>
                    <a:lnTo>
                      <a:pt x="75" y="4250"/>
                    </a:lnTo>
                    <a:lnTo>
                      <a:pt x="63" y="4116"/>
                    </a:lnTo>
                    <a:lnTo>
                      <a:pt x="52" y="3982"/>
                    </a:lnTo>
                    <a:lnTo>
                      <a:pt x="42" y="3847"/>
                    </a:lnTo>
                    <a:lnTo>
                      <a:pt x="32" y="3713"/>
                    </a:lnTo>
                    <a:lnTo>
                      <a:pt x="25" y="3579"/>
                    </a:lnTo>
                    <a:lnTo>
                      <a:pt x="18" y="3445"/>
                    </a:lnTo>
                    <a:lnTo>
                      <a:pt x="13" y="3310"/>
                    </a:lnTo>
                    <a:lnTo>
                      <a:pt x="7" y="3176"/>
                    </a:lnTo>
                    <a:lnTo>
                      <a:pt x="7" y="3176"/>
                    </a:lnTo>
                    <a:lnTo>
                      <a:pt x="4" y="3042"/>
                    </a:lnTo>
                    <a:lnTo>
                      <a:pt x="1" y="2906"/>
                    </a:lnTo>
                    <a:lnTo>
                      <a:pt x="0" y="2772"/>
                    </a:lnTo>
                    <a:lnTo>
                      <a:pt x="1" y="2638"/>
                    </a:lnTo>
                    <a:lnTo>
                      <a:pt x="3" y="2504"/>
                    </a:lnTo>
                    <a:lnTo>
                      <a:pt x="7" y="2368"/>
                    </a:lnTo>
                    <a:lnTo>
                      <a:pt x="14" y="2234"/>
                    </a:lnTo>
                    <a:lnTo>
                      <a:pt x="22" y="2100"/>
                    </a:lnTo>
                    <a:lnTo>
                      <a:pt x="22" y="2100"/>
                    </a:lnTo>
                    <a:lnTo>
                      <a:pt x="35" y="1965"/>
                    </a:lnTo>
                    <a:lnTo>
                      <a:pt x="42" y="1898"/>
                    </a:lnTo>
                    <a:lnTo>
                      <a:pt x="51" y="1831"/>
                    </a:lnTo>
                    <a:lnTo>
                      <a:pt x="61" y="1765"/>
                    </a:lnTo>
                    <a:lnTo>
                      <a:pt x="72" y="1697"/>
                    </a:lnTo>
                    <a:lnTo>
                      <a:pt x="85" y="1631"/>
                    </a:lnTo>
                    <a:lnTo>
                      <a:pt x="99" y="1564"/>
                    </a:lnTo>
                    <a:lnTo>
                      <a:pt x="99" y="1564"/>
                    </a:lnTo>
                    <a:lnTo>
                      <a:pt x="116" y="1498"/>
                    </a:lnTo>
                    <a:lnTo>
                      <a:pt x="124" y="1465"/>
                    </a:lnTo>
                    <a:lnTo>
                      <a:pt x="134" y="1433"/>
                    </a:lnTo>
                    <a:lnTo>
                      <a:pt x="134" y="1433"/>
                    </a:lnTo>
                    <a:lnTo>
                      <a:pt x="145" y="1400"/>
                    </a:lnTo>
                    <a:lnTo>
                      <a:pt x="157" y="1369"/>
                    </a:lnTo>
                    <a:lnTo>
                      <a:pt x="179" y="1306"/>
                    </a:lnTo>
                    <a:lnTo>
                      <a:pt x="179" y="1306"/>
                    </a:lnTo>
                    <a:lnTo>
                      <a:pt x="200" y="1243"/>
                    </a:lnTo>
                    <a:lnTo>
                      <a:pt x="220" y="1180"/>
                    </a:lnTo>
                    <a:lnTo>
                      <a:pt x="239" y="1116"/>
                    </a:lnTo>
                    <a:lnTo>
                      <a:pt x="257" y="1051"/>
                    </a:lnTo>
                    <a:lnTo>
                      <a:pt x="257" y="1051"/>
                    </a:lnTo>
                    <a:lnTo>
                      <a:pt x="272" y="986"/>
                    </a:lnTo>
                    <a:lnTo>
                      <a:pt x="287" y="921"/>
                    </a:lnTo>
                    <a:lnTo>
                      <a:pt x="299" y="856"/>
                    </a:lnTo>
                    <a:lnTo>
                      <a:pt x="311" y="791"/>
                    </a:lnTo>
                    <a:lnTo>
                      <a:pt x="321" y="725"/>
                    </a:lnTo>
                    <a:lnTo>
                      <a:pt x="328" y="658"/>
                    </a:lnTo>
                    <a:lnTo>
                      <a:pt x="333" y="592"/>
                    </a:lnTo>
                    <a:lnTo>
                      <a:pt x="336" y="526"/>
                    </a:lnTo>
                    <a:lnTo>
                      <a:pt x="336" y="526"/>
                    </a:lnTo>
                    <a:lnTo>
                      <a:pt x="337" y="459"/>
                    </a:lnTo>
                    <a:lnTo>
                      <a:pt x="336" y="393"/>
                    </a:lnTo>
                    <a:lnTo>
                      <a:pt x="332" y="326"/>
                    </a:lnTo>
                    <a:lnTo>
                      <a:pt x="326" y="260"/>
                    </a:lnTo>
                    <a:lnTo>
                      <a:pt x="326" y="260"/>
                    </a:lnTo>
                    <a:lnTo>
                      <a:pt x="316" y="194"/>
                    </a:lnTo>
                    <a:lnTo>
                      <a:pt x="311" y="161"/>
                    </a:lnTo>
                    <a:lnTo>
                      <a:pt x="305" y="127"/>
                    </a:lnTo>
                    <a:lnTo>
                      <a:pt x="296" y="95"/>
                    </a:lnTo>
                    <a:lnTo>
                      <a:pt x="288" y="64"/>
                    </a:lnTo>
                    <a:lnTo>
                      <a:pt x="278" y="31"/>
                    </a:lnTo>
                    <a:lnTo>
                      <a:pt x="267" y="0"/>
                    </a:lnTo>
                    <a:lnTo>
                      <a:pt x="267" y="0"/>
                    </a:lnTo>
                    <a:lnTo>
                      <a:pt x="280" y="31"/>
                    </a:lnTo>
                    <a:lnTo>
                      <a:pt x="291" y="62"/>
                    </a:lnTo>
                    <a:lnTo>
                      <a:pt x="301" y="95"/>
                    </a:lnTo>
                    <a:lnTo>
                      <a:pt x="309" y="127"/>
                    </a:lnTo>
                    <a:lnTo>
                      <a:pt x="318" y="160"/>
                    </a:lnTo>
                    <a:lnTo>
                      <a:pt x="325" y="192"/>
                    </a:lnTo>
                    <a:lnTo>
                      <a:pt x="336" y="259"/>
                    </a:lnTo>
                    <a:lnTo>
                      <a:pt x="336" y="259"/>
                    </a:lnTo>
                    <a:lnTo>
                      <a:pt x="345" y="325"/>
                    </a:lnTo>
                    <a:lnTo>
                      <a:pt x="352" y="391"/>
                    </a:lnTo>
                    <a:lnTo>
                      <a:pt x="356" y="459"/>
                    </a:lnTo>
                    <a:lnTo>
                      <a:pt x="357" y="526"/>
                    </a:lnTo>
                    <a:lnTo>
                      <a:pt x="357" y="526"/>
                    </a:lnTo>
                    <a:lnTo>
                      <a:pt x="356" y="593"/>
                    </a:lnTo>
                    <a:lnTo>
                      <a:pt x="353" y="661"/>
                    </a:lnTo>
                    <a:lnTo>
                      <a:pt x="347" y="728"/>
                    </a:lnTo>
                    <a:lnTo>
                      <a:pt x="340" y="795"/>
                    </a:lnTo>
                    <a:lnTo>
                      <a:pt x="332" y="862"/>
                    </a:lnTo>
                    <a:lnTo>
                      <a:pt x="322" y="928"/>
                    </a:lnTo>
                    <a:lnTo>
                      <a:pt x="311" y="995"/>
                    </a:lnTo>
                    <a:lnTo>
                      <a:pt x="296" y="1061"/>
                    </a:lnTo>
                    <a:lnTo>
                      <a:pt x="296" y="1061"/>
                    </a:lnTo>
                    <a:lnTo>
                      <a:pt x="281" y="1126"/>
                    </a:lnTo>
                    <a:lnTo>
                      <a:pt x="265" y="1193"/>
                    </a:lnTo>
                    <a:lnTo>
                      <a:pt x="247" y="1257"/>
                    </a:lnTo>
                    <a:lnTo>
                      <a:pt x="227" y="1322"/>
                    </a:lnTo>
                    <a:lnTo>
                      <a:pt x="227" y="1322"/>
                    </a:lnTo>
                    <a:lnTo>
                      <a:pt x="207" y="1386"/>
                    </a:lnTo>
                    <a:lnTo>
                      <a:pt x="198" y="1417"/>
                    </a:lnTo>
                    <a:lnTo>
                      <a:pt x="188" y="1448"/>
                    </a:lnTo>
                    <a:lnTo>
                      <a:pt x="188" y="1448"/>
                    </a:lnTo>
                    <a:lnTo>
                      <a:pt x="172" y="1513"/>
                    </a:lnTo>
                    <a:lnTo>
                      <a:pt x="158" y="1577"/>
                    </a:lnTo>
                    <a:lnTo>
                      <a:pt x="158" y="1577"/>
                    </a:lnTo>
                    <a:lnTo>
                      <a:pt x="147" y="1642"/>
                    </a:lnTo>
                    <a:lnTo>
                      <a:pt x="137" y="1708"/>
                    </a:lnTo>
                    <a:lnTo>
                      <a:pt x="130" y="1773"/>
                    </a:lnTo>
                    <a:lnTo>
                      <a:pt x="123" y="1840"/>
                    </a:lnTo>
                    <a:lnTo>
                      <a:pt x="116" y="1906"/>
                    </a:lnTo>
                    <a:lnTo>
                      <a:pt x="111" y="1971"/>
                    </a:lnTo>
                    <a:lnTo>
                      <a:pt x="104" y="2104"/>
                    </a:lnTo>
                    <a:lnTo>
                      <a:pt x="104" y="2104"/>
                    </a:lnTo>
                    <a:lnTo>
                      <a:pt x="102" y="2238"/>
                    </a:lnTo>
                    <a:lnTo>
                      <a:pt x="100" y="2371"/>
                    </a:lnTo>
                    <a:lnTo>
                      <a:pt x="100" y="2504"/>
                    </a:lnTo>
                    <a:lnTo>
                      <a:pt x="103" y="2637"/>
                    </a:lnTo>
                    <a:lnTo>
                      <a:pt x="107" y="2771"/>
                    </a:lnTo>
                    <a:lnTo>
                      <a:pt x="114" y="2904"/>
                    </a:lnTo>
                    <a:lnTo>
                      <a:pt x="121" y="3036"/>
                    </a:lnTo>
                    <a:lnTo>
                      <a:pt x="130" y="3169"/>
                    </a:lnTo>
                    <a:lnTo>
                      <a:pt x="130" y="3169"/>
                    </a:lnTo>
                    <a:lnTo>
                      <a:pt x="140" y="3303"/>
                    </a:lnTo>
                    <a:lnTo>
                      <a:pt x="151" y="3436"/>
                    </a:lnTo>
                    <a:lnTo>
                      <a:pt x="162" y="3569"/>
                    </a:lnTo>
                    <a:lnTo>
                      <a:pt x="176" y="3702"/>
                    </a:lnTo>
                    <a:lnTo>
                      <a:pt x="191" y="3835"/>
                    </a:lnTo>
                    <a:lnTo>
                      <a:pt x="205" y="3966"/>
                    </a:lnTo>
                    <a:lnTo>
                      <a:pt x="220" y="4099"/>
                    </a:lnTo>
                    <a:lnTo>
                      <a:pt x="237" y="4232"/>
                    </a:lnTo>
                    <a:lnTo>
                      <a:pt x="237" y="4232"/>
                    </a:lnTo>
                    <a:lnTo>
                      <a:pt x="256" y="4363"/>
                    </a:lnTo>
                    <a:lnTo>
                      <a:pt x="274" y="4496"/>
                    </a:lnTo>
                    <a:lnTo>
                      <a:pt x="292" y="4627"/>
                    </a:lnTo>
                    <a:lnTo>
                      <a:pt x="313" y="4760"/>
                    </a:lnTo>
                    <a:lnTo>
                      <a:pt x="335" y="4892"/>
                    </a:lnTo>
                    <a:lnTo>
                      <a:pt x="357" y="5022"/>
                    </a:lnTo>
                    <a:lnTo>
                      <a:pt x="381" y="5153"/>
                    </a:lnTo>
                    <a:lnTo>
                      <a:pt x="405" y="5284"/>
                    </a:lnTo>
                    <a:lnTo>
                      <a:pt x="405" y="5284"/>
                    </a:lnTo>
                    <a:lnTo>
                      <a:pt x="432" y="5413"/>
                    </a:lnTo>
                    <a:lnTo>
                      <a:pt x="460" y="5543"/>
                    </a:lnTo>
                    <a:lnTo>
                      <a:pt x="490" y="5670"/>
                    </a:lnTo>
                    <a:lnTo>
                      <a:pt x="507" y="5734"/>
                    </a:lnTo>
                    <a:lnTo>
                      <a:pt x="524" y="5796"/>
                    </a:lnTo>
                    <a:lnTo>
                      <a:pt x="534" y="5828"/>
                    </a:lnTo>
                    <a:lnTo>
                      <a:pt x="544" y="5864"/>
                    </a:lnTo>
                    <a:lnTo>
                      <a:pt x="544" y="5864"/>
                    </a:lnTo>
                    <a:lnTo>
                      <a:pt x="552" y="5899"/>
                    </a:lnTo>
                    <a:lnTo>
                      <a:pt x="559" y="5934"/>
                    </a:lnTo>
                    <a:lnTo>
                      <a:pt x="559" y="5934"/>
                    </a:lnTo>
                    <a:lnTo>
                      <a:pt x="573" y="6005"/>
                    </a:lnTo>
                    <a:lnTo>
                      <a:pt x="583" y="6076"/>
                    </a:lnTo>
                    <a:lnTo>
                      <a:pt x="583" y="6076"/>
                    </a:lnTo>
                    <a:lnTo>
                      <a:pt x="590" y="6145"/>
                    </a:lnTo>
                    <a:lnTo>
                      <a:pt x="597" y="6215"/>
                    </a:lnTo>
                    <a:lnTo>
                      <a:pt x="602" y="6285"/>
                    </a:lnTo>
                    <a:lnTo>
                      <a:pt x="604" y="6354"/>
                    </a:lnTo>
                    <a:lnTo>
                      <a:pt x="604" y="6354"/>
                    </a:lnTo>
                    <a:lnTo>
                      <a:pt x="604" y="6423"/>
                    </a:lnTo>
                    <a:lnTo>
                      <a:pt x="606" y="6492"/>
                    </a:lnTo>
                    <a:lnTo>
                      <a:pt x="604" y="6562"/>
                    </a:lnTo>
                    <a:lnTo>
                      <a:pt x="603" y="6629"/>
                    </a:lnTo>
                    <a:lnTo>
                      <a:pt x="597" y="6766"/>
                    </a:lnTo>
                    <a:lnTo>
                      <a:pt x="588" y="6902"/>
                    </a:lnTo>
                    <a:lnTo>
                      <a:pt x="576" y="7039"/>
                    </a:lnTo>
                    <a:lnTo>
                      <a:pt x="562" y="7173"/>
                    </a:lnTo>
                    <a:lnTo>
                      <a:pt x="547" y="7309"/>
                    </a:lnTo>
                    <a:lnTo>
                      <a:pt x="530" y="7443"/>
                    </a:lnTo>
                    <a:lnTo>
                      <a:pt x="530" y="7443"/>
                    </a:lnTo>
                    <a:lnTo>
                      <a:pt x="511" y="7577"/>
                    </a:lnTo>
                    <a:lnTo>
                      <a:pt x="490" y="7712"/>
                    </a:lnTo>
                    <a:lnTo>
                      <a:pt x="469" y="7846"/>
                    </a:lnTo>
                    <a:lnTo>
                      <a:pt x="445" y="7979"/>
                    </a:lnTo>
                    <a:lnTo>
                      <a:pt x="421" y="8112"/>
                    </a:lnTo>
                    <a:lnTo>
                      <a:pt x="395" y="8246"/>
                    </a:lnTo>
                    <a:lnTo>
                      <a:pt x="367" y="8379"/>
                    </a:lnTo>
                    <a:lnTo>
                      <a:pt x="339" y="8511"/>
                    </a:lnTo>
                    <a:lnTo>
                      <a:pt x="339" y="8511"/>
                    </a:lnTo>
                    <a:lnTo>
                      <a:pt x="335" y="8528"/>
                    </a:lnTo>
                    <a:lnTo>
                      <a:pt x="329" y="8544"/>
                    </a:lnTo>
                    <a:lnTo>
                      <a:pt x="321" y="8558"/>
                    </a:lnTo>
                    <a:lnTo>
                      <a:pt x="312" y="8571"/>
                    </a:lnTo>
                    <a:lnTo>
                      <a:pt x="302" y="8583"/>
                    </a:lnTo>
                    <a:lnTo>
                      <a:pt x="292" y="8595"/>
                    </a:lnTo>
                    <a:lnTo>
                      <a:pt x="280" y="8606"/>
                    </a:lnTo>
                    <a:lnTo>
                      <a:pt x="267" y="8615"/>
                    </a:lnTo>
                    <a:lnTo>
                      <a:pt x="253" y="8623"/>
                    </a:lnTo>
                    <a:lnTo>
                      <a:pt x="239" y="8629"/>
                    </a:lnTo>
                    <a:lnTo>
                      <a:pt x="224" y="8634"/>
                    </a:lnTo>
                    <a:lnTo>
                      <a:pt x="209" y="8637"/>
                    </a:lnTo>
                    <a:lnTo>
                      <a:pt x="192" y="8640"/>
                    </a:lnTo>
                    <a:lnTo>
                      <a:pt x="176" y="8640"/>
                    </a:lnTo>
                    <a:lnTo>
                      <a:pt x="159" y="8639"/>
                    </a:lnTo>
                    <a:lnTo>
                      <a:pt x="144" y="8636"/>
                    </a:lnTo>
                    <a:lnTo>
                      <a:pt x="144" y="8636"/>
                    </a:lnTo>
                    <a:lnTo>
                      <a:pt x="127" y="8632"/>
                    </a:lnTo>
                    <a:lnTo>
                      <a:pt x="111" y="8626"/>
                    </a:lnTo>
                    <a:lnTo>
                      <a:pt x="97" y="8619"/>
                    </a:lnTo>
                    <a:lnTo>
                      <a:pt x="83" y="8610"/>
                    </a:lnTo>
                    <a:lnTo>
                      <a:pt x="72" y="8600"/>
                    </a:lnTo>
                    <a:lnTo>
                      <a:pt x="59" y="8589"/>
                    </a:lnTo>
                    <a:lnTo>
                      <a:pt x="49" y="8578"/>
                    </a:lnTo>
                    <a:lnTo>
                      <a:pt x="41" y="8565"/>
                    </a:lnTo>
                    <a:lnTo>
                      <a:pt x="32" y="8551"/>
                    </a:lnTo>
                    <a:lnTo>
                      <a:pt x="27" y="8537"/>
                    </a:lnTo>
                    <a:lnTo>
                      <a:pt x="21" y="8521"/>
                    </a:lnTo>
                    <a:lnTo>
                      <a:pt x="17" y="8506"/>
                    </a:lnTo>
                    <a:lnTo>
                      <a:pt x="15" y="8490"/>
                    </a:lnTo>
                    <a:lnTo>
                      <a:pt x="15" y="8473"/>
                    </a:lnTo>
                    <a:lnTo>
                      <a:pt x="15" y="8458"/>
                    </a:lnTo>
                    <a:lnTo>
                      <a:pt x="18" y="8441"/>
                    </a:lnTo>
                    <a:lnTo>
                      <a:pt x="18" y="8441"/>
                    </a:lnTo>
                    <a:lnTo>
                      <a:pt x="20" y="8435"/>
                    </a:lnTo>
                    <a:lnTo>
                      <a:pt x="21" y="84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50" name="Group 165">
                <a:extLst>
                  <a:ext uri="{FF2B5EF4-FFF2-40B4-BE49-F238E27FC236}">
                    <a16:creationId xmlns:a16="http://schemas.microsoft.com/office/drawing/2014/main" id="{31AF7A30-A6F3-B092-553E-A05C5C81DCEE}"/>
                  </a:ext>
                </a:extLst>
              </p:cNvPr>
              <p:cNvGrpSpPr/>
              <p:nvPr/>
            </p:nvGrpSpPr>
            <p:grpSpPr>
              <a:xfrm rot="287009">
                <a:off x="4839585" y="3404730"/>
                <a:ext cx="691194" cy="654470"/>
                <a:chOff x="707853" y="22066"/>
                <a:chExt cx="7200902" cy="6818311"/>
              </a:xfrm>
            </p:grpSpPr>
            <p:sp>
              <p:nvSpPr>
                <p:cNvPr id="264" name="Freeform 5">
                  <a:extLst>
                    <a:ext uri="{FF2B5EF4-FFF2-40B4-BE49-F238E27FC236}">
                      <a16:creationId xmlns:a16="http://schemas.microsoft.com/office/drawing/2014/main" id="{4778B19C-D505-B99E-2428-6C35015992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5" name="Freeform 6">
                  <a:extLst>
                    <a:ext uri="{FF2B5EF4-FFF2-40B4-BE49-F238E27FC236}">
                      <a16:creationId xmlns:a16="http://schemas.microsoft.com/office/drawing/2014/main" id="{CD79BE74-70B2-40AF-5F9B-C2EFCEBE3E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51" name="Group 168">
                <a:extLst>
                  <a:ext uri="{FF2B5EF4-FFF2-40B4-BE49-F238E27FC236}">
                    <a16:creationId xmlns:a16="http://schemas.microsoft.com/office/drawing/2014/main" id="{DF85C866-5A89-F0C4-7F60-96AB50FA2381}"/>
                  </a:ext>
                </a:extLst>
              </p:cNvPr>
              <p:cNvGrpSpPr/>
              <p:nvPr/>
            </p:nvGrpSpPr>
            <p:grpSpPr>
              <a:xfrm rot="19919584">
                <a:off x="4566241" y="1541119"/>
                <a:ext cx="383462" cy="160775"/>
                <a:chOff x="793750" y="0"/>
                <a:chExt cx="7556501" cy="2116991"/>
              </a:xfrm>
            </p:grpSpPr>
            <p:sp>
              <p:nvSpPr>
                <p:cNvPr id="262" name="Freeform 7">
                  <a:extLst>
                    <a:ext uri="{FF2B5EF4-FFF2-40B4-BE49-F238E27FC236}">
                      <a16:creationId xmlns:a16="http://schemas.microsoft.com/office/drawing/2014/main" id="{26E709E9-2103-EB86-3FFE-1CD04FD0A5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3" name="Freeform 8">
                  <a:extLst>
                    <a:ext uri="{FF2B5EF4-FFF2-40B4-BE49-F238E27FC236}">
                      <a16:creationId xmlns:a16="http://schemas.microsoft.com/office/drawing/2014/main" id="{9F96EE72-EFC0-A4DA-0227-9955D20CC6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52" name="Freeform 8">
                <a:extLst>
                  <a:ext uri="{FF2B5EF4-FFF2-40B4-BE49-F238E27FC236}">
                    <a16:creationId xmlns:a16="http://schemas.microsoft.com/office/drawing/2014/main" id="{E91C44FC-2F2D-2BE5-6EC6-644399C80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7413" y="2971800"/>
                <a:ext cx="1010145" cy="342900"/>
              </a:xfrm>
              <a:custGeom>
                <a:avLst/>
                <a:gdLst/>
                <a:ahLst/>
                <a:cxnLst>
                  <a:cxn ang="0">
                    <a:pos x="38" y="785"/>
                  </a:cxn>
                  <a:cxn ang="0">
                    <a:pos x="90" y="735"/>
                  </a:cxn>
                  <a:cxn ang="0">
                    <a:pos x="165" y="679"/>
                  </a:cxn>
                  <a:cxn ang="0">
                    <a:pos x="281" y="602"/>
                  </a:cxn>
                  <a:cxn ang="0">
                    <a:pos x="361" y="559"/>
                  </a:cxn>
                  <a:cxn ang="0">
                    <a:pos x="486" y="501"/>
                  </a:cxn>
                  <a:cxn ang="0">
                    <a:pos x="613" y="451"/>
                  </a:cxn>
                  <a:cxn ang="0">
                    <a:pos x="699" y="424"/>
                  </a:cxn>
                  <a:cxn ang="0">
                    <a:pos x="830" y="390"/>
                  </a:cxn>
                  <a:cxn ang="0">
                    <a:pos x="1008" y="356"/>
                  </a:cxn>
                  <a:cxn ang="0">
                    <a:pos x="1275" y="330"/>
                  </a:cxn>
                  <a:cxn ang="0">
                    <a:pos x="1452" y="323"/>
                  </a:cxn>
                  <a:cxn ang="0">
                    <a:pos x="1715" y="300"/>
                  </a:cxn>
                  <a:cxn ang="0">
                    <a:pos x="1975" y="258"/>
                  </a:cxn>
                  <a:cxn ang="0">
                    <a:pos x="2146" y="219"/>
                  </a:cxn>
                  <a:cxn ang="0">
                    <a:pos x="2399" y="143"/>
                  </a:cxn>
                  <a:cxn ang="0">
                    <a:pos x="2523" y="96"/>
                  </a:cxn>
                  <a:cxn ang="0">
                    <a:pos x="2643" y="43"/>
                  </a:cxn>
                  <a:cxn ang="0">
                    <a:pos x="2721" y="0"/>
                  </a:cxn>
                  <a:cxn ang="0">
                    <a:pos x="2606" y="68"/>
                  </a:cxn>
                  <a:cxn ang="0">
                    <a:pos x="2486" y="125"/>
                  </a:cxn>
                  <a:cxn ang="0">
                    <a:pos x="2322" y="193"/>
                  </a:cxn>
                  <a:cxn ang="0">
                    <a:pos x="2069" y="275"/>
                  </a:cxn>
                  <a:cxn ang="0">
                    <a:pos x="1897" y="318"/>
                  </a:cxn>
                  <a:cxn ang="0">
                    <a:pos x="1634" y="368"/>
                  </a:cxn>
                  <a:cxn ang="0">
                    <a:pos x="1370" y="400"/>
                  </a:cxn>
                  <a:cxn ang="0">
                    <a:pos x="1195" y="417"/>
                  </a:cxn>
                  <a:cxn ang="0">
                    <a:pos x="939" y="465"/>
                  </a:cxn>
                  <a:cxn ang="0">
                    <a:pos x="774" y="512"/>
                  </a:cxn>
                  <a:cxn ang="0">
                    <a:pos x="692" y="540"/>
                  </a:cxn>
                  <a:cxn ang="0">
                    <a:pos x="573" y="590"/>
                  </a:cxn>
                  <a:cxn ang="0">
                    <a:pos x="459" y="648"/>
                  </a:cxn>
                  <a:cxn ang="0">
                    <a:pos x="385" y="690"/>
                  </a:cxn>
                  <a:cxn ang="0">
                    <a:pos x="281" y="761"/>
                  </a:cxn>
                  <a:cxn ang="0">
                    <a:pos x="215" y="814"/>
                  </a:cxn>
                  <a:cxn ang="0">
                    <a:pos x="155" y="869"/>
                  </a:cxn>
                  <a:cxn ang="0">
                    <a:pos x="130" y="899"/>
                  </a:cxn>
                  <a:cxn ang="0">
                    <a:pos x="94" y="923"/>
                  </a:cxn>
                  <a:cxn ang="0">
                    <a:pos x="53" y="923"/>
                  </a:cxn>
                  <a:cxn ang="0">
                    <a:pos x="27" y="910"/>
                  </a:cxn>
                  <a:cxn ang="0">
                    <a:pos x="3" y="875"/>
                  </a:cxn>
                  <a:cxn ang="0">
                    <a:pos x="3" y="833"/>
                  </a:cxn>
                  <a:cxn ang="0">
                    <a:pos x="17" y="807"/>
                  </a:cxn>
                </a:cxnLst>
                <a:rect l="0" t="0" r="r" b="b"/>
                <a:pathLst>
                  <a:path w="2721" h="926">
                    <a:moveTo>
                      <a:pt x="20" y="804"/>
                    </a:moveTo>
                    <a:lnTo>
                      <a:pt x="20" y="804"/>
                    </a:lnTo>
                    <a:lnTo>
                      <a:pt x="38" y="785"/>
                    </a:lnTo>
                    <a:lnTo>
                      <a:pt x="55" y="768"/>
                    </a:lnTo>
                    <a:lnTo>
                      <a:pt x="90" y="735"/>
                    </a:lnTo>
                    <a:lnTo>
                      <a:pt x="90" y="735"/>
                    </a:lnTo>
                    <a:lnTo>
                      <a:pt x="127" y="705"/>
                    </a:lnTo>
                    <a:lnTo>
                      <a:pt x="165" y="679"/>
                    </a:lnTo>
                    <a:lnTo>
                      <a:pt x="165" y="679"/>
                    </a:lnTo>
                    <a:lnTo>
                      <a:pt x="203" y="652"/>
                    </a:lnTo>
                    <a:lnTo>
                      <a:pt x="241" y="626"/>
                    </a:lnTo>
                    <a:lnTo>
                      <a:pt x="281" y="602"/>
                    </a:lnTo>
                    <a:lnTo>
                      <a:pt x="320" y="580"/>
                    </a:lnTo>
                    <a:lnTo>
                      <a:pt x="320" y="580"/>
                    </a:lnTo>
                    <a:lnTo>
                      <a:pt x="361" y="559"/>
                    </a:lnTo>
                    <a:lnTo>
                      <a:pt x="402" y="537"/>
                    </a:lnTo>
                    <a:lnTo>
                      <a:pt x="443" y="519"/>
                    </a:lnTo>
                    <a:lnTo>
                      <a:pt x="486" y="501"/>
                    </a:lnTo>
                    <a:lnTo>
                      <a:pt x="528" y="482"/>
                    </a:lnTo>
                    <a:lnTo>
                      <a:pt x="571" y="467"/>
                    </a:lnTo>
                    <a:lnTo>
                      <a:pt x="613" y="451"/>
                    </a:lnTo>
                    <a:lnTo>
                      <a:pt x="657" y="437"/>
                    </a:lnTo>
                    <a:lnTo>
                      <a:pt x="657" y="437"/>
                    </a:lnTo>
                    <a:lnTo>
                      <a:pt x="699" y="424"/>
                    </a:lnTo>
                    <a:lnTo>
                      <a:pt x="743" y="412"/>
                    </a:lnTo>
                    <a:lnTo>
                      <a:pt x="787" y="400"/>
                    </a:lnTo>
                    <a:lnTo>
                      <a:pt x="830" y="390"/>
                    </a:lnTo>
                    <a:lnTo>
                      <a:pt x="876" y="380"/>
                    </a:lnTo>
                    <a:lnTo>
                      <a:pt x="919" y="372"/>
                    </a:lnTo>
                    <a:lnTo>
                      <a:pt x="1008" y="356"/>
                    </a:lnTo>
                    <a:lnTo>
                      <a:pt x="1097" y="345"/>
                    </a:lnTo>
                    <a:lnTo>
                      <a:pt x="1186" y="337"/>
                    </a:lnTo>
                    <a:lnTo>
                      <a:pt x="1275" y="330"/>
                    </a:lnTo>
                    <a:lnTo>
                      <a:pt x="1366" y="327"/>
                    </a:lnTo>
                    <a:lnTo>
                      <a:pt x="1366" y="327"/>
                    </a:lnTo>
                    <a:lnTo>
                      <a:pt x="1452" y="323"/>
                    </a:lnTo>
                    <a:lnTo>
                      <a:pt x="1540" y="317"/>
                    </a:lnTo>
                    <a:lnTo>
                      <a:pt x="1627" y="310"/>
                    </a:lnTo>
                    <a:lnTo>
                      <a:pt x="1715" y="300"/>
                    </a:lnTo>
                    <a:lnTo>
                      <a:pt x="1801" y="287"/>
                    </a:lnTo>
                    <a:lnTo>
                      <a:pt x="1889" y="275"/>
                    </a:lnTo>
                    <a:lnTo>
                      <a:pt x="1975" y="258"/>
                    </a:lnTo>
                    <a:lnTo>
                      <a:pt x="2061" y="239"/>
                    </a:lnTo>
                    <a:lnTo>
                      <a:pt x="2061" y="239"/>
                    </a:lnTo>
                    <a:lnTo>
                      <a:pt x="2146" y="219"/>
                    </a:lnTo>
                    <a:lnTo>
                      <a:pt x="2230" y="197"/>
                    </a:lnTo>
                    <a:lnTo>
                      <a:pt x="2315" y="171"/>
                    </a:lnTo>
                    <a:lnTo>
                      <a:pt x="2399" y="143"/>
                    </a:lnTo>
                    <a:lnTo>
                      <a:pt x="2399" y="143"/>
                    </a:lnTo>
                    <a:lnTo>
                      <a:pt x="2482" y="113"/>
                    </a:lnTo>
                    <a:lnTo>
                      <a:pt x="2523" y="96"/>
                    </a:lnTo>
                    <a:lnTo>
                      <a:pt x="2564" y="80"/>
                    </a:lnTo>
                    <a:lnTo>
                      <a:pt x="2603" y="61"/>
                    </a:lnTo>
                    <a:lnTo>
                      <a:pt x="2643" y="43"/>
                    </a:lnTo>
                    <a:lnTo>
                      <a:pt x="2682" y="22"/>
                    </a:lnTo>
                    <a:lnTo>
                      <a:pt x="2721" y="0"/>
                    </a:lnTo>
                    <a:lnTo>
                      <a:pt x="2721" y="0"/>
                    </a:lnTo>
                    <a:lnTo>
                      <a:pt x="2684" y="24"/>
                    </a:lnTo>
                    <a:lnTo>
                      <a:pt x="2646" y="47"/>
                    </a:lnTo>
                    <a:lnTo>
                      <a:pt x="2606" y="68"/>
                    </a:lnTo>
                    <a:lnTo>
                      <a:pt x="2567" y="88"/>
                    </a:lnTo>
                    <a:lnTo>
                      <a:pt x="2527" y="106"/>
                    </a:lnTo>
                    <a:lnTo>
                      <a:pt x="2486" y="125"/>
                    </a:lnTo>
                    <a:lnTo>
                      <a:pt x="2406" y="160"/>
                    </a:lnTo>
                    <a:lnTo>
                      <a:pt x="2406" y="160"/>
                    </a:lnTo>
                    <a:lnTo>
                      <a:pt x="2322" y="193"/>
                    </a:lnTo>
                    <a:lnTo>
                      <a:pt x="2239" y="222"/>
                    </a:lnTo>
                    <a:lnTo>
                      <a:pt x="2154" y="250"/>
                    </a:lnTo>
                    <a:lnTo>
                      <a:pt x="2069" y="275"/>
                    </a:lnTo>
                    <a:lnTo>
                      <a:pt x="2069" y="275"/>
                    </a:lnTo>
                    <a:lnTo>
                      <a:pt x="1983" y="299"/>
                    </a:lnTo>
                    <a:lnTo>
                      <a:pt x="1897" y="318"/>
                    </a:lnTo>
                    <a:lnTo>
                      <a:pt x="1811" y="337"/>
                    </a:lnTo>
                    <a:lnTo>
                      <a:pt x="1723" y="354"/>
                    </a:lnTo>
                    <a:lnTo>
                      <a:pt x="1634" y="368"/>
                    </a:lnTo>
                    <a:lnTo>
                      <a:pt x="1547" y="380"/>
                    </a:lnTo>
                    <a:lnTo>
                      <a:pt x="1458" y="390"/>
                    </a:lnTo>
                    <a:lnTo>
                      <a:pt x="1370" y="400"/>
                    </a:lnTo>
                    <a:lnTo>
                      <a:pt x="1370" y="400"/>
                    </a:lnTo>
                    <a:lnTo>
                      <a:pt x="1283" y="407"/>
                    </a:lnTo>
                    <a:lnTo>
                      <a:pt x="1195" y="417"/>
                    </a:lnTo>
                    <a:lnTo>
                      <a:pt x="1109" y="430"/>
                    </a:lnTo>
                    <a:lnTo>
                      <a:pt x="1024" y="447"/>
                    </a:lnTo>
                    <a:lnTo>
                      <a:pt x="939" y="465"/>
                    </a:lnTo>
                    <a:lnTo>
                      <a:pt x="856" y="486"/>
                    </a:lnTo>
                    <a:lnTo>
                      <a:pt x="815" y="499"/>
                    </a:lnTo>
                    <a:lnTo>
                      <a:pt x="774" y="512"/>
                    </a:lnTo>
                    <a:lnTo>
                      <a:pt x="733" y="526"/>
                    </a:lnTo>
                    <a:lnTo>
                      <a:pt x="692" y="540"/>
                    </a:lnTo>
                    <a:lnTo>
                      <a:pt x="692" y="540"/>
                    </a:lnTo>
                    <a:lnTo>
                      <a:pt x="652" y="556"/>
                    </a:lnTo>
                    <a:lnTo>
                      <a:pt x="613" y="573"/>
                    </a:lnTo>
                    <a:lnTo>
                      <a:pt x="573" y="590"/>
                    </a:lnTo>
                    <a:lnTo>
                      <a:pt x="534" y="608"/>
                    </a:lnTo>
                    <a:lnTo>
                      <a:pt x="496" y="628"/>
                    </a:lnTo>
                    <a:lnTo>
                      <a:pt x="459" y="648"/>
                    </a:lnTo>
                    <a:lnTo>
                      <a:pt x="421" y="667"/>
                    </a:lnTo>
                    <a:lnTo>
                      <a:pt x="385" y="690"/>
                    </a:lnTo>
                    <a:lnTo>
                      <a:pt x="385" y="690"/>
                    </a:lnTo>
                    <a:lnTo>
                      <a:pt x="349" y="713"/>
                    </a:lnTo>
                    <a:lnTo>
                      <a:pt x="315" y="737"/>
                    </a:lnTo>
                    <a:lnTo>
                      <a:pt x="281" y="761"/>
                    </a:lnTo>
                    <a:lnTo>
                      <a:pt x="247" y="787"/>
                    </a:lnTo>
                    <a:lnTo>
                      <a:pt x="247" y="787"/>
                    </a:lnTo>
                    <a:lnTo>
                      <a:pt x="215" y="814"/>
                    </a:lnTo>
                    <a:lnTo>
                      <a:pt x="185" y="841"/>
                    </a:lnTo>
                    <a:lnTo>
                      <a:pt x="185" y="841"/>
                    </a:lnTo>
                    <a:lnTo>
                      <a:pt x="155" y="869"/>
                    </a:lnTo>
                    <a:lnTo>
                      <a:pt x="131" y="898"/>
                    </a:lnTo>
                    <a:lnTo>
                      <a:pt x="130" y="899"/>
                    </a:lnTo>
                    <a:lnTo>
                      <a:pt x="130" y="899"/>
                    </a:lnTo>
                    <a:lnTo>
                      <a:pt x="120" y="909"/>
                    </a:lnTo>
                    <a:lnTo>
                      <a:pt x="107" y="917"/>
                    </a:lnTo>
                    <a:lnTo>
                      <a:pt x="94" y="923"/>
                    </a:lnTo>
                    <a:lnTo>
                      <a:pt x="80" y="926"/>
                    </a:lnTo>
                    <a:lnTo>
                      <a:pt x="66" y="926"/>
                    </a:lnTo>
                    <a:lnTo>
                      <a:pt x="53" y="923"/>
                    </a:lnTo>
                    <a:lnTo>
                      <a:pt x="39" y="917"/>
                    </a:lnTo>
                    <a:lnTo>
                      <a:pt x="27" y="910"/>
                    </a:lnTo>
                    <a:lnTo>
                      <a:pt x="27" y="910"/>
                    </a:lnTo>
                    <a:lnTo>
                      <a:pt x="17" y="899"/>
                    </a:lnTo>
                    <a:lnTo>
                      <a:pt x="8" y="888"/>
                    </a:lnTo>
                    <a:lnTo>
                      <a:pt x="3" y="875"/>
                    </a:lnTo>
                    <a:lnTo>
                      <a:pt x="0" y="861"/>
                    </a:lnTo>
                    <a:lnTo>
                      <a:pt x="0" y="847"/>
                    </a:lnTo>
                    <a:lnTo>
                      <a:pt x="3" y="833"/>
                    </a:lnTo>
                    <a:lnTo>
                      <a:pt x="8" y="820"/>
                    </a:lnTo>
                    <a:lnTo>
                      <a:pt x="17" y="807"/>
                    </a:lnTo>
                    <a:lnTo>
                      <a:pt x="17" y="807"/>
                    </a:lnTo>
                    <a:lnTo>
                      <a:pt x="20" y="804"/>
                    </a:lnTo>
                    <a:lnTo>
                      <a:pt x="20" y="80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53" name="Group 168">
                <a:extLst>
                  <a:ext uri="{FF2B5EF4-FFF2-40B4-BE49-F238E27FC236}">
                    <a16:creationId xmlns:a16="http://schemas.microsoft.com/office/drawing/2014/main" id="{8C36970B-CC5D-8151-1C0D-5C35DC2D8B21}"/>
                  </a:ext>
                </a:extLst>
              </p:cNvPr>
              <p:cNvGrpSpPr/>
              <p:nvPr/>
            </p:nvGrpSpPr>
            <p:grpSpPr>
              <a:xfrm rot="18617175">
                <a:off x="4952774" y="2906824"/>
                <a:ext cx="340137" cy="167559"/>
                <a:chOff x="793750" y="0"/>
                <a:chExt cx="7556501" cy="2116991"/>
              </a:xfrm>
            </p:grpSpPr>
            <p:sp>
              <p:nvSpPr>
                <p:cNvPr id="260" name="Freeform 7">
                  <a:extLst>
                    <a:ext uri="{FF2B5EF4-FFF2-40B4-BE49-F238E27FC236}">
                      <a16:creationId xmlns:a16="http://schemas.microsoft.com/office/drawing/2014/main" id="{7B79D63E-69AA-309A-627D-BCE76A68FB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1" name="Freeform 8">
                  <a:extLst>
                    <a:ext uri="{FF2B5EF4-FFF2-40B4-BE49-F238E27FC236}">
                      <a16:creationId xmlns:a16="http://schemas.microsoft.com/office/drawing/2014/main" id="{3D93A6E7-91E9-B6AB-22BC-62DD79EE22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54" name="Group 168">
                <a:extLst>
                  <a:ext uri="{FF2B5EF4-FFF2-40B4-BE49-F238E27FC236}">
                    <a16:creationId xmlns:a16="http://schemas.microsoft.com/office/drawing/2014/main" id="{536B005B-14C7-2FE2-2DDF-EB0E2053BF4D}"/>
                  </a:ext>
                </a:extLst>
              </p:cNvPr>
              <p:cNvGrpSpPr/>
              <p:nvPr/>
            </p:nvGrpSpPr>
            <p:grpSpPr>
              <a:xfrm rot="2057568">
                <a:off x="4143922" y="2068330"/>
                <a:ext cx="515275" cy="144357"/>
                <a:chOff x="793750" y="0"/>
                <a:chExt cx="7556501" cy="2116991"/>
              </a:xfrm>
            </p:grpSpPr>
            <p:sp>
              <p:nvSpPr>
                <p:cNvPr id="258" name="Freeform 7">
                  <a:extLst>
                    <a:ext uri="{FF2B5EF4-FFF2-40B4-BE49-F238E27FC236}">
                      <a16:creationId xmlns:a16="http://schemas.microsoft.com/office/drawing/2014/main" id="{21FEA00C-FB95-CD2F-1FAE-C2FC905958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9" name="Freeform 8">
                  <a:extLst>
                    <a:ext uri="{FF2B5EF4-FFF2-40B4-BE49-F238E27FC236}">
                      <a16:creationId xmlns:a16="http://schemas.microsoft.com/office/drawing/2014/main" id="{2BF4E100-AB7A-3F01-7066-335B3B62D4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55" name="Group 168">
                <a:extLst>
                  <a:ext uri="{FF2B5EF4-FFF2-40B4-BE49-F238E27FC236}">
                    <a16:creationId xmlns:a16="http://schemas.microsoft.com/office/drawing/2014/main" id="{A7A079C7-777D-14E1-4FDB-CFCEEFAFDB33}"/>
                  </a:ext>
                </a:extLst>
              </p:cNvPr>
              <p:cNvGrpSpPr/>
              <p:nvPr/>
            </p:nvGrpSpPr>
            <p:grpSpPr>
              <a:xfrm rot="14856880">
                <a:off x="4309108" y="3275124"/>
                <a:ext cx="340137" cy="167559"/>
                <a:chOff x="793750" y="0"/>
                <a:chExt cx="7556501" cy="2116991"/>
              </a:xfrm>
            </p:grpSpPr>
            <p:sp>
              <p:nvSpPr>
                <p:cNvPr id="256" name="Freeform 7">
                  <a:extLst>
                    <a:ext uri="{FF2B5EF4-FFF2-40B4-BE49-F238E27FC236}">
                      <a16:creationId xmlns:a16="http://schemas.microsoft.com/office/drawing/2014/main" id="{5F321366-4F2A-C91F-CBF6-1AD3852D77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7" name="Freeform 8">
                  <a:extLst>
                    <a:ext uri="{FF2B5EF4-FFF2-40B4-BE49-F238E27FC236}">
                      <a16:creationId xmlns:a16="http://schemas.microsoft.com/office/drawing/2014/main" id="{06924324-2FDC-59D0-7DD0-06DF713877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5332641A-02D3-B0EE-2AA6-1D7084843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57740" y="3129218"/>
            <a:ext cx="961860" cy="3287903"/>
            <a:chOff x="3610140" y="3341974"/>
            <a:chExt cx="961860" cy="3287903"/>
          </a:xfrm>
        </p:grpSpPr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DD07327E-A645-CB10-2B60-8C2AD7B8D17C}"/>
                </a:ext>
              </a:extLst>
            </p:cNvPr>
            <p:cNvGrpSpPr/>
            <p:nvPr/>
          </p:nvGrpSpPr>
          <p:grpSpPr>
            <a:xfrm>
              <a:off x="3737331" y="5360827"/>
              <a:ext cx="499533" cy="1269050"/>
              <a:chOff x="3737331" y="5360827"/>
              <a:chExt cx="499533" cy="1269050"/>
            </a:xfrm>
          </p:grpSpPr>
          <p:grpSp>
            <p:nvGrpSpPr>
              <p:cNvPr id="299" name="Group 93">
                <a:extLst>
                  <a:ext uri="{FF2B5EF4-FFF2-40B4-BE49-F238E27FC236}">
                    <a16:creationId xmlns:a16="http://schemas.microsoft.com/office/drawing/2014/main" id="{D5D873FE-606B-2328-FA08-CD2817E5B42D}"/>
                  </a:ext>
                </a:extLst>
              </p:cNvPr>
              <p:cNvGrpSpPr/>
              <p:nvPr/>
            </p:nvGrpSpPr>
            <p:grpSpPr>
              <a:xfrm rot="186992">
                <a:off x="3737331" y="5459153"/>
                <a:ext cx="499533" cy="1170724"/>
                <a:chOff x="1346198" y="3640666"/>
                <a:chExt cx="755162" cy="3117518"/>
              </a:xfrm>
            </p:grpSpPr>
            <p:sp>
              <p:nvSpPr>
                <p:cNvPr id="301" name="Freeform 7">
                  <a:extLst>
                    <a:ext uri="{FF2B5EF4-FFF2-40B4-BE49-F238E27FC236}">
                      <a16:creationId xmlns:a16="http://schemas.microsoft.com/office/drawing/2014/main" id="{A5C39F81-EDAC-E2D5-91AB-1CABCB9570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430" y="3674533"/>
                  <a:ext cx="318052" cy="3083651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2" name="Freeform 5">
                  <a:extLst>
                    <a:ext uri="{FF2B5EF4-FFF2-40B4-BE49-F238E27FC236}">
                      <a16:creationId xmlns:a16="http://schemas.microsoft.com/office/drawing/2014/main" id="{37B1A6F0-82CD-640B-60F8-9658955DE4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2034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3" name="Freeform 6">
                  <a:extLst>
                    <a:ext uri="{FF2B5EF4-FFF2-40B4-BE49-F238E27FC236}">
                      <a16:creationId xmlns:a16="http://schemas.microsoft.com/office/drawing/2014/main" id="{70FD49D3-3F63-ACB0-0B78-885F7591B0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400286">
                  <a:off x="1517122" y="3676651"/>
                  <a:ext cx="584238" cy="2470150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4" name="Freeform 8">
                  <a:extLst>
                    <a:ext uri="{FF2B5EF4-FFF2-40B4-BE49-F238E27FC236}">
                      <a16:creationId xmlns:a16="http://schemas.microsoft.com/office/drawing/2014/main" id="{8AA9E546-87AF-2C82-C723-8F50FDE5F4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7266" y="4109509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5" name="Freeform 7">
                  <a:extLst>
                    <a:ext uri="{FF2B5EF4-FFF2-40B4-BE49-F238E27FC236}">
                      <a16:creationId xmlns:a16="http://schemas.microsoft.com/office/drawing/2014/main" id="{1A1AD7D0-CA5D-3418-3155-BAC527EE32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500486" y="36627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6" name="Freeform 5">
                  <a:extLst>
                    <a:ext uri="{FF2B5EF4-FFF2-40B4-BE49-F238E27FC236}">
                      <a16:creationId xmlns:a16="http://schemas.microsoft.com/office/drawing/2014/main" id="{4B6564A1-697E-8FFD-32A4-B9F63207A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854508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7" name="Freeform 8">
                  <a:extLst>
                    <a:ext uri="{FF2B5EF4-FFF2-40B4-BE49-F238E27FC236}">
                      <a16:creationId xmlns:a16="http://schemas.microsoft.com/office/drawing/2014/main" id="{6456C44F-B85D-A036-D2AC-279E124359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6198" y="4101042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8" name="Freeform 8">
                  <a:extLst>
                    <a:ext uri="{FF2B5EF4-FFF2-40B4-BE49-F238E27FC236}">
                      <a16:creationId xmlns:a16="http://schemas.microsoft.com/office/drawing/2014/main" id="{3EF0718E-C59F-3993-D8DD-146FEC0341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08441" flipH="1">
                  <a:off x="1634063" y="3662892"/>
                  <a:ext cx="194736" cy="1359958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9" name="Freeform 5">
                  <a:extLst>
                    <a:ext uri="{FF2B5EF4-FFF2-40B4-BE49-F238E27FC236}">
                      <a16:creationId xmlns:a16="http://schemas.microsoft.com/office/drawing/2014/main" id="{E6B63B90-1889-9E4F-3250-F079B81C2E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448727">
                  <a:off x="1720850" y="3651250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0" name="Freeform 6">
                  <a:extLst>
                    <a:ext uri="{FF2B5EF4-FFF2-40B4-BE49-F238E27FC236}">
                      <a16:creationId xmlns:a16="http://schemas.microsoft.com/office/drawing/2014/main" id="{0BC4F66F-701B-5D32-5833-8FC4753179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099981" flipH="1">
                  <a:off x="1589359" y="3674975"/>
                  <a:ext cx="430796" cy="2259597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1" name="Freeform 8">
                  <a:extLst>
                    <a:ext uri="{FF2B5EF4-FFF2-40B4-BE49-F238E27FC236}">
                      <a16:creationId xmlns:a16="http://schemas.microsoft.com/office/drawing/2014/main" id="{BF9C133A-A751-B04F-5C70-F2A71C29A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96999" y="4907492"/>
                  <a:ext cx="82551" cy="510506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00" name="Freeform 9">
                <a:extLst>
                  <a:ext uri="{FF2B5EF4-FFF2-40B4-BE49-F238E27FC236}">
                    <a16:creationId xmlns:a16="http://schemas.microsoft.com/office/drawing/2014/main" id="{AC39E066-669B-7D7C-424C-171CA3ED6C66}"/>
                  </a:ext>
                </a:extLst>
              </p:cNvPr>
              <p:cNvSpPr>
                <a:spLocks/>
              </p:cNvSpPr>
              <p:nvPr/>
            </p:nvSpPr>
            <p:spPr bwMode="auto">
              <a:xfrm rot="186992">
                <a:off x="3914052" y="5360827"/>
                <a:ext cx="266765" cy="135464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87" name="Group 18">
              <a:extLst>
                <a:ext uri="{FF2B5EF4-FFF2-40B4-BE49-F238E27FC236}">
                  <a16:creationId xmlns:a16="http://schemas.microsoft.com/office/drawing/2014/main" id="{E0D758E7-F879-3518-D104-625627D53967}"/>
                </a:ext>
              </a:extLst>
            </p:cNvPr>
            <p:cNvGrpSpPr/>
            <p:nvPr/>
          </p:nvGrpSpPr>
          <p:grpSpPr>
            <a:xfrm>
              <a:off x="3610140" y="3341974"/>
              <a:ext cx="961860" cy="2115426"/>
              <a:chOff x="6931077" y="2209800"/>
              <a:chExt cx="1048561" cy="2306108"/>
            </a:xfrm>
          </p:grpSpPr>
          <p:sp>
            <p:nvSpPr>
              <p:cNvPr id="288" name="Freeform 6">
                <a:extLst>
                  <a:ext uri="{FF2B5EF4-FFF2-40B4-BE49-F238E27FC236}">
                    <a16:creationId xmlns:a16="http://schemas.microsoft.com/office/drawing/2014/main" id="{D0AE6833-2DEB-8478-DEC1-9FD10FF96B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8008" y="2209800"/>
                <a:ext cx="243693" cy="2306108"/>
              </a:xfrm>
              <a:custGeom>
                <a:avLst/>
                <a:gdLst/>
                <a:ahLst/>
                <a:cxnLst>
                  <a:cxn ang="0">
                    <a:pos x="48" y="3350"/>
                  </a:cxn>
                  <a:cxn ang="0">
                    <a:pos x="134" y="3037"/>
                  </a:cxn>
                  <a:cxn ang="0">
                    <a:pos x="181" y="2826"/>
                  </a:cxn>
                  <a:cxn ang="0">
                    <a:pos x="207" y="2666"/>
                  </a:cxn>
                  <a:cxn ang="0">
                    <a:pos x="219" y="2560"/>
                  </a:cxn>
                  <a:cxn ang="0">
                    <a:pos x="224" y="2404"/>
                  </a:cxn>
                  <a:cxn ang="0">
                    <a:pos x="216" y="2301"/>
                  </a:cxn>
                  <a:cxn ang="0">
                    <a:pos x="202" y="2193"/>
                  </a:cxn>
                  <a:cxn ang="0">
                    <a:pos x="128" y="1759"/>
                  </a:cxn>
                  <a:cxn ang="0">
                    <a:pos x="75" y="1432"/>
                  </a:cxn>
                  <a:cxn ang="0">
                    <a:pos x="32" y="1101"/>
                  </a:cxn>
                  <a:cxn ang="0">
                    <a:pos x="11" y="881"/>
                  </a:cxn>
                  <a:cxn ang="0">
                    <a:pos x="0" y="604"/>
                  </a:cxn>
                  <a:cxn ang="0">
                    <a:pos x="3" y="437"/>
                  </a:cxn>
                  <a:cxn ang="0">
                    <a:pos x="11" y="327"/>
                  </a:cxn>
                  <a:cxn ang="0">
                    <a:pos x="32" y="161"/>
                  </a:cxn>
                  <a:cxn ang="0">
                    <a:pos x="70" y="0"/>
                  </a:cxn>
                  <a:cxn ang="0">
                    <a:pos x="49" y="108"/>
                  </a:cxn>
                  <a:cxn ang="0">
                    <a:pos x="34" y="273"/>
                  </a:cxn>
                  <a:cxn ang="0">
                    <a:pos x="31" y="437"/>
                  </a:cxn>
                  <a:cxn ang="0">
                    <a:pos x="34" y="547"/>
                  </a:cxn>
                  <a:cxn ang="0">
                    <a:pos x="52" y="766"/>
                  </a:cxn>
                  <a:cxn ang="0">
                    <a:pos x="82" y="984"/>
                  </a:cxn>
                  <a:cxn ang="0">
                    <a:pos x="140" y="1309"/>
                  </a:cxn>
                  <a:cxn ang="0">
                    <a:pos x="236" y="1738"/>
                  </a:cxn>
                  <a:cxn ang="0">
                    <a:pos x="312" y="2060"/>
                  </a:cxn>
                  <a:cxn ang="0">
                    <a:pos x="347" y="2224"/>
                  </a:cxn>
                  <a:cxn ang="0">
                    <a:pos x="374" y="2395"/>
                  </a:cxn>
                  <a:cxn ang="0">
                    <a:pos x="380" y="2512"/>
                  </a:cxn>
                  <a:cxn ang="0">
                    <a:pos x="377" y="2627"/>
                  </a:cxn>
                  <a:cxn ang="0">
                    <a:pos x="363" y="2796"/>
                  </a:cxn>
                  <a:cxn ang="0">
                    <a:pos x="322" y="3076"/>
                  </a:cxn>
                  <a:cxn ang="0">
                    <a:pos x="277" y="3297"/>
                  </a:cxn>
                  <a:cxn ang="0">
                    <a:pos x="223" y="3517"/>
                  </a:cxn>
                  <a:cxn ang="0">
                    <a:pos x="209" y="3547"/>
                  </a:cxn>
                  <a:cxn ang="0">
                    <a:pos x="189" y="3571"/>
                  </a:cxn>
                  <a:cxn ang="0">
                    <a:pos x="162" y="3588"/>
                  </a:cxn>
                  <a:cxn ang="0">
                    <a:pos x="131" y="3596"/>
                  </a:cxn>
                  <a:cxn ang="0">
                    <a:pos x="100" y="3596"/>
                  </a:cxn>
                  <a:cxn ang="0">
                    <a:pos x="78" y="3591"/>
                  </a:cxn>
                  <a:cxn ang="0">
                    <a:pos x="49" y="3574"/>
                  </a:cxn>
                  <a:cxn ang="0">
                    <a:pos x="28" y="3551"/>
                  </a:cxn>
                  <a:cxn ang="0">
                    <a:pos x="14" y="3523"/>
                  </a:cxn>
                  <a:cxn ang="0">
                    <a:pos x="8" y="3492"/>
                  </a:cxn>
                  <a:cxn ang="0">
                    <a:pos x="11" y="3459"/>
                  </a:cxn>
                  <a:cxn ang="0">
                    <a:pos x="14" y="3452"/>
                  </a:cxn>
                </a:cxnLst>
                <a:rect l="0" t="0" r="r" b="b"/>
                <a:pathLst>
                  <a:path w="380" h="3598">
                    <a:moveTo>
                      <a:pt x="14" y="3452"/>
                    </a:moveTo>
                    <a:lnTo>
                      <a:pt x="14" y="3452"/>
                    </a:lnTo>
                    <a:lnTo>
                      <a:pt x="48" y="3350"/>
                    </a:lnTo>
                    <a:lnTo>
                      <a:pt x="79" y="3246"/>
                    </a:lnTo>
                    <a:lnTo>
                      <a:pt x="107" y="3141"/>
                    </a:lnTo>
                    <a:lnTo>
                      <a:pt x="134" y="3037"/>
                    </a:lnTo>
                    <a:lnTo>
                      <a:pt x="134" y="3037"/>
                    </a:lnTo>
                    <a:lnTo>
                      <a:pt x="159" y="2931"/>
                    </a:lnTo>
                    <a:lnTo>
                      <a:pt x="181" y="2826"/>
                    </a:lnTo>
                    <a:lnTo>
                      <a:pt x="191" y="2772"/>
                    </a:lnTo>
                    <a:lnTo>
                      <a:pt x="199" y="2720"/>
                    </a:lnTo>
                    <a:lnTo>
                      <a:pt x="207" y="2666"/>
                    </a:lnTo>
                    <a:lnTo>
                      <a:pt x="213" y="2614"/>
                    </a:lnTo>
                    <a:lnTo>
                      <a:pt x="213" y="2614"/>
                    </a:lnTo>
                    <a:lnTo>
                      <a:pt x="219" y="2560"/>
                    </a:lnTo>
                    <a:lnTo>
                      <a:pt x="223" y="2508"/>
                    </a:lnTo>
                    <a:lnTo>
                      <a:pt x="224" y="2456"/>
                    </a:lnTo>
                    <a:lnTo>
                      <a:pt x="224" y="2404"/>
                    </a:lnTo>
                    <a:lnTo>
                      <a:pt x="224" y="2404"/>
                    </a:lnTo>
                    <a:lnTo>
                      <a:pt x="222" y="2353"/>
                    </a:lnTo>
                    <a:lnTo>
                      <a:pt x="216" y="2301"/>
                    </a:lnTo>
                    <a:lnTo>
                      <a:pt x="210" y="2247"/>
                    </a:lnTo>
                    <a:lnTo>
                      <a:pt x="202" y="2193"/>
                    </a:lnTo>
                    <a:lnTo>
                      <a:pt x="202" y="2193"/>
                    </a:lnTo>
                    <a:lnTo>
                      <a:pt x="185" y="2086"/>
                    </a:lnTo>
                    <a:lnTo>
                      <a:pt x="167" y="1977"/>
                    </a:lnTo>
                    <a:lnTo>
                      <a:pt x="128" y="1759"/>
                    </a:lnTo>
                    <a:lnTo>
                      <a:pt x="128" y="1759"/>
                    </a:lnTo>
                    <a:lnTo>
                      <a:pt x="92" y="1540"/>
                    </a:lnTo>
                    <a:lnTo>
                      <a:pt x="75" y="1432"/>
                    </a:lnTo>
                    <a:lnTo>
                      <a:pt x="59" y="1321"/>
                    </a:lnTo>
                    <a:lnTo>
                      <a:pt x="45" y="1211"/>
                    </a:lnTo>
                    <a:lnTo>
                      <a:pt x="32" y="1101"/>
                    </a:lnTo>
                    <a:lnTo>
                      <a:pt x="21" y="991"/>
                    </a:lnTo>
                    <a:lnTo>
                      <a:pt x="11" y="881"/>
                    </a:lnTo>
                    <a:lnTo>
                      <a:pt x="11" y="881"/>
                    </a:lnTo>
                    <a:lnTo>
                      <a:pt x="4" y="770"/>
                    </a:lnTo>
                    <a:lnTo>
                      <a:pt x="1" y="659"/>
                    </a:lnTo>
                    <a:lnTo>
                      <a:pt x="0" y="604"/>
                    </a:lnTo>
                    <a:lnTo>
                      <a:pt x="0" y="547"/>
                    </a:lnTo>
                    <a:lnTo>
                      <a:pt x="1" y="492"/>
                    </a:lnTo>
                    <a:lnTo>
                      <a:pt x="3" y="437"/>
                    </a:lnTo>
                    <a:lnTo>
                      <a:pt x="3" y="437"/>
                    </a:lnTo>
                    <a:lnTo>
                      <a:pt x="7" y="382"/>
                    </a:lnTo>
                    <a:lnTo>
                      <a:pt x="11" y="327"/>
                    </a:lnTo>
                    <a:lnTo>
                      <a:pt x="17" y="272"/>
                    </a:lnTo>
                    <a:lnTo>
                      <a:pt x="24" y="216"/>
                    </a:lnTo>
                    <a:lnTo>
                      <a:pt x="32" y="161"/>
                    </a:lnTo>
                    <a:lnTo>
                      <a:pt x="42" y="106"/>
                    </a:lnTo>
                    <a:lnTo>
                      <a:pt x="55" y="53"/>
                    </a:lnTo>
                    <a:lnTo>
                      <a:pt x="70" y="0"/>
                    </a:lnTo>
                    <a:lnTo>
                      <a:pt x="70" y="0"/>
                    </a:lnTo>
                    <a:lnTo>
                      <a:pt x="59" y="54"/>
                    </a:lnTo>
                    <a:lnTo>
                      <a:pt x="49" y="108"/>
                    </a:lnTo>
                    <a:lnTo>
                      <a:pt x="42" y="163"/>
                    </a:lnTo>
                    <a:lnTo>
                      <a:pt x="37" y="218"/>
                    </a:lnTo>
                    <a:lnTo>
                      <a:pt x="34" y="273"/>
                    </a:lnTo>
                    <a:lnTo>
                      <a:pt x="31" y="327"/>
                    </a:lnTo>
                    <a:lnTo>
                      <a:pt x="29" y="382"/>
                    </a:lnTo>
                    <a:lnTo>
                      <a:pt x="31" y="437"/>
                    </a:lnTo>
                    <a:lnTo>
                      <a:pt x="31" y="437"/>
                    </a:lnTo>
                    <a:lnTo>
                      <a:pt x="32" y="492"/>
                    </a:lnTo>
                    <a:lnTo>
                      <a:pt x="34" y="547"/>
                    </a:lnTo>
                    <a:lnTo>
                      <a:pt x="38" y="602"/>
                    </a:lnTo>
                    <a:lnTo>
                      <a:pt x="42" y="656"/>
                    </a:lnTo>
                    <a:lnTo>
                      <a:pt x="52" y="766"/>
                    </a:lnTo>
                    <a:lnTo>
                      <a:pt x="66" y="875"/>
                    </a:lnTo>
                    <a:lnTo>
                      <a:pt x="66" y="875"/>
                    </a:lnTo>
                    <a:lnTo>
                      <a:pt x="82" y="984"/>
                    </a:lnTo>
                    <a:lnTo>
                      <a:pt x="99" y="1092"/>
                    </a:lnTo>
                    <a:lnTo>
                      <a:pt x="118" y="1200"/>
                    </a:lnTo>
                    <a:lnTo>
                      <a:pt x="140" y="1309"/>
                    </a:lnTo>
                    <a:lnTo>
                      <a:pt x="162" y="1416"/>
                    </a:lnTo>
                    <a:lnTo>
                      <a:pt x="186" y="1523"/>
                    </a:lnTo>
                    <a:lnTo>
                      <a:pt x="236" y="1738"/>
                    </a:lnTo>
                    <a:lnTo>
                      <a:pt x="236" y="1738"/>
                    </a:lnTo>
                    <a:lnTo>
                      <a:pt x="287" y="1953"/>
                    </a:lnTo>
                    <a:lnTo>
                      <a:pt x="312" y="2060"/>
                    </a:lnTo>
                    <a:lnTo>
                      <a:pt x="336" y="2169"/>
                    </a:lnTo>
                    <a:lnTo>
                      <a:pt x="336" y="2169"/>
                    </a:lnTo>
                    <a:lnTo>
                      <a:pt x="347" y="2224"/>
                    </a:lnTo>
                    <a:lnTo>
                      <a:pt x="359" y="2279"/>
                    </a:lnTo>
                    <a:lnTo>
                      <a:pt x="367" y="2337"/>
                    </a:lnTo>
                    <a:lnTo>
                      <a:pt x="374" y="2395"/>
                    </a:lnTo>
                    <a:lnTo>
                      <a:pt x="374" y="2395"/>
                    </a:lnTo>
                    <a:lnTo>
                      <a:pt x="378" y="2455"/>
                    </a:lnTo>
                    <a:lnTo>
                      <a:pt x="380" y="2512"/>
                    </a:lnTo>
                    <a:lnTo>
                      <a:pt x="378" y="2569"/>
                    </a:lnTo>
                    <a:lnTo>
                      <a:pt x="377" y="2627"/>
                    </a:lnTo>
                    <a:lnTo>
                      <a:pt x="377" y="2627"/>
                    </a:lnTo>
                    <a:lnTo>
                      <a:pt x="373" y="2683"/>
                    </a:lnTo>
                    <a:lnTo>
                      <a:pt x="369" y="2741"/>
                    </a:lnTo>
                    <a:lnTo>
                      <a:pt x="363" y="2796"/>
                    </a:lnTo>
                    <a:lnTo>
                      <a:pt x="356" y="2853"/>
                    </a:lnTo>
                    <a:lnTo>
                      <a:pt x="340" y="2965"/>
                    </a:lnTo>
                    <a:lnTo>
                      <a:pt x="322" y="3076"/>
                    </a:lnTo>
                    <a:lnTo>
                      <a:pt x="322" y="3076"/>
                    </a:lnTo>
                    <a:lnTo>
                      <a:pt x="301" y="3186"/>
                    </a:lnTo>
                    <a:lnTo>
                      <a:pt x="277" y="3297"/>
                    </a:lnTo>
                    <a:lnTo>
                      <a:pt x="251" y="3407"/>
                    </a:lnTo>
                    <a:lnTo>
                      <a:pt x="223" y="3517"/>
                    </a:lnTo>
                    <a:lnTo>
                      <a:pt x="223" y="3517"/>
                    </a:lnTo>
                    <a:lnTo>
                      <a:pt x="219" y="3527"/>
                    </a:lnTo>
                    <a:lnTo>
                      <a:pt x="215" y="3537"/>
                    </a:lnTo>
                    <a:lnTo>
                      <a:pt x="209" y="3547"/>
                    </a:lnTo>
                    <a:lnTo>
                      <a:pt x="203" y="3555"/>
                    </a:lnTo>
                    <a:lnTo>
                      <a:pt x="196" y="3564"/>
                    </a:lnTo>
                    <a:lnTo>
                      <a:pt x="189" y="3571"/>
                    </a:lnTo>
                    <a:lnTo>
                      <a:pt x="181" y="3578"/>
                    </a:lnTo>
                    <a:lnTo>
                      <a:pt x="172" y="3583"/>
                    </a:lnTo>
                    <a:lnTo>
                      <a:pt x="162" y="3588"/>
                    </a:lnTo>
                    <a:lnTo>
                      <a:pt x="152" y="3592"/>
                    </a:lnTo>
                    <a:lnTo>
                      <a:pt x="142" y="3595"/>
                    </a:lnTo>
                    <a:lnTo>
                      <a:pt x="131" y="3596"/>
                    </a:lnTo>
                    <a:lnTo>
                      <a:pt x="121" y="3598"/>
                    </a:lnTo>
                    <a:lnTo>
                      <a:pt x="110" y="3598"/>
                    </a:lnTo>
                    <a:lnTo>
                      <a:pt x="100" y="3596"/>
                    </a:lnTo>
                    <a:lnTo>
                      <a:pt x="89" y="3593"/>
                    </a:lnTo>
                    <a:lnTo>
                      <a:pt x="89" y="3593"/>
                    </a:lnTo>
                    <a:lnTo>
                      <a:pt x="78" y="3591"/>
                    </a:lnTo>
                    <a:lnTo>
                      <a:pt x="68" y="3586"/>
                    </a:lnTo>
                    <a:lnTo>
                      <a:pt x="59" y="3581"/>
                    </a:lnTo>
                    <a:lnTo>
                      <a:pt x="49" y="3574"/>
                    </a:lnTo>
                    <a:lnTo>
                      <a:pt x="42" y="3568"/>
                    </a:lnTo>
                    <a:lnTo>
                      <a:pt x="35" y="3559"/>
                    </a:lnTo>
                    <a:lnTo>
                      <a:pt x="28" y="3551"/>
                    </a:lnTo>
                    <a:lnTo>
                      <a:pt x="22" y="3542"/>
                    </a:lnTo>
                    <a:lnTo>
                      <a:pt x="18" y="3533"/>
                    </a:lnTo>
                    <a:lnTo>
                      <a:pt x="14" y="3523"/>
                    </a:lnTo>
                    <a:lnTo>
                      <a:pt x="11" y="3513"/>
                    </a:lnTo>
                    <a:lnTo>
                      <a:pt x="8" y="3503"/>
                    </a:lnTo>
                    <a:lnTo>
                      <a:pt x="8" y="3492"/>
                    </a:lnTo>
                    <a:lnTo>
                      <a:pt x="8" y="3482"/>
                    </a:lnTo>
                    <a:lnTo>
                      <a:pt x="10" y="3470"/>
                    </a:lnTo>
                    <a:lnTo>
                      <a:pt x="11" y="3459"/>
                    </a:lnTo>
                    <a:lnTo>
                      <a:pt x="11" y="3459"/>
                    </a:lnTo>
                    <a:lnTo>
                      <a:pt x="14" y="3453"/>
                    </a:lnTo>
                    <a:lnTo>
                      <a:pt x="14" y="345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89" name="Group 165">
                <a:extLst>
                  <a:ext uri="{FF2B5EF4-FFF2-40B4-BE49-F238E27FC236}">
                    <a16:creationId xmlns:a16="http://schemas.microsoft.com/office/drawing/2014/main" id="{427B1346-4191-7D33-86B3-4F1B1AB75F78}"/>
                  </a:ext>
                </a:extLst>
              </p:cNvPr>
              <p:cNvGrpSpPr/>
              <p:nvPr/>
            </p:nvGrpSpPr>
            <p:grpSpPr>
              <a:xfrm rot="287009">
                <a:off x="7543525" y="3359471"/>
                <a:ext cx="436113" cy="412942"/>
                <a:chOff x="971551" y="0"/>
                <a:chExt cx="7200902" cy="6818311"/>
              </a:xfrm>
            </p:grpSpPr>
            <p:sp>
              <p:nvSpPr>
                <p:cNvPr id="297" name="Freeform 5">
                  <a:extLst>
                    <a:ext uri="{FF2B5EF4-FFF2-40B4-BE49-F238E27FC236}">
                      <a16:creationId xmlns:a16="http://schemas.microsoft.com/office/drawing/2014/main" id="{4BEDB275-5DED-9928-B005-00E58085BC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8" name="Freeform 6">
                  <a:extLst>
                    <a:ext uri="{FF2B5EF4-FFF2-40B4-BE49-F238E27FC236}">
                      <a16:creationId xmlns:a16="http://schemas.microsoft.com/office/drawing/2014/main" id="{4C1FD585-E541-68D6-3B7C-31B274030B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90" name="Group 168">
                <a:extLst>
                  <a:ext uri="{FF2B5EF4-FFF2-40B4-BE49-F238E27FC236}">
                    <a16:creationId xmlns:a16="http://schemas.microsoft.com/office/drawing/2014/main" id="{7A4D666A-F127-5129-AD8C-CDA0043F648D}"/>
                  </a:ext>
                </a:extLst>
              </p:cNvPr>
              <p:cNvGrpSpPr/>
              <p:nvPr/>
            </p:nvGrpSpPr>
            <p:grpSpPr>
              <a:xfrm rot="18900000">
                <a:off x="7326744" y="2773898"/>
                <a:ext cx="515275" cy="144357"/>
                <a:chOff x="793750" y="0"/>
                <a:chExt cx="7556501" cy="2116991"/>
              </a:xfrm>
            </p:grpSpPr>
            <p:sp>
              <p:nvSpPr>
                <p:cNvPr id="295" name="Freeform 7">
                  <a:extLst>
                    <a:ext uri="{FF2B5EF4-FFF2-40B4-BE49-F238E27FC236}">
                      <a16:creationId xmlns:a16="http://schemas.microsoft.com/office/drawing/2014/main" id="{8350A1A2-B461-E441-7D39-7B2547B6DA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6" name="Freeform 8">
                  <a:extLst>
                    <a:ext uri="{FF2B5EF4-FFF2-40B4-BE49-F238E27FC236}">
                      <a16:creationId xmlns:a16="http://schemas.microsoft.com/office/drawing/2014/main" id="{C48BC2EF-0826-5314-42B0-3770534DE4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91" name="Group 171">
                <a:extLst>
                  <a:ext uri="{FF2B5EF4-FFF2-40B4-BE49-F238E27FC236}">
                    <a16:creationId xmlns:a16="http://schemas.microsoft.com/office/drawing/2014/main" id="{0F284B2C-4FF6-09DE-D7FC-573CA8EDDD25}"/>
                  </a:ext>
                </a:extLst>
              </p:cNvPr>
              <p:cNvGrpSpPr/>
              <p:nvPr/>
            </p:nvGrpSpPr>
            <p:grpSpPr>
              <a:xfrm rot="21312991" flipH="1">
                <a:off x="7170907" y="3751874"/>
                <a:ext cx="313619" cy="296956"/>
                <a:chOff x="971551" y="0"/>
                <a:chExt cx="7200902" cy="6818311"/>
              </a:xfrm>
            </p:grpSpPr>
            <p:sp>
              <p:nvSpPr>
                <p:cNvPr id="293" name="Freeform 5">
                  <a:extLst>
                    <a:ext uri="{FF2B5EF4-FFF2-40B4-BE49-F238E27FC236}">
                      <a16:creationId xmlns:a16="http://schemas.microsoft.com/office/drawing/2014/main" id="{112C11CB-9451-E196-90BA-6D8F38C510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22000">
                      <a:srgbClr val="84BC76"/>
                    </a:gs>
                    <a:gs pos="86000">
                      <a:srgbClr val="2F6C1C"/>
                    </a:gs>
                  </a:gsLst>
                  <a:lin ang="18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4" name="Freeform 6">
                  <a:extLst>
                    <a:ext uri="{FF2B5EF4-FFF2-40B4-BE49-F238E27FC236}">
                      <a16:creationId xmlns:a16="http://schemas.microsoft.com/office/drawing/2014/main" id="{A6FD45AE-043A-5B97-AD5D-153221B76B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80000">
                      <a:srgbClr val="2E6D26"/>
                    </a:gs>
                  </a:gsLst>
                  <a:lin ang="258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92" name="Freeform 9">
                <a:extLst>
                  <a:ext uri="{FF2B5EF4-FFF2-40B4-BE49-F238E27FC236}">
                    <a16:creationId xmlns:a16="http://schemas.microsoft.com/office/drawing/2014/main" id="{F5A723B4-8E12-F871-9A04-255175AA6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1077" y="3471334"/>
                <a:ext cx="565098" cy="101600"/>
              </a:xfrm>
              <a:custGeom>
                <a:avLst/>
                <a:gdLst/>
                <a:ahLst/>
                <a:cxnLst>
                  <a:cxn ang="0">
                    <a:pos x="2560" y="473"/>
                  </a:cxn>
                  <a:cxn ang="0">
                    <a:pos x="2412" y="404"/>
                  </a:cxn>
                  <a:cxn ang="0">
                    <a:pos x="2261" y="341"/>
                  </a:cxn>
                  <a:cxn ang="0">
                    <a:pos x="2107" y="283"/>
                  </a:cxn>
                  <a:cxn ang="0">
                    <a:pos x="1951" y="229"/>
                  </a:cxn>
                  <a:cxn ang="0">
                    <a:pos x="1874" y="205"/>
                  </a:cxn>
                  <a:cxn ang="0">
                    <a:pos x="1715" y="161"/>
                  </a:cxn>
                  <a:cxn ang="0">
                    <a:pos x="1554" y="126"/>
                  </a:cxn>
                  <a:cxn ang="0">
                    <a:pos x="1393" y="100"/>
                  </a:cxn>
                  <a:cxn ang="0">
                    <a:pos x="1313" y="92"/>
                  </a:cxn>
                  <a:cxn ang="0">
                    <a:pos x="1149" y="85"/>
                  </a:cxn>
                  <a:cxn ang="0">
                    <a:pos x="984" y="89"/>
                  </a:cxn>
                  <a:cxn ang="0">
                    <a:pos x="818" y="102"/>
                  </a:cxn>
                  <a:cxn ang="0">
                    <a:pos x="653" y="120"/>
                  </a:cxn>
                  <a:cxn ang="0">
                    <a:pos x="571" y="131"/>
                  </a:cxn>
                  <a:cxn ang="0">
                    <a:pos x="407" y="158"/>
                  </a:cxn>
                  <a:cxn ang="0">
                    <a:pos x="243" y="191"/>
                  </a:cxn>
                  <a:cxn ang="0">
                    <a:pos x="81" y="229"/>
                  </a:cxn>
                  <a:cxn ang="0">
                    <a:pos x="0" y="250"/>
                  </a:cxn>
                  <a:cxn ang="0">
                    <a:pos x="159" y="198"/>
                  </a:cxn>
                  <a:cxn ang="0">
                    <a:pos x="320" y="153"/>
                  </a:cxn>
                  <a:cxn ang="0">
                    <a:pos x="482" y="110"/>
                  </a:cxn>
                  <a:cxn ang="0">
                    <a:pos x="646" y="75"/>
                  </a:cxn>
                  <a:cxn ang="0">
                    <a:pos x="728" y="59"/>
                  </a:cxn>
                  <a:cxn ang="0">
                    <a:pos x="895" y="32"/>
                  </a:cxn>
                  <a:cxn ang="0">
                    <a:pos x="1061" y="13"/>
                  </a:cxn>
                  <a:cxn ang="0">
                    <a:pos x="1231" y="1"/>
                  </a:cxn>
                  <a:cxn ang="0">
                    <a:pos x="1317" y="0"/>
                  </a:cxn>
                  <a:cxn ang="0">
                    <a:pos x="1487" y="10"/>
                  </a:cxn>
                  <a:cxn ang="0">
                    <a:pos x="1656" y="30"/>
                  </a:cxn>
                  <a:cxn ang="0">
                    <a:pos x="1823" y="61"/>
                  </a:cxn>
                  <a:cxn ang="0">
                    <a:pos x="1989" y="97"/>
                  </a:cxn>
                  <a:cxn ang="0">
                    <a:pos x="2071" y="119"/>
                  </a:cxn>
                  <a:cxn ang="0">
                    <a:pos x="2234" y="165"/>
                  </a:cxn>
                  <a:cxn ang="0">
                    <a:pos x="2395" y="218"/>
                  </a:cxn>
                  <a:cxn ang="0">
                    <a:pos x="2556" y="276"/>
                  </a:cxn>
                  <a:cxn ang="0">
                    <a:pos x="2635" y="307"/>
                  </a:cxn>
                  <a:cxn ang="0">
                    <a:pos x="2652" y="315"/>
                  </a:cxn>
                  <a:cxn ang="0">
                    <a:pos x="2666" y="326"/>
                  </a:cxn>
                  <a:cxn ang="0">
                    <a:pos x="2677" y="341"/>
                  </a:cxn>
                  <a:cxn ang="0">
                    <a:pos x="2690" y="373"/>
                  </a:cxn>
                  <a:cxn ang="0">
                    <a:pos x="2693" y="390"/>
                  </a:cxn>
                  <a:cxn ang="0">
                    <a:pos x="2692" y="408"/>
                  </a:cxn>
                  <a:cxn ang="0">
                    <a:pos x="2686" y="425"/>
                  </a:cxn>
                  <a:cxn ang="0">
                    <a:pos x="2682" y="434"/>
                  </a:cxn>
                  <a:cxn ang="0">
                    <a:pos x="2672" y="449"/>
                  </a:cxn>
                  <a:cxn ang="0">
                    <a:pos x="2659" y="462"/>
                  </a:cxn>
                  <a:cxn ang="0">
                    <a:pos x="2638" y="476"/>
                  </a:cxn>
                  <a:cxn ang="0">
                    <a:pos x="2612" y="482"/>
                  </a:cxn>
                  <a:cxn ang="0">
                    <a:pos x="2594" y="483"/>
                  </a:cxn>
                  <a:cxn ang="0">
                    <a:pos x="2577" y="479"/>
                  </a:cxn>
                  <a:cxn ang="0">
                    <a:pos x="2567" y="476"/>
                  </a:cxn>
                  <a:cxn ang="0">
                    <a:pos x="2560" y="473"/>
                  </a:cxn>
                </a:cxnLst>
                <a:rect l="0" t="0" r="r" b="b"/>
                <a:pathLst>
                  <a:path w="2693" h="483">
                    <a:moveTo>
                      <a:pt x="2560" y="473"/>
                    </a:moveTo>
                    <a:lnTo>
                      <a:pt x="2560" y="473"/>
                    </a:lnTo>
                    <a:lnTo>
                      <a:pt x="2487" y="438"/>
                    </a:lnTo>
                    <a:lnTo>
                      <a:pt x="2412" y="404"/>
                    </a:lnTo>
                    <a:lnTo>
                      <a:pt x="2337" y="372"/>
                    </a:lnTo>
                    <a:lnTo>
                      <a:pt x="2261" y="341"/>
                    </a:lnTo>
                    <a:lnTo>
                      <a:pt x="2184" y="311"/>
                    </a:lnTo>
                    <a:lnTo>
                      <a:pt x="2107" y="283"/>
                    </a:lnTo>
                    <a:lnTo>
                      <a:pt x="2029" y="254"/>
                    </a:lnTo>
                    <a:lnTo>
                      <a:pt x="1951" y="229"/>
                    </a:lnTo>
                    <a:lnTo>
                      <a:pt x="1951" y="229"/>
                    </a:lnTo>
                    <a:lnTo>
                      <a:pt x="1874" y="205"/>
                    </a:lnTo>
                    <a:lnTo>
                      <a:pt x="1795" y="182"/>
                    </a:lnTo>
                    <a:lnTo>
                      <a:pt x="1715" y="161"/>
                    </a:lnTo>
                    <a:lnTo>
                      <a:pt x="1635" y="141"/>
                    </a:lnTo>
                    <a:lnTo>
                      <a:pt x="1554" y="126"/>
                    </a:lnTo>
                    <a:lnTo>
                      <a:pt x="1474" y="112"/>
                    </a:lnTo>
                    <a:lnTo>
                      <a:pt x="1393" y="100"/>
                    </a:lnTo>
                    <a:lnTo>
                      <a:pt x="1313" y="92"/>
                    </a:lnTo>
                    <a:lnTo>
                      <a:pt x="1313" y="92"/>
                    </a:lnTo>
                    <a:lnTo>
                      <a:pt x="1231" y="88"/>
                    </a:lnTo>
                    <a:lnTo>
                      <a:pt x="1149" y="85"/>
                    </a:lnTo>
                    <a:lnTo>
                      <a:pt x="1067" y="86"/>
                    </a:lnTo>
                    <a:lnTo>
                      <a:pt x="984" y="89"/>
                    </a:lnTo>
                    <a:lnTo>
                      <a:pt x="902" y="95"/>
                    </a:lnTo>
                    <a:lnTo>
                      <a:pt x="818" y="102"/>
                    </a:lnTo>
                    <a:lnTo>
                      <a:pt x="736" y="110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571" y="131"/>
                    </a:lnTo>
                    <a:lnTo>
                      <a:pt x="489" y="144"/>
                    </a:lnTo>
                    <a:lnTo>
                      <a:pt x="407" y="158"/>
                    </a:lnTo>
                    <a:lnTo>
                      <a:pt x="325" y="174"/>
                    </a:lnTo>
                    <a:lnTo>
                      <a:pt x="243" y="191"/>
                    </a:lnTo>
                    <a:lnTo>
                      <a:pt x="161" y="209"/>
                    </a:lnTo>
                    <a:lnTo>
                      <a:pt x="81" y="229"/>
                    </a:lnTo>
                    <a:lnTo>
                      <a:pt x="0" y="250"/>
                    </a:lnTo>
                    <a:lnTo>
                      <a:pt x="0" y="250"/>
                    </a:lnTo>
                    <a:lnTo>
                      <a:pt x="80" y="223"/>
                    </a:lnTo>
                    <a:lnTo>
                      <a:pt x="159" y="198"/>
                    </a:lnTo>
                    <a:lnTo>
                      <a:pt x="239" y="174"/>
                    </a:lnTo>
                    <a:lnTo>
                      <a:pt x="320" y="153"/>
                    </a:lnTo>
                    <a:lnTo>
                      <a:pt x="400" y="130"/>
                    </a:lnTo>
                    <a:lnTo>
                      <a:pt x="482" y="110"/>
                    </a:lnTo>
                    <a:lnTo>
                      <a:pt x="564" y="92"/>
                    </a:lnTo>
                    <a:lnTo>
                      <a:pt x="646" y="75"/>
                    </a:lnTo>
                    <a:lnTo>
                      <a:pt x="646" y="75"/>
                    </a:lnTo>
                    <a:lnTo>
                      <a:pt x="728" y="59"/>
                    </a:lnTo>
                    <a:lnTo>
                      <a:pt x="811" y="45"/>
                    </a:lnTo>
                    <a:lnTo>
                      <a:pt x="895" y="32"/>
                    </a:lnTo>
                    <a:lnTo>
                      <a:pt x="978" y="21"/>
                    </a:lnTo>
                    <a:lnTo>
                      <a:pt x="1061" y="13"/>
                    </a:lnTo>
                    <a:lnTo>
                      <a:pt x="1146" y="6"/>
                    </a:lnTo>
                    <a:lnTo>
                      <a:pt x="1231" y="1"/>
                    </a:lnTo>
                    <a:lnTo>
                      <a:pt x="1317" y="0"/>
                    </a:lnTo>
                    <a:lnTo>
                      <a:pt x="1317" y="0"/>
                    </a:lnTo>
                    <a:lnTo>
                      <a:pt x="1402" y="3"/>
                    </a:lnTo>
                    <a:lnTo>
                      <a:pt x="1487" y="10"/>
                    </a:lnTo>
                    <a:lnTo>
                      <a:pt x="1571" y="18"/>
                    </a:lnTo>
                    <a:lnTo>
                      <a:pt x="1656" y="30"/>
                    </a:lnTo>
                    <a:lnTo>
                      <a:pt x="1739" y="44"/>
                    </a:lnTo>
                    <a:lnTo>
                      <a:pt x="1823" y="61"/>
                    </a:lnTo>
                    <a:lnTo>
                      <a:pt x="1906" y="78"/>
                    </a:lnTo>
                    <a:lnTo>
                      <a:pt x="1989" y="97"/>
                    </a:lnTo>
                    <a:lnTo>
                      <a:pt x="1989" y="97"/>
                    </a:lnTo>
                    <a:lnTo>
                      <a:pt x="2071" y="119"/>
                    </a:lnTo>
                    <a:lnTo>
                      <a:pt x="2153" y="141"/>
                    </a:lnTo>
                    <a:lnTo>
                      <a:pt x="2234" y="165"/>
                    </a:lnTo>
                    <a:lnTo>
                      <a:pt x="2314" y="191"/>
                    </a:lnTo>
                    <a:lnTo>
                      <a:pt x="2395" y="218"/>
                    </a:lnTo>
                    <a:lnTo>
                      <a:pt x="2475" y="246"/>
                    </a:lnTo>
                    <a:lnTo>
                      <a:pt x="2556" y="276"/>
                    </a:lnTo>
                    <a:lnTo>
                      <a:pt x="2635" y="307"/>
                    </a:lnTo>
                    <a:lnTo>
                      <a:pt x="2635" y="307"/>
                    </a:lnTo>
                    <a:lnTo>
                      <a:pt x="2644" y="311"/>
                    </a:lnTo>
                    <a:lnTo>
                      <a:pt x="2652" y="315"/>
                    </a:lnTo>
                    <a:lnTo>
                      <a:pt x="2659" y="321"/>
                    </a:lnTo>
                    <a:lnTo>
                      <a:pt x="2666" y="326"/>
                    </a:lnTo>
                    <a:lnTo>
                      <a:pt x="2672" y="333"/>
                    </a:lnTo>
                    <a:lnTo>
                      <a:pt x="2677" y="341"/>
                    </a:lnTo>
                    <a:lnTo>
                      <a:pt x="2686" y="356"/>
                    </a:lnTo>
                    <a:lnTo>
                      <a:pt x="2690" y="373"/>
                    </a:lnTo>
                    <a:lnTo>
                      <a:pt x="2692" y="381"/>
                    </a:lnTo>
                    <a:lnTo>
                      <a:pt x="2693" y="390"/>
                    </a:lnTo>
                    <a:lnTo>
                      <a:pt x="2693" y="398"/>
                    </a:lnTo>
                    <a:lnTo>
                      <a:pt x="2692" y="408"/>
                    </a:lnTo>
                    <a:lnTo>
                      <a:pt x="2689" y="417"/>
                    </a:lnTo>
                    <a:lnTo>
                      <a:pt x="2686" y="425"/>
                    </a:lnTo>
                    <a:lnTo>
                      <a:pt x="2686" y="425"/>
                    </a:lnTo>
                    <a:lnTo>
                      <a:pt x="2682" y="434"/>
                    </a:lnTo>
                    <a:lnTo>
                      <a:pt x="2677" y="442"/>
                    </a:lnTo>
                    <a:lnTo>
                      <a:pt x="2672" y="449"/>
                    </a:lnTo>
                    <a:lnTo>
                      <a:pt x="2666" y="456"/>
                    </a:lnTo>
                    <a:lnTo>
                      <a:pt x="2659" y="462"/>
                    </a:lnTo>
                    <a:lnTo>
                      <a:pt x="2653" y="468"/>
                    </a:lnTo>
                    <a:lnTo>
                      <a:pt x="2638" y="476"/>
                    </a:lnTo>
                    <a:lnTo>
                      <a:pt x="2621" y="480"/>
                    </a:lnTo>
                    <a:lnTo>
                      <a:pt x="2612" y="482"/>
                    </a:lnTo>
                    <a:lnTo>
                      <a:pt x="2603" y="483"/>
                    </a:lnTo>
                    <a:lnTo>
                      <a:pt x="2594" y="483"/>
                    </a:lnTo>
                    <a:lnTo>
                      <a:pt x="2586" y="482"/>
                    </a:lnTo>
                    <a:lnTo>
                      <a:pt x="2577" y="479"/>
                    </a:lnTo>
                    <a:lnTo>
                      <a:pt x="2567" y="476"/>
                    </a:lnTo>
                    <a:lnTo>
                      <a:pt x="2567" y="476"/>
                    </a:lnTo>
                    <a:lnTo>
                      <a:pt x="2562" y="473"/>
                    </a:lnTo>
                    <a:lnTo>
                      <a:pt x="2560" y="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360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312" name="Oval 311">
            <a:extLst>
              <a:ext uri="{FF2B5EF4-FFF2-40B4-BE49-F238E27FC236}">
                <a16:creationId xmlns:a16="http://schemas.microsoft.com/office/drawing/2014/main" id="{92B7BCE7-8F91-23D5-2F30-F3A3DFFFB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04800" y="-228600"/>
            <a:ext cx="2133600" cy="2133600"/>
          </a:xfrm>
          <a:prstGeom prst="ellipse">
            <a:avLst/>
          </a:prstGeom>
          <a:gradFill flip="none" rotWithShape="1">
            <a:gsLst>
              <a:gs pos="49000">
                <a:srgbClr val="FFFFFF"/>
              </a:gs>
              <a:gs pos="100000">
                <a:srgbClr val="F4C123"/>
              </a:gs>
              <a:gs pos="69000">
                <a:srgbClr val="FFFB2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 rad="317500">
              <a:srgbClr val="FFFF00">
                <a:alpha val="50000"/>
              </a:srgbClr>
            </a:glow>
            <a:softEdge rad="12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 anchorCtr="1"/>
          <a:lstStyle/>
          <a:p>
            <a:pPr algn="ctr">
              <a:lnSpc>
                <a:spcPct val="85000"/>
              </a:lnSpc>
            </a:pPr>
            <a:endParaRPr lang="en-US" sz="3600" dirty="0">
              <a:solidFill>
                <a:srgbClr val="696400"/>
              </a:solidFill>
              <a:latin typeface="Arial Narrow"/>
              <a:cs typeface="Arial Narrow"/>
            </a:endParaRPr>
          </a:p>
        </p:txBody>
      </p:sp>
      <p:sp>
        <p:nvSpPr>
          <p:cNvPr id="313" name="Rectangle 70">
            <a:extLst>
              <a:ext uri="{FF2B5EF4-FFF2-40B4-BE49-F238E27FC236}">
                <a16:creationId xmlns:a16="http://schemas.microsoft.com/office/drawing/2014/main" id="{CFB4A861-2407-D09E-9A35-9C25530D2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990600"/>
            <a:ext cx="6096281" cy="3913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 algn="l" latinLnBrk="1">
              <a:lnSpc>
                <a:spcPts val="1650"/>
              </a:lnSpc>
              <a:buNone/>
            </a:pPr>
            <a:endParaRPr lang="en-US" sz="2400" dirty="0">
              <a:solidFill>
                <a:srgbClr val="6B6B6B"/>
              </a:solidFill>
              <a:latin typeface="Arial Narrow" pitchFamily="112" charset="0"/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AE22E29-406A-481F-FFAC-B1958A5ED5E8}"/>
              </a:ext>
            </a:extLst>
          </p:cNvPr>
          <p:cNvSpPr txBox="1"/>
          <p:nvPr/>
        </p:nvSpPr>
        <p:spPr>
          <a:xfrm>
            <a:off x="602353" y="1577006"/>
            <a:ext cx="7781550" cy="225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dirty="0"/>
              <a:t>• Traditional farming relies on manual inspection</a:t>
            </a:r>
          </a:p>
          <a:p>
            <a:pPr latinLnBrk="1"/>
            <a:r>
              <a:rPr lang="en-US" dirty="0"/>
              <a:t>• Delayed detection of crop issues</a:t>
            </a:r>
          </a:p>
          <a:p>
            <a:pPr latinLnBrk="1"/>
            <a:r>
              <a:rPr lang="en-US" dirty="0"/>
              <a:t>• No real-time monitoring system</a:t>
            </a:r>
          </a:p>
          <a:p>
            <a:pPr latinLnBrk="1"/>
            <a:r>
              <a:rPr lang="en-US" dirty="0"/>
              <a:t>• Data-driven decisions are difficult</a:t>
            </a:r>
          </a:p>
          <a:p>
            <a:pPr latinLnBrk="1"/>
            <a:r>
              <a:rPr lang="en-US" dirty="0"/>
              <a:t>• Crop losses affect food security</a:t>
            </a:r>
          </a:p>
          <a:p>
            <a:pPr latinLnBrk="1"/>
            <a:endParaRPr lang="en-US" dirty="0"/>
          </a:p>
          <a:p>
            <a:pPr latinLnBrk="1"/>
            <a:r>
              <a:rPr lang="en-US" b="1" dirty="0"/>
              <a:t>IMPACT: 20-40% crop loss due to late problem detection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594927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BE275-800A-A7BC-34EA-ED1449C24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4011"/>
          </a:xfrm>
        </p:spPr>
        <p:txBody>
          <a:bodyPr>
            <a:normAutofit/>
          </a:bodyPr>
          <a:lstStyle/>
          <a:p>
            <a:r>
              <a:rPr lang="en-US" sz="2200" b="1" dirty="0"/>
              <a:t>OUR SOLUTION: Smart Monitoring System</a:t>
            </a:r>
            <a:endParaRPr lang="en-US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0A4BC0B-361C-C418-8E82-C973FA1CD909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D9B9D7-EF86-DE9F-8185-268C52709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0800000">
            <a:off x="52718" y="5143636"/>
            <a:ext cx="9144000" cy="1676400"/>
          </a:xfrm>
          <a:prstGeom prst="rect">
            <a:avLst/>
          </a:prstGeom>
          <a:gradFill flip="none" rotWithShape="1">
            <a:gsLst>
              <a:gs pos="0">
                <a:srgbClr val="D9CFBB"/>
              </a:gs>
              <a:gs pos="100000">
                <a:srgbClr val="AE9878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AC3AF1-F4F1-D0E4-C592-626240A64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81515" y="5299156"/>
            <a:ext cx="497062" cy="458808"/>
            <a:chOff x="2703513" y="2783417"/>
            <a:chExt cx="4414308" cy="407458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AF5B6D4-650C-3306-3BBB-E5231C218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758" y="2783417"/>
              <a:ext cx="4310063" cy="3614738"/>
            </a:xfrm>
            <a:custGeom>
              <a:avLst/>
              <a:gdLst/>
              <a:ahLst/>
              <a:cxnLst>
                <a:cxn ang="0">
                  <a:pos x="5260" y="2301"/>
                </a:cxn>
                <a:cxn ang="0">
                  <a:pos x="5069" y="1997"/>
                </a:cxn>
                <a:cxn ang="0">
                  <a:pos x="4833" y="1718"/>
                </a:cxn>
                <a:cxn ang="0">
                  <a:pos x="4560" y="1457"/>
                </a:cxn>
                <a:cxn ang="0">
                  <a:pos x="4256" y="1217"/>
                </a:cxn>
                <a:cxn ang="0">
                  <a:pos x="3927" y="993"/>
                </a:cxn>
                <a:cxn ang="0">
                  <a:pos x="3580" y="782"/>
                </a:cxn>
                <a:cxn ang="0">
                  <a:pos x="3041" y="485"/>
                </a:cxn>
                <a:cxn ang="0">
                  <a:pos x="2631" y="297"/>
                </a:cxn>
                <a:cxn ang="0">
                  <a:pos x="2231" y="164"/>
                </a:cxn>
                <a:cxn ang="0">
                  <a:pos x="1852" y="75"/>
                </a:cxn>
                <a:cxn ang="0">
                  <a:pos x="1505" y="23"/>
                </a:cxn>
                <a:cxn ang="0">
                  <a:pos x="1202" y="2"/>
                </a:cxn>
                <a:cxn ang="0">
                  <a:pos x="954" y="4"/>
                </a:cxn>
                <a:cxn ang="0">
                  <a:pos x="709" y="28"/>
                </a:cxn>
                <a:cxn ang="0">
                  <a:pos x="636" y="49"/>
                </a:cxn>
                <a:cxn ang="0">
                  <a:pos x="530" y="72"/>
                </a:cxn>
                <a:cxn ang="0">
                  <a:pos x="403" y="72"/>
                </a:cxn>
                <a:cxn ang="0">
                  <a:pos x="139" y="42"/>
                </a:cxn>
                <a:cxn ang="0">
                  <a:pos x="10" y="42"/>
                </a:cxn>
                <a:cxn ang="0">
                  <a:pos x="0" y="49"/>
                </a:cxn>
                <a:cxn ang="0">
                  <a:pos x="695" y="291"/>
                </a:cxn>
                <a:cxn ang="0">
                  <a:pos x="1463" y="591"/>
                </a:cxn>
                <a:cxn ang="0">
                  <a:pos x="1910" y="788"/>
                </a:cxn>
                <a:cxn ang="0">
                  <a:pos x="2311" y="993"/>
                </a:cxn>
                <a:cxn ang="0">
                  <a:pos x="2624" y="1194"/>
                </a:cxn>
                <a:cxn ang="0">
                  <a:pos x="2806" y="1354"/>
                </a:cxn>
                <a:cxn ang="0">
                  <a:pos x="3310" y="1836"/>
                </a:cxn>
                <a:cxn ang="0">
                  <a:pos x="3708" y="2251"/>
                </a:cxn>
                <a:cxn ang="0">
                  <a:pos x="4110" y="2713"/>
                </a:cxn>
                <a:cxn ang="0">
                  <a:pos x="4476" y="3197"/>
                </a:cxn>
                <a:cxn ang="0">
                  <a:pos x="4669" y="3501"/>
                </a:cxn>
                <a:cxn ang="0">
                  <a:pos x="4798" y="3739"/>
                </a:cxn>
                <a:cxn ang="0">
                  <a:pos x="4897" y="3970"/>
                </a:cxn>
                <a:cxn ang="0">
                  <a:pos x="4961" y="4191"/>
                </a:cxn>
                <a:cxn ang="0">
                  <a:pos x="4986" y="4399"/>
                </a:cxn>
                <a:cxn ang="0">
                  <a:pos x="4977" y="4545"/>
                </a:cxn>
                <a:cxn ang="0">
                  <a:pos x="5048" y="4554"/>
                </a:cxn>
                <a:cxn ang="0">
                  <a:pos x="5083" y="4531"/>
                </a:cxn>
                <a:cxn ang="0">
                  <a:pos x="5095" y="4491"/>
                </a:cxn>
                <a:cxn ang="0">
                  <a:pos x="5140" y="4401"/>
                </a:cxn>
                <a:cxn ang="0">
                  <a:pos x="5269" y="4121"/>
                </a:cxn>
                <a:cxn ang="0">
                  <a:pos x="5364" y="3850"/>
                </a:cxn>
                <a:cxn ang="0">
                  <a:pos x="5396" y="3694"/>
                </a:cxn>
                <a:cxn ang="0">
                  <a:pos x="5417" y="3405"/>
                </a:cxn>
                <a:cxn ang="0">
                  <a:pos x="5431" y="3004"/>
                </a:cxn>
                <a:cxn ang="0">
                  <a:pos x="5408" y="2719"/>
                </a:cxn>
                <a:cxn ang="0">
                  <a:pos x="5375" y="2567"/>
                </a:cxn>
                <a:cxn ang="0">
                  <a:pos x="5338" y="2463"/>
                </a:cxn>
              </a:cxnLst>
              <a:rect l="0" t="0" r="r" b="b"/>
              <a:pathLst>
                <a:path w="5431" h="4556">
                  <a:moveTo>
                    <a:pt x="5338" y="2463"/>
                  </a:moveTo>
                  <a:lnTo>
                    <a:pt x="5338" y="2463"/>
                  </a:lnTo>
                  <a:lnTo>
                    <a:pt x="5302" y="2381"/>
                  </a:lnTo>
                  <a:lnTo>
                    <a:pt x="5260" y="2301"/>
                  </a:lnTo>
                  <a:lnTo>
                    <a:pt x="5217" y="2223"/>
                  </a:lnTo>
                  <a:lnTo>
                    <a:pt x="5170" y="2147"/>
                  </a:lnTo>
                  <a:lnTo>
                    <a:pt x="5121" y="2070"/>
                  </a:lnTo>
                  <a:lnTo>
                    <a:pt x="5069" y="1997"/>
                  </a:lnTo>
                  <a:lnTo>
                    <a:pt x="5013" y="1924"/>
                  </a:lnTo>
                  <a:lnTo>
                    <a:pt x="4956" y="1855"/>
                  </a:lnTo>
                  <a:lnTo>
                    <a:pt x="4895" y="1785"/>
                  </a:lnTo>
                  <a:lnTo>
                    <a:pt x="4833" y="1718"/>
                  </a:lnTo>
                  <a:lnTo>
                    <a:pt x="4767" y="1650"/>
                  </a:lnTo>
                  <a:lnTo>
                    <a:pt x="4701" y="1585"/>
                  </a:lnTo>
                  <a:lnTo>
                    <a:pt x="4631" y="1521"/>
                  </a:lnTo>
                  <a:lnTo>
                    <a:pt x="4560" y="1457"/>
                  </a:lnTo>
                  <a:lnTo>
                    <a:pt x="4487" y="1396"/>
                  </a:lnTo>
                  <a:lnTo>
                    <a:pt x="4410" y="1335"/>
                  </a:lnTo>
                  <a:lnTo>
                    <a:pt x="4334" y="1276"/>
                  </a:lnTo>
                  <a:lnTo>
                    <a:pt x="4256" y="1217"/>
                  </a:lnTo>
                  <a:lnTo>
                    <a:pt x="4176" y="1160"/>
                  </a:lnTo>
                  <a:lnTo>
                    <a:pt x="4094" y="1104"/>
                  </a:lnTo>
                  <a:lnTo>
                    <a:pt x="4011" y="1048"/>
                  </a:lnTo>
                  <a:lnTo>
                    <a:pt x="3927" y="993"/>
                  </a:lnTo>
                  <a:lnTo>
                    <a:pt x="3842" y="939"/>
                  </a:lnTo>
                  <a:lnTo>
                    <a:pt x="3755" y="887"/>
                  </a:lnTo>
                  <a:lnTo>
                    <a:pt x="3668" y="833"/>
                  </a:lnTo>
                  <a:lnTo>
                    <a:pt x="3580" y="782"/>
                  </a:lnTo>
                  <a:lnTo>
                    <a:pt x="3402" y="680"/>
                  </a:lnTo>
                  <a:lnTo>
                    <a:pt x="3222" y="583"/>
                  </a:lnTo>
                  <a:lnTo>
                    <a:pt x="3041" y="485"/>
                  </a:lnTo>
                  <a:lnTo>
                    <a:pt x="3041" y="485"/>
                  </a:lnTo>
                  <a:lnTo>
                    <a:pt x="2938" y="433"/>
                  </a:lnTo>
                  <a:lnTo>
                    <a:pt x="2834" y="384"/>
                  </a:lnTo>
                  <a:lnTo>
                    <a:pt x="2733" y="339"/>
                  </a:lnTo>
                  <a:lnTo>
                    <a:pt x="2631" y="297"/>
                  </a:lnTo>
                  <a:lnTo>
                    <a:pt x="2530" y="259"/>
                  </a:lnTo>
                  <a:lnTo>
                    <a:pt x="2429" y="224"/>
                  </a:lnTo>
                  <a:lnTo>
                    <a:pt x="2328" y="191"/>
                  </a:lnTo>
                  <a:lnTo>
                    <a:pt x="2231" y="164"/>
                  </a:lnTo>
                  <a:lnTo>
                    <a:pt x="2134" y="138"/>
                  </a:lnTo>
                  <a:lnTo>
                    <a:pt x="2038" y="113"/>
                  </a:lnTo>
                  <a:lnTo>
                    <a:pt x="1944" y="92"/>
                  </a:lnTo>
                  <a:lnTo>
                    <a:pt x="1852" y="75"/>
                  </a:lnTo>
                  <a:lnTo>
                    <a:pt x="1762" y="59"/>
                  </a:lnTo>
                  <a:lnTo>
                    <a:pt x="1673" y="45"/>
                  </a:lnTo>
                  <a:lnTo>
                    <a:pt x="1588" y="33"/>
                  </a:lnTo>
                  <a:lnTo>
                    <a:pt x="1505" y="23"/>
                  </a:lnTo>
                  <a:lnTo>
                    <a:pt x="1425" y="16"/>
                  </a:lnTo>
                  <a:lnTo>
                    <a:pt x="1347" y="11"/>
                  </a:lnTo>
                  <a:lnTo>
                    <a:pt x="1274" y="5"/>
                  </a:lnTo>
                  <a:lnTo>
                    <a:pt x="1202" y="2"/>
                  </a:lnTo>
                  <a:lnTo>
                    <a:pt x="1135" y="0"/>
                  </a:lnTo>
                  <a:lnTo>
                    <a:pt x="1070" y="0"/>
                  </a:lnTo>
                  <a:lnTo>
                    <a:pt x="1009" y="2"/>
                  </a:lnTo>
                  <a:lnTo>
                    <a:pt x="954" y="4"/>
                  </a:lnTo>
                  <a:lnTo>
                    <a:pt x="853" y="9"/>
                  </a:lnTo>
                  <a:lnTo>
                    <a:pt x="771" y="18"/>
                  </a:lnTo>
                  <a:lnTo>
                    <a:pt x="737" y="23"/>
                  </a:lnTo>
                  <a:lnTo>
                    <a:pt x="709" y="28"/>
                  </a:lnTo>
                  <a:lnTo>
                    <a:pt x="684" y="33"/>
                  </a:lnTo>
                  <a:lnTo>
                    <a:pt x="665" y="39"/>
                  </a:lnTo>
                  <a:lnTo>
                    <a:pt x="665" y="39"/>
                  </a:lnTo>
                  <a:lnTo>
                    <a:pt x="636" y="49"/>
                  </a:lnTo>
                  <a:lnTo>
                    <a:pt x="608" y="56"/>
                  </a:lnTo>
                  <a:lnTo>
                    <a:pt x="580" y="63"/>
                  </a:lnTo>
                  <a:lnTo>
                    <a:pt x="554" y="68"/>
                  </a:lnTo>
                  <a:lnTo>
                    <a:pt x="530" y="72"/>
                  </a:lnTo>
                  <a:lnTo>
                    <a:pt x="504" y="73"/>
                  </a:lnTo>
                  <a:lnTo>
                    <a:pt x="479" y="73"/>
                  </a:lnTo>
                  <a:lnTo>
                    <a:pt x="455" y="73"/>
                  </a:lnTo>
                  <a:lnTo>
                    <a:pt x="403" y="72"/>
                  </a:lnTo>
                  <a:lnTo>
                    <a:pt x="347" y="66"/>
                  </a:lnTo>
                  <a:lnTo>
                    <a:pt x="210" y="49"/>
                  </a:lnTo>
                  <a:lnTo>
                    <a:pt x="210" y="49"/>
                  </a:lnTo>
                  <a:lnTo>
                    <a:pt x="139" y="42"/>
                  </a:lnTo>
                  <a:lnTo>
                    <a:pt x="87" y="39"/>
                  </a:lnTo>
                  <a:lnTo>
                    <a:pt x="50" y="39"/>
                  </a:lnTo>
                  <a:lnTo>
                    <a:pt x="24" y="40"/>
                  </a:lnTo>
                  <a:lnTo>
                    <a:pt x="10" y="42"/>
                  </a:lnTo>
                  <a:lnTo>
                    <a:pt x="1" y="45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90" y="80"/>
                  </a:lnTo>
                  <a:lnTo>
                    <a:pt x="337" y="164"/>
                  </a:lnTo>
                  <a:lnTo>
                    <a:pt x="504" y="223"/>
                  </a:lnTo>
                  <a:lnTo>
                    <a:pt x="695" y="291"/>
                  </a:lnTo>
                  <a:lnTo>
                    <a:pt x="902" y="369"/>
                  </a:lnTo>
                  <a:lnTo>
                    <a:pt x="1121" y="452"/>
                  </a:lnTo>
                  <a:lnTo>
                    <a:pt x="1348" y="543"/>
                  </a:lnTo>
                  <a:lnTo>
                    <a:pt x="1463" y="591"/>
                  </a:lnTo>
                  <a:lnTo>
                    <a:pt x="1576" y="638"/>
                  </a:lnTo>
                  <a:lnTo>
                    <a:pt x="1689" y="689"/>
                  </a:lnTo>
                  <a:lnTo>
                    <a:pt x="1800" y="737"/>
                  </a:lnTo>
                  <a:lnTo>
                    <a:pt x="1910" y="788"/>
                  </a:lnTo>
                  <a:lnTo>
                    <a:pt x="2016" y="840"/>
                  </a:lnTo>
                  <a:lnTo>
                    <a:pt x="2120" y="890"/>
                  </a:lnTo>
                  <a:lnTo>
                    <a:pt x="2217" y="942"/>
                  </a:lnTo>
                  <a:lnTo>
                    <a:pt x="2311" y="993"/>
                  </a:lnTo>
                  <a:lnTo>
                    <a:pt x="2400" y="1043"/>
                  </a:lnTo>
                  <a:lnTo>
                    <a:pt x="2481" y="1095"/>
                  </a:lnTo>
                  <a:lnTo>
                    <a:pt x="2556" y="1146"/>
                  </a:lnTo>
                  <a:lnTo>
                    <a:pt x="2624" y="1194"/>
                  </a:lnTo>
                  <a:lnTo>
                    <a:pt x="2653" y="1219"/>
                  </a:lnTo>
                  <a:lnTo>
                    <a:pt x="2683" y="1243"/>
                  </a:lnTo>
                  <a:lnTo>
                    <a:pt x="2683" y="1243"/>
                  </a:lnTo>
                  <a:lnTo>
                    <a:pt x="2806" y="1354"/>
                  </a:lnTo>
                  <a:lnTo>
                    <a:pt x="2956" y="1493"/>
                  </a:lnTo>
                  <a:lnTo>
                    <a:pt x="3126" y="1655"/>
                  </a:lnTo>
                  <a:lnTo>
                    <a:pt x="3216" y="1744"/>
                  </a:lnTo>
                  <a:lnTo>
                    <a:pt x="3310" y="1836"/>
                  </a:lnTo>
                  <a:lnTo>
                    <a:pt x="3408" y="1935"/>
                  </a:lnTo>
                  <a:lnTo>
                    <a:pt x="3507" y="2037"/>
                  </a:lnTo>
                  <a:lnTo>
                    <a:pt x="3608" y="2142"/>
                  </a:lnTo>
                  <a:lnTo>
                    <a:pt x="3708" y="2251"/>
                  </a:lnTo>
                  <a:lnTo>
                    <a:pt x="3811" y="2362"/>
                  </a:lnTo>
                  <a:lnTo>
                    <a:pt x="3912" y="2477"/>
                  </a:lnTo>
                  <a:lnTo>
                    <a:pt x="4011" y="2593"/>
                  </a:lnTo>
                  <a:lnTo>
                    <a:pt x="4110" y="2713"/>
                  </a:lnTo>
                  <a:lnTo>
                    <a:pt x="4207" y="2832"/>
                  </a:lnTo>
                  <a:lnTo>
                    <a:pt x="4299" y="2953"/>
                  </a:lnTo>
                  <a:lnTo>
                    <a:pt x="4390" y="3075"/>
                  </a:lnTo>
                  <a:lnTo>
                    <a:pt x="4476" y="3197"/>
                  </a:lnTo>
                  <a:lnTo>
                    <a:pt x="4558" y="3318"/>
                  </a:lnTo>
                  <a:lnTo>
                    <a:pt x="4596" y="3379"/>
                  </a:lnTo>
                  <a:lnTo>
                    <a:pt x="4635" y="3440"/>
                  </a:lnTo>
                  <a:lnTo>
                    <a:pt x="4669" y="3501"/>
                  </a:lnTo>
                  <a:lnTo>
                    <a:pt x="4704" y="3560"/>
                  </a:lnTo>
                  <a:lnTo>
                    <a:pt x="4737" y="3621"/>
                  </a:lnTo>
                  <a:lnTo>
                    <a:pt x="4768" y="3680"/>
                  </a:lnTo>
                  <a:lnTo>
                    <a:pt x="4798" y="3739"/>
                  </a:lnTo>
                  <a:lnTo>
                    <a:pt x="4826" y="3798"/>
                  </a:lnTo>
                  <a:lnTo>
                    <a:pt x="4852" y="3855"/>
                  </a:lnTo>
                  <a:lnTo>
                    <a:pt x="4874" y="3913"/>
                  </a:lnTo>
                  <a:lnTo>
                    <a:pt x="4897" y="3970"/>
                  </a:lnTo>
                  <a:lnTo>
                    <a:pt x="4916" y="4026"/>
                  </a:lnTo>
                  <a:lnTo>
                    <a:pt x="4933" y="4081"/>
                  </a:lnTo>
                  <a:lnTo>
                    <a:pt x="4949" y="4137"/>
                  </a:lnTo>
                  <a:lnTo>
                    <a:pt x="4961" y="4191"/>
                  </a:lnTo>
                  <a:lnTo>
                    <a:pt x="4972" y="4245"/>
                  </a:lnTo>
                  <a:lnTo>
                    <a:pt x="4979" y="4297"/>
                  </a:lnTo>
                  <a:lnTo>
                    <a:pt x="4984" y="4349"/>
                  </a:lnTo>
                  <a:lnTo>
                    <a:pt x="4986" y="4399"/>
                  </a:lnTo>
                  <a:lnTo>
                    <a:pt x="4986" y="4448"/>
                  </a:lnTo>
                  <a:lnTo>
                    <a:pt x="4982" y="4497"/>
                  </a:lnTo>
                  <a:lnTo>
                    <a:pt x="4977" y="4545"/>
                  </a:lnTo>
                  <a:lnTo>
                    <a:pt x="4977" y="4545"/>
                  </a:lnTo>
                  <a:lnTo>
                    <a:pt x="4998" y="4551"/>
                  </a:lnTo>
                  <a:lnTo>
                    <a:pt x="5017" y="4554"/>
                  </a:lnTo>
                  <a:lnTo>
                    <a:pt x="5034" y="4556"/>
                  </a:lnTo>
                  <a:lnTo>
                    <a:pt x="5048" y="4554"/>
                  </a:lnTo>
                  <a:lnTo>
                    <a:pt x="5060" y="4551"/>
                  </a:lnTo>
                  <a:lnTo>
                    <a:pt x="5069" y="4545"/>
                  </a:lnTo>
                  <a:lnTo>
                    <a:pt x="5076" y="4538"/>
                  </a:lnTo>
                  <a:lnTo>
                    <a:pt x="5083" y="4531"/>
                  </a:lnTo>
                  <a:lnTo>
                    <a:pt x="5086" y="4525"/>
                  </a:lnTo>
                  <a:lnTo>
                    <a:pt x="5090" y="4518"/>
                  </a:lnTo>
                  <a:lnTo>
                    <a:pt x="5093" y="4504"/>
                  </a:lnTo>
                  <a:lnTo>
                    <a:pt x="5095" y="4491"/>
                  </a:lnTo>
                  <a:lnTo>
                    <a:pt x="5095" y="4488"/>
                  </a:lnTo>
                  <a:lnTo>
                    <a:pt x="5095" y="4488"/>
                  </a:lnTo>
                  <a:lnTo>
                    <a:pt x="5107" y="4465"/>
                  </a:lnTo>
                  <a:lnTo>
                    <a:pt x="5140" y="4401"/>
                  </a:lnTo>
                  <a:lnTo>
                    <a:pt x="5187" y="4304"/>
                  </a:lnTo>
                  <a:lnTo>
                    <a:pt x="5213" y="4246"/>
                  </a:lnTo>
                  <a:lnTo>
                    <a:pt x="5241" y="4186"/>
                  </a:lnTo>
                  <a:lnTo>
                    <a:pt x="5269" y="4121"/>
                  </a:lnTo>
                  <a:lnTo>
                    <a:pt x="5295" y="4053"/>
                  </a:lnTo>
                  <a:lnTo>
                    <a:pt x="5321" y="3986"/>
                  </a:lnTo>
                  <a:lnTo>
                    <a:pt x="5344" y="3916"/>
                  </a:lnTo>
                  <a:lnTo>
                    <a:pt x="5364" y="3850"/>
                  </a:lnTo>
                  <a:lnTo>
                    <a:pt x="5380" y="3784"/>
                  </a:lnTo>
                  <a:lnTo>
                    <a:pt x="5387" y="3753"/>
                  </a:lnTo>
                  <a:lnTo>
                    <a:pt x="5392" y="3723"/>
                  </a:lnTo>
                  <a:lnTo>
                    <a:pt x="5396" y="3694"/>
                  </a:lnTo>
                  <a:lnTo>
                    <a:pt x="5397" y="3666"/>
                  </a:lnTo>
                  <a:lnTo>
                    <a:pt x="5397" y="3666"/>
                  </a:lnTo>
                  <a:lnTo>
                    <a:pt x="5406" y="3546"/>
                  </a:lnTo>
                  <a:lnTo>
                    <a:pt x="5417" y="3405"/>
                  </a:lnTo>
                  <a:lnTo>
                    <a:pt x="5425" y="3250"/>
                  </a:lnTo>
                  <a:lnTo>
                    <a:pt x="5429" y="3169"/>
                  </a:lnTo>
                  <a:lnTo>
                    <a:pt x="5431" y="3087"/>
                  </a:lnTo>
                  <a:lnTo>
                    <a:pt x="5431" y="3004"/>
                  </a:lnTo>
                  <a:lnTo>
                    <a:pt x="5427" y="2920"/>
                  </a:lnTo>
                  <a:lnTo>
                    <a:pt x="5422" y="2839"/>
                  </a:lnTo>
                  <a:lnTo>
                    <a:pt x="5413" y="2759"/>
                  </a:lnTo>
                  <a:lnTo>
                    <a:pt x="5408" y="2719"/>
                  </a:lnTo>
                  <a:lnTo>
                    <a:pt x="5401" y="2679"/>
                  </a:lnTo>
                  <a:lnTo>
                    <a:pt x="5394" y="2640"/>
                  </a:lnTo>
                  <a:lnTo>
                    <a:pt x="5385" y="2604"/>
                  </a:lnTo>
                  <a:lnTo>
                    <a:pt x="5375" y="2567"/>
                  </a:lnTo>
                  <a:lnTo>
                    <a:pt x="5364" y="2531"/>
                  </a:lnTo>
                  <a:lnTo>
                    <a:pt x="5352" y="2496"/>
                  </a:lnTo>
                  <a:lnTo>
                    <a:pt x="5338" y="2463"/>
                  </a:lnTo>
                  <a:lnTo>
                    <a:pt x="5338" y="246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9846D"/>
                </a:gs>
                <a:gs pos="100000">
                  <a:srgbClr val="755D3E"/>
                </a:gs>
                <a:gs pos="40000">
                  <a:srgbClr val="B39375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innerShdw blurRad="111125" dist="50800" dir="2700000">
                <a:srgbClr val="000000">
                  <a:alpha val="50000"/>
                </a:srgb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748CC98-0C19-23F3-9BC0-DBCCBFBF6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513" y="2813050"/>
              <a:ext cx="4070350" cy="4044950"/>
            </a:xfrm>
            <a:custGeom>
              <a:avLst/>
              <a:gdLst/>
              <a:ahLst/>
              <a:cxnLst>
                <a:cxn ang="0">
                  <a:pos x="2794" y="1170"/>
                </a:cxn>
                <a:cxn ang="0">
                  <a:pos x="2622" y="1046"/>
                </a:cxn>
                <a:cxn ang="0">
                  <a:pos x="2358" y="893"/>
                </a:cxn>
                <a:cxn ang="0">
                  <a:pos x="2051" y="739"/>
                </a:cxn>
                <a:cxn ang="0">
                  <a:pos x="1717" y="589"/>
                </a:cxn>
                <a:cxn ang="0">
                  <a:pos x="1262" y="403"/>
                </a:cxn>
                <a:cxn ang="0">
                  <a:pos x="645" y="174"/>
                </a:cxn>
                <a:cxn ang="0">
                  <a:pos x="141" y="0"/>
                </a:cxn>
                <a:cxn ang="0">
                  <a:pos x="132" y="9"/>
                </a:cxn>
                <a:cxn ang="0">
                  <a:pos x="116" y="36"/>
                </a:cxn>
                <a:cxn ang="0">
                  <a:pos x="111" y="78"/>
                </a:cxn>
                <a:cxn ang="0">
                  <a:pos x="122" y="139"/>
                </a:cxn>
                <a:cxn ang="0">
                  <a:pos x="141" y="195"/>
                </a:cxn>
                <a:cxn ang="0">
                  <a:pos x="144" y="240"/>
                </a:cxn>
                <a:cxn ang="0">
                  <a:pos x="118" y="419"/>
                </a:cxn>
                <a:cxn ang="0">
                  <a:pos x="52" y="773"/>
                </a:cxn>
                <a:cxn ang="0">
                  <a:pos x="17" y="1041"/>
                </a:cxn>
                <a:cxn ang="0">
                  <a:pos x="0" y="1337"/>
                </a:cxn>
                <a:cxn ang="0">
                  <a:pos x="7" y="1597"/>
                </a:cxn>
                <a:cxn ang="0">
                  <a:pos x="23" y="1757"/>
                </a:cxn>
                <a:cxn ang="0">
                  <a:pos x="50" y="1921"/>
                </a:cxn>
                <a:cxn ang="0">
                  <a:pos x="92" y="2082"/>
                </a:cxn>
                <a:cxn ang="0">
                  <a:pos x="146" y="2244"/>
                </a:cxn>
                <a:cxn ang="0">
                  <a:pos x="215" y="2404"/>
                </a:cxn>
                <a:cxn ang="0">
                  <a:pos x="302" y="2560"/>
                </a:cxn>
                <a:cxn ang="0">
                  <a:pos x="407" y="2711"/>
                </a:cxn>
                <a:cxn ang="0">
                  <a:pos x="532" y="2857"/>
                </a:cxn>
                <a:cxn ang="0">
                  <a:pos x="674" y="3003"/>
                </a:cxn>
                <a:cxn ang="0">
                  <a:pos x="980" y="3330"/>
                </a:cxn>
                <a:cxn ang="0">
                  <a:pos x="1427" y="3812"/>
                </a:cxn>
                <a:cxn ang="0">
                  <a:pos x="1790" y="4175"/>
                </a:cxn>
                <a:cxn ang="0">
                  <a:pos x="1983" y="4347"/>
                </a:cxn>
                <a:cxn ang="0">
                  <a:pos x="2181" y="4510"/>
                </a:cxn>
                <a:cxn ang="0">
                  <a:pos x="2386" y="4660"/>
                </a:cxn>
                <a:cxn ang="0">
                  <a:pos x="2600" y="4792"/>
                </a:cxn>
                <a:cxn ang="0">
                  <a:pos x="2819" y="4905"/>
                </a:cxn>
                <a:cxn ang="0">
                  <a:pos x="3045" y="4993"/>
                </a:cxn>
                <a:cxn ang="0">
                  <a:pos x="3278" y="5058"/>
                </a:cxn>
                <a:cxn ang="0">
                  <a:pos x="3519" y="5091"/>
                </a:cxn>
                <a:cxn ang="0">
                  <a:pos x="3766" y="5093"/>
                </a:cxn>
                <a:cxn ang="0">
                  <a:pos x="4021" y="5058"/>
                </a:cxn>
                <a:cxn ang="0">
                  <a:pos x="4240" y="4999"/>
                </a:cxn>
                <a:cxn ang="0">
                  <a:pos x="4374" y="4950"/>
                </a:cxn>
                <a:cxn ang="0">
                  <a:pos x="4555" y="4868"/>
                </a:cxn>
                <a:cxn ang="0">
                  <a:pos x="4833" y="4707"/>
                </a:cxn>
                <a:cxn ang="0">
                  <a:pos x="5118" y="4496"/>
                </a:cxn>
                <a:cxn ang="0">
                  <a:pos x="5127" y="4399"/>
                </a:cxn>
                <a:cxn ang="0">
                  <a:pos x="5120" y="4248"/>
                </a:cxn>
                <a:cxn ang="0">
                  <a:pos x="5090" y="4088"/>
                </a:cxn>
                <a:cxn ang="0">
                  <a:pos x="5038" y="3921"/>
                </a:cxn>
                <a:cxn ang="0">
                  <a:pos x="4967" y="3749"/>
                </a:cxn>
                <a:cxn ang="0">
                  <a:pos x="4878" y="3572"/>
                </a:cxn>
                <a:cxn ang="0">
                  <a:pos x="4776" y="3391"/>
                </a:cxn>
                <a:cxn ang="0">
                  <a:pos x="4617" y="3148"/>
                </a:cxn>
                <a:cxn ang="0">
                  <a:pos x="4348" y="2783"/>
                </a:cxn>
                <a:cxn ang="0">
                  <a:pos x="4053" y="2428"/>
                </a:cxn>
                <a:cxn ang="0">
                  <a:pos x="3749" y="2093"/>
                </a:cxn>
                <a:cxn ang="0">
                  <a:pos x="3451" y="1787"/>
                </a:cxn>
                <a:cxn ang="0">
                  <a:pos x="3097" y="1444"/>
                </a:cxn>
                <a:cxn ang="0">
                  <a:pos x="2824" y="1194"/>
                </a:cxn>
              </a:cxnLst>
              <a:rect l="0" t="0" r="r" b="b"/>
              <a:pathLst>
                <a:path w="5127" h="5096">
                  <a:moveTo>
                    <a:pt x="2824" y="1194"/>
                  </a:moveTo>
                  <a:lnTo>
                    <a:pt x="2824" y="1194"/>
                  </a:lnTo>
                  <a:lnTo>
                    <a:pt x="2794" y="1170"/>
                  </a:lnTo>
                  <a:lnTo>
                    <a:pt x="2765" y="1145"/>
                  </a:lnTo>
                  <a:lnTo>
                    <a:pt x="2697" y="1097"/>
                  </a:lnTo>
                  <a:lnTo>
                    <a:pt x="2622" y="1046"/>
                  </a:lnTo>
                  <a:lnTo>
                    <a:pt x="2541" y="994"/>
                  </a:lnTo>
                  <a:lnTo>
                    <a:pt x="2452" y="944"/>
                  </a:lnTo>
                  <a:lnTo>
                    <a:pt x="2358" y="893"/>
                  </a:lnTo>
                  <a:lnTo>
                    <a:pt x="2261" y="841"/>
                  </a:lnTo>
                  <a:lnTo>
                    <a:pt x="2157" y="791"/>
                  </a:lnTo>
                  <a:lnTo>
                    <a:pt x="2051" y="739"/>
                  </a:lnTo>
                  <a:lnTo>
                    <a:pt x="1941" y="688"/>
                  </a:lnTo>
                  <a:lnTo>
                    <a:pt x="1830" y="640"/>
                  </a:lnTo>
                  <a:lnTo>
                    <a:pt x="1717" y="589"/>
                  </a:lnTo>
                  <a:lnTo>
                    <a:pt x="1604" y="542"/>
                  </a:lnTo>
                  <a:lnTo>
                    <a:pt x="1489" y="494"/>
                  </a:lnTo>
                  <a:lnTo>
                    <a:pt x="1262" y="403"/>
                  </a:lnTo>
                  <a:lnTo>
                    <a:pt x="1043" y="320"/>
                  </a:lnTo>
                  <a:lnTo>
                    <a:pt x="836" y="242"/>
                  </a:lnTo>
                  <a:lnTo>
                    <a:pt x="645" y="174"/>
                  </a:lnTo>
                  <a:lnTo>
                    <a:pt x="478" y="115"/>
                  </a:lnTo>
                  <a:lnTo>
                    <a:pt x="231" y="31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37" y="2"/>
                  </a:lnTo>
                  <a:lnTo>
                    <a:pt x="132" y="9"/>
                  </a:lnTo>
                  <a:lnTo>
                    <a:pt x="123" y="19"/>
                  </a:lnTo>
                  <a:lnTo>
                    <a:pt x="120" y="28"/>
                  </a:lnTo>
                  <a:lnTo>
                    <a:pt x="116" y="36"/>
                  </a:lnTo>
                  <a:lnTo>
                    <a:pt x="113" y="49"/>
                  </a:lnTo>
                  <a:lnTo>
                    <a:pt x="113" y="63"/>
                  </a:lnTo>
                  <a:lnTo>
                    <a:pt x="111" y="78"/>
                  </a:lnTo>
                  <a:lnTo>
                    <a:pt x="113" y="96"/>
                  </a:lnTo>
                  <a:lnTo>
                    <a:pt x="116" y="116"/>
                  </a:lnTo>
                  <a:lnTo>
                    <a:pt x="122" y="139"/>
                  </a:lnTo>
                  <a:lnTo>
                    <a:pt x="130" y="165"/>
                  </a:lnTo>
                  <a:lnTo>
                    <a:pt x="141" y="195"/>
                  </a:lnTo>
                  <a:lnTo>
                    <a:pt x="141" y="195"/>
                  </a:lnTo>
                  <a:lnTo>
                    <a:pt x="142" y="203"/>
                  </a:lnTo>
                  <a:lnTo>
                    <a:pt x="144" y="214"/>
                  </a:lnTo>
                  <a:lnTo>
                    <a:pt x="144" y="240"/>
                  </a:lnTo>
                  <a:lnTo>
                    <a:pt x="142" y="275"/>
                  </a:lnTo>
                  <a:lnTo>
                    <a:pt x="135" y="316"/>
                  </a:lnTo>
                  <a:lnTo>
                    <a:pt x="118" y="419"/>
                  </a:lnTo>
                  <a:lnTo>
                    <a:pt x="94" y="546"/>
                  </a:lnTo>
                  <a:lnTo>
                    <a:pt x="66" y="693"/>
                  </a:lnTo>
                  <a:lnTo>
                    <a:pt x="52" y="773"/>
                  </a:lnTo>
                  <a:lnTo>
                    <a:pt x="40" y="859"/>
                  </a:lnTo>
                  <a:lnTo>
                    <a:pt x="28" y="947"/>
                  </a:lnTo>
                  <a:lnTo>
                    <a:pt x="17" y="1041"/>
                  </a:lnTo>
                  <a:lnTo>
                    <a:pt x="9" y="1137"/>
                  </a:lnTo>
                  <a:lnTo>
                    <a:pt x="3" y="1236"/>
                  </a:lnTo>
                  <a:lnTo>
                    <a:pt x="0" y="1337"/>
                  </a:lnTo>
                  <a:lnTo>
                    <a:pt x="0" y="1439"/>
                  </a:lnTo>
                  <a:lnTo>
                    <a:pt x="3" y="1543"/>
                  </a:lnTo>
                  <a:lnTo>
                    <a:pt x="7" y="1597"/>
                  </a:lnTo>
                  <a:lnTo>
                    <a:pt x="10" y="1649"/>
                  </a:lnTo>
                  <a:lnTo>
                    <a:pt x="17" y="1703"/>
                  </a:lnTo>
                  <a:lnTo>
                    <a:pt x="23" y="1757"/>
                  </a:lnTo>
                  <a:lnTo>
                    <a:pt x="31" y="1811"/>
                  </a:lnTo>
                  <a:lnTo>
                    <a:pt x="40" y="1865"/>
                  </a:lnTo>
                  <a:lnTo>
                    <a:pt x="50" y="1921"/>
                  </a:lnTo>
                  <a:lnTo>
                    <a:pt x="62" y="1974"/>
                  </a:lnTo>
                  <a:lnTo>
                    <a:pt x="76" y="2028"/>
                  </a:lnTo>
                  <a:lnTo>
                    <a:pt x="92" y="2082"/>
                  </a:lnTo>
                  <a:lnTo>
                    <a:pt x="108" y="2136"/>
                  </a:lnTo>
                  <a:lnTo>
                    <a:pt x="125" y="2190"/>
                  </a:lnTo>
                  <a:lnTo>
                    <a:pt x="146" y="2244"/>
                  </a:lnTo>
                  <a:lnTo>
                    <a:pt x="167" y="2298"/>
                  </a:lnTo>
                  <a:lnTo>
                    <a:pt x="189" y="2350"/>
                  </a:lnTo>
                  <a:lnTo>
                    <a:pt x="215" y="2404"/>
                  </a:lnTo>
                  <a:lnTo>
                    <a:pt x="241" y="2456"/>
                  </a:lnTo>
                  <a:lnTo>
                    <a:pt x="271" y="2508"/>
                  </a:lnTo>
                  <a:lnTo>
                    <a:pt x="302" y="2560"/>
                  </a:lnTo>
                  <a:lnTo>
                    <a:pt x="335" y="2611"/>
                  </a:lnTo>
                  <a:lnTo>
                    <a:pt x="370" y="2661"/>
                  </a:lnTo>
                  <a:lnTo>
                    <a:pt x="407" y="2711"/>
                  </a:lnTo>
                  <a:lnTo>
                    <a:pt x="447" y="2762"/>
                  </a:lnTo>
                  <a:lnTo>
                    <a:pt x="488" y="2810"/>
                  </a:lnTo>
                  <a:lnTo>
                    <a:pt x="532" y="2857"/>
                  </a:lnTo>
                  <a:lnTo>
                    <a:pt x="579" y="2906"/>
                  </a:lnTo>
                  <a:lnTo>
                    <a:pt x="579" y="2906"/>
                  </a:lnTo>
                  <a:lnTo>
                    <a:pt x="674" y="3003"/>
                  </a:lnTo>
                  <a:lnTo>
                    <a:pt x="773" y="3106"/>
                  </a:lnTo>
                  <a:lnTo>
                    <a:pt x="876" y="3215"/>
                  </a:lnTo>
                  <a:lnTo>
                    <a:pt x="980" y="3330"/>
                  </a:lnTo>
                  <a:lnTo>
                    <a:pt x="1197" y="3568"/>
                  </a:lnTo>
                  <a:lnTo>
                    <a:pt x="1310" y="3690"/>
                  </a:lnTo>
                  <a:lnTo>
                    <a:pt x="1427" y="3812"/>
                  </a:lnTo>
                  <a:lnTo>
                    <a:pt x="1545" y="3935"/>
                  </a:lnTo>
                  <a:lnTo>
                    <a:pt x="1667" y="4055"/>
                  </a:lnTo>
                  <a:lnTo>
                    <a:pt x="1790" y="4175"/>
                  </a:lnTo>
                  <a:lnTo>
                    <a:pt x="1854" y="4234"/>
                  </a:lnTo>
                  <a:lnTo>
                    <a:pt x="1919" y="4291"/>
                  </a:lnTo>
                  <a:lnTo>
                    <a:pt x="1983" y="4347"/>
                  </a:lnTo>
                  <a:lnTo>
                    <a:pt x="2049" y="4403"/>
                  </a:lnTo>
                  <a:lnTo>
                    <a:pt x="2115" y="4456"/>
                  </a:lnTo>
                  <a:lnTo>
                    <a:pt x="2181" y="4510"/>
                  </a:lnTo>
                  <a:lnTo>
                    <a:pt x="2249" y="4561"/>
                  </a:lnTo>
                  <a:lnTo>
                    <a:pt x="2318" y="4611"/>
                  </a:lnTo>
                  <a:lnTo>
                    <a:pt x="2386" y="4660"/>
                  </a:lnTo>
                  <a:lnTo>
                    <a:pt x="2457" y="4705"/>
                  </a:lnTo>
                  <a:lnTo>
                    <a:pt x="2527" y="4750"/>
                  </a:lnTo>
                  <a:lnTo>
                    <a:pt x="2600" y="4792"/>
                  </a:lnTo>
                  <a:lnTo>
                    <a:pt x="2671" y="4832"/>
                  </a:lnTo>
                  <a:lnTo>
                    <a:pt x="2744" y="4868"/>
                  </a:lnTo>
                  <a:lnTo>
                    <a:pt x="2819" y="4905"/>
                  </a:lnTo>
                  <a:lnTo>
                    <a:pt x="2893" y="4936"/>
                  </a:lnTo>
                  <a:lnTo>
                    <a:pt x="2968" y="4967"/>
                  </a:lnTo>
                  <a:lnTo>
                    <a:pt x="3045" y="4993"/>
                  </a:lnTo>
                  <a:lnTo>
                    <a:pt x="3121" y="5018"/>
                  </a:lnTo>
                  <a:lnTo>
                    <a:pt x="3199" y="5039"/>
                  </a:lnTo>
                  <a:lnTo>
                    <a:pt x="3278" y="5058"/>
                  </a:lnTo>
                  <a:lnTo>
                    <a:pt x="3357" y="5072"/>
                  </a:lnTo>
                  <a:lnTo>
                    <a:pt x="3437" y="5084"/>
                  </a:lnTo>
                  <a:lnTo>
                    <a:pt x="3519" y="5091"/>
                  </a:lnTo>
                  <a:lnTo>
                    <a:pt x="3601" y="5096"/>
                  </a:lnTo>
                  <a:lnTo>
                    <a:pt x="3682" y="5096"/>
                  </a:lnTo>
                  <a:lnTo>
                    <a:pt x="3766" y="5093"/>
                  </a:lnTo>
                  <a:lnTo>
                    <a:pt x="3851" y="5086"/>
                  </a:lnTo>
                  <a:lnTo>
                    <a:pt x="3936" y="5073"/>
                  </a:lnTo>
                  <a:lnTo>
                    <a:pt x="4021" y="5058"/>
                  </a:lnTo>
                  <a:lnTo>
                    <a:pt x="4108" y="5039"/>
                  </a:lnTo>
                  <a:lnTo>
                    <a:pt x="4195" y="5013"/>
                  </a:lnTo>
                  <a:lnTo>
                    <a:pt x="4240" y="4999"/>
                  </a:lnTo>
                  <a:lnTo>
                    <a:pt x="4284" y="4985"/>
                  </a:lnTo>
                  <a:lnTo>
                    <a:pt x="4329" y="4967"/>
                  </a:lnTo>
                  <a:lnTo>
                    <a:pt x="4374" y="4950"/>
                  </a:lnTo>
                  <a:lnTo>
                    <a:pt x="4418" y="4931"/>
                  </a:lnTo>
                  <a:lnTo>
                    <a:pt x="4463" y="4912"/>
                  </a:lnTo>
                  <a:lnTo>
                    <a:pt x="4555" y="4868"/>
                  </a:lnTo>
                  <a:lnTo>
                    <a:pt x="4645" y="4820"/>
                  </a:lnTo>
                  <a:lnTo>
                    <a:pt x="4739" y="4766"/>
                  </a:lnTo>
                  <a:lnTo>
                    <a:pt x="4833" y="4707"/>
                  </a:lnTo>
                  <a:lnTo>
                    <a:pt x="4927" y="4642"/>
                  </a:lnTo>
                  <a:lnTo>
                    <a:pt x="5022" y="4571"/>
                  </a:lnTo>
                  <a:lnTo>
                    <a:pt x="5118" y="4496"/>
                  </a:lnTo>
                  <a:lnTo>
                    <a:pt x="5118" y="4496"/>
                  </a:lnTo>
                  <a:lnTo>
                    <a:pt x="5123" y="4448"/>
                  </a:lnTo>
                  <a:lnTo>
                    <a:pt x="5127" y="4399"/>
                  </a:lnTo>
                  <a:lnTo>
                    <a:pt x="5127" y="4350"/>
                  </a:lnTo>
                  <a:lnTo>
                    <a:pt x="5125" y="4300"/>
                  </a:lnTo>
                  <a:lnTo>
                    <a:pt x="5120" y="4248"/>
                  </a:lnTo>
                  <a:lnTo>
                    <a:pt x="5113" y="4196"/>
                  </a:lnTo>
                  <a:lnTo>
                    <a:pt x="5102" y="4142"/>
                  </a:lnTo>
                  <a:lnTo>
                    <a:pt x="5090" y="4088"/>
                  </a:lnTo>
                  <a:lnTo>
                    <a:pt x="5074" y="4032"/>
                  </a:lnTo>
                  <a:lnTo>
                    <a:pt x="5057" y="3977"/>
                  </a:lnTo>
                  <a:lnTo>
                    <a:pt x="5038" y="3921"/>
                  </a:lnTo>
                  <a:lnTo>
                    <a:pt x="5015" y="3864"/>
                  </a:lnTo>
                  <a:lnTo>
                    <a:pt x="4993" y="3806"/>
                  </a:lnTo>
                  <a:lnTo>
                    <a:pt x="4967" y="3749"/>
                  </a:lnTo>
                  <a:lnTo>
                    <a:pt x="4939" y="3690"/>
                  </a:lnTo>
                  <a:lnTo>
                    <a:pt x="4909" y="3631"/>
                  </a:lnTo>
                  <a:lnTo>
                    <a:pt x="4878" y="3572"/>
                  </a:lnTo>
                  <a:lnTo>
                    <a:pt x="4845" y="3511"/>
                  </a:lnTo>
                  <a:lnTo>
                    <a:pt x="4810" y="3452"/>
                  </a:lnTo>
                  <a:lnTo>
                    <a:pt x="4776" y="3391"/>
                  </a:lnTo>
                  <a:lnTo>
                    <a:pt x="4737" y="3330"/>
                  </a:lnTo>
                  <a:lnTo>
                    <a:pt x="4699" y="3269"/>
                  </a:lnTo>
                  <a:lnTo>
                    <a:pt x="4617" y="3148"/>
                  </a:lnTo>
                  <a:lnTo>
                    <a:pt x="4531" y="3026"/>
                  </a:lnTo>
                  <a:lnTo>
                    <a:pt x="4440" y="2904"/>
                  </a:lnTo>
                  <a:lnTo>
                    <a:pt x="4348" y="2783"/>
                  </a:lnTo>
                  <a:lnTo>
                    <a:pt x="4251" y="2664"/>
                  </a:lnTo>
                  <a:lnTo>
                    <a:pt x="4152" y="2544"/>
                  </a:lnTo>
                  <a:lnTo>
                    <a:pt x="4053" y="2428"/>
                  </a:lnTo>
                  <a:lnTo>
                    <a:pt x="3952" y="2313"/>
                  </a:lnTo>
                  <a:lnTo>
                    <a:pt x="3849" y="2202"/>
                  </a:lnTo>
                  <a:lnTo>
                    <a:pt x="3749" y="2093"/>
                  </a:lnTo>
                  <a:lnTo>
                    <a:pt x="3648" y="1988"/>
                  </a:lnTo>
                  <a:lnTo>
                    <a:pt x="3549" y="1886"/>
                  </a:lnTo>
                  <a:lnTo>
                    <a:pt x="3451" y="1787"/>
                  </a:lnTo>
                  <a:lnTo>
                    <a:pt x="3357" y="1695"/>
                  </a:lnTo>
                  <a:lnTo>
                    <a:pt x="3267" y="1606"/>
                  </a:lnTo>
                  <a:lnTo>
                    <a:pt x="3097" y="1444"/>
                  </a:lnTo>
                  <a:lnTo>
                    <a:pt x="2947" y="1305"/>
                  </a:lnTo>
                  <a:lnTo>
                    <a:pt x="2824" y="1194"/>
                  </a:lnTo>
                  <a:lnTo>
                    <a:pt x="2824" y="119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9846D"/>
                </a:gs>
                <a:gs pos="100000">
                  <a:srgbClr val="755D3E"/>
                </a:gs>
                <a:gs pos="40000">
                  <a:srgbClr val="B39375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innerShdw blurRad="111125" dist="50800" dir="2700000">
                <a:srgbClr val="000000">
                  <a:alpha val="50000"/>
                </a:srgb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9E8DC4F-6FBF-C5A1-C889-5FFEADBF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73212" y="3758312"/>
            <a:ext cx="636197" cy="2479916"/>
            <a:chOff x="2225612" y="3971068"/>
            <a:chExt cx="636197" cy="247991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846059C-156A-B0A1-A841-7DE2BE512CCC}"/>
                </a:ext>
              </a:extLst>
            </p:cNvPr>
            <p:cNvGrpSpPr/>
            <p:nvPr/>
          </p:nvGrpSpPr>
          <p:grpSpPr>
            <a:xfrm>
              <a:off x="2225612" y="5383474"/>
              <a:ext cx="365189" cy="1067510"/>
              <a:chOff x="2166342" y="5383474"/>
              <a:chExt cx="484939" cy="1067510"/>
            </a:xfrm>
          </p:grpSpPr>
          <p:grpSp>
            <p:nvGrpSpPr>
              <p:cNvPr id="18" name="Group 93">
                <a:extLst>
                  <a:ext uri="{FF2B5EF4-FFF2-40B4-BE49-F238E27FC236}">
                    <a16:creationId xmlns:a16="http://schemas.microsoft.com/office/drawing/2014/main" id="{4F614A84-CA2B-A000-2C82-2DB950FABAD8}"/>
                  </a:ext>
                </a:extLst>
              </p:cNvPr>
              <p:cNvGrpSpPr/>
              <p:nvPr/>
            </p:nvGrpSpPr>
            <p:grpSpPr>
              <a:xfrm>
                <a:off x="2166342" y="5461841"/>
                <a:ext cx="484939" cy="989143"/>
                <a:chOff x="1346207" y="3640662"/>
                <a:chExt cx="712288" cy="3117515"/>
              </a:xfrm>
            </p:grpSpPr>
            <p:sp>
              <p:nvSpPr>
                <p:cNvPr id="20" name="Freeform 7">
                  <a:extLst>
                    <a:ext uri="{FF2B5EF4-FFF2-40B4-BE49-F238E27FC236}">
                      <a16:creationId xmlns:a16="http://schemas.microsoft.com/office/drawing/2014/main" id="{896ED65A-70A9-1399-EC39-45BBAB6FDA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441" y="3674531"/>
                  <a:ext cx="318054" cy="3083646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Freeform 5">
                  <a:extLst>
                    <a:ext uri="{FF2B5EF4-FFF2-40B4-BE49-F238E27FC236}">
                      <a16:creationId xmlns:a16="http://schemas.microsoft.com/office/drawing/2014/main" id="{C2CA14B7-8AFF-FF26-A283-A081F8E703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2044" y="3640662"/>
                  <a:ext cx="169026" cy="2623559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8">
                  <a:extLst>
                    <a:ext uri="{FF2B5EF4-FFF2-40B4-BE49-F238E27FC236}">
                      <a16:creationId xmlns:a16="http://schemas.microsoft.com/office/drawing/2014/main" id="{D25F0DFE-7928-CDB9-6CCB-691528710E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7279" y="4109504"/>
                  <a:ext cx="155328" cy="65722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7">
                  <a:extLst>
                    <a:ext uri="{FF2B5EF4-FFF2-40B4-BE49-F238E27FC236}">
                      <a16:creationId xmlns:a16="http://schemas.microsoft.com/office/drawing/2014/main" id="{923D12D9-FD9E-DA9C-D412-D4664EF4BA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500495" y="3662712"/>
                  <a:ext cx="268987" cy="2560805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5">
                  <a:extLst>
                    <a:ext uri="{FF2B5EF4-FFF2-40B4-BE49-F238E27FC236}">
                      <a16:creationId xmlns:a16="http://schemas.microsoft.com/office/drawing/2014/main" id="{2D37B9A9-775E-A688-EB51-24B03631A0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854519" y="3640662"/>
                  <a:ext cx="169026" cy="2623559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Freeform 8">
                  <a:extLst>
                    <a:ext uri="{FF2B5EF4-FFF2-40B4-BE49-F238E27FC236}">
                      <a16:creationId xmlns:a16="http://schemas.microsoft.com/office/drawing/2014/main" id="{66F94183-E0BF-F9C8-4A60-C000327C24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6207" y="4101039"/>
                  <a:ext cx="155328" cy="65722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Freeform 8">
                  <a:extLst>
                    <a:ext uri="{FF2B5EF4-FFF2-40B4-BE49-F238E27FC236}">
                      <a16:creationId xmlns:a16="http://schemas.microsoft.com/office/drawing/2014/main" id="{5BC41BD9-B0CC-228C-C638-B9541B63CB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08441" flipH="1">
                  <a:off x="1634072" y="3662885"/>
                  <a:ext cx="194738" cy="1359957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">
                  <a:extLst>
                    <a:ext uri="{FF2B5EF4-FFF2-40B4-BE49-F238E27FC236}">
                      <a16:creationId xmlns:a16="http://schemas.microsoft.com/office/drawing/2014/main" id="{39D49E8C-E3F9-2C04-8EE1-245C45CF69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099981" flipH="1">
                  <a:off x="1589538" y="3682098"/>
                  <a:ext cx="430800" cy="2259594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8">
                  <a:extLst>
                    <a:ext uri="{FF2B5EF4-FFF2-40B4-BE49-F238E27FC236}">
                      <a16:creationId xmlns:a16="http://schemas.microsoft.com/office/drawing/2014/main" id="{12042805-02D8-10E8-7376-5A00A18EA5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96999" y="4907492"/>
                  <a:ext cx="82552" cy="51050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9" name="Freeform 9">
                <a:extLst>
                  <a:ext uri="{FF2B5EF4-FFF2-40B4-BE49-F238E27FC236}">
                    <a16:creationId xmlns:a16="http://schemas.microsoft.com/office/drawing/2014/main" id="{8C874FAD-1ACF-0DDB-4E8B-BE3714AA3BD6}"/>
                  </a:ext>
                </a:extLst>
              </p:cNvPr>
              <p:cNvSpPr>
                <a:spLocks/>
              </p:cNvSpPr>
              <p:nvPr/>
            </p:nvSpPr>
            <p:spPr bwMode="auto">
              <a:xfrm rot="186992">
                <a:off x="2335857" y="5383474"/>
                <a:ext cx="239968" cy="111338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7">
              <a:extLst>
                <a:ext uri="{FF2B5EF4-FFF2-40B4-BE49-F238E27FC236}">
                  <a16:creationId xmlns:a16="http://schemas.microsoft.com/office/drawing/2014/main" id="{C2864C65-0245-9560-CA0E-B1A7E88F5ECA}"/>
                </a:ext>
              </a:extLst>
            </p:cNvPr>
            <p:cNvGrpSpPr/>
            <p:nvPr/>
          </p:nvGrpSpPr>
          <p:grpSpPr>
            <a:xfrm>
              <a:off x="2415998" y="3971068"/>
              <a:ext cx="445811" cy="1476624"/>
              <a:chOff x="4267200" y="2895600"/>
              <a:chExt cx="485996" cy="1609725"/>
            </a:xfrm>
          </p:grpSpPr>
          <p:sp>
            <p:nvSpPr>
              <p:cNvPr id="11" name="Freeform 5">
                <a:extLst>
                  <a:ext uri="{FF2B5EF4-FFF2-40B4-BE49-F238E27FC236}">
                    <a16:creationId xmlns:a16="http://schemas.microsoft.com/office/drawing/2014/main" id="{DD49F778-843A-621E-C703-C0C6064F32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7200" y="2895600"/>
                <a:ext cx="254000" cy="1609725"/>
              </a:xfrm>
              <a:custGeom>
                <a:avLst/>
                <a:gdLst/>
                <a:ahLst/>
                <a:cxnLst>
                  <a:cxn ang="0">
                    <a:pos x="8" y="1945"/>
                  </a:cxn>
                  <a:cxn ang="0">
                    <a:pos x="66" y="1835"/>
                  </a:cxn>
                  <a:cxn ang="0">
                    <a:pos x="119" y="1722"/>
                  </a:cxn>
                  <a:cxn ang="0">
                    <a:pos x="167" y="1606"/>
                  </a:cxn>
                  <a:cxn ang="0">
                    <a:pos x="208" y="1489"/>
                  </a:cxn>
                  <a:cxn ang="0">
                    <a:pos x="223" y="1428"/>
                  </a:cxn>
                  <a:cxn ang="0">
                    <a:pos x="237" y="1369"/>
                  </a:cxn>
                  <a:cxn ang="0">
                    <a:pos x="246" y="1308"/>
                  </a:cxn>
                  <a:cxn ang="0">
                    <a:pos x="250" y="1249"/>
                  </a:cxn>
                  <a:cxn ang="0">
                    <a:pos x="250" y="1219"/>
                  </a:cxn>
                  <a:cxn ang="0">
                    <a:pos x="242" y="1161"/>
                  </a:cxn>
                  <a:cxn ang="0">
                    <a:pos x="233" y="1134"/>
                  </a:cxn>
                  <a:cxn ang="0">
                    <a:pos x="222" y="1107"/>
                  </a:cxn>
                  <a:cxn ang="0">
                    <a:pos x="208" y="1078"/>
                  </a:cxn>
                  <a:cxn ang="0">
                    <a:pos x="185" y="1015"/>
                  </a:cxn>
                  <a:cxn ang="0">
                    <a:pos x="167" y="953"/>
                  </a:cxn>
                  <a:cxn ang="0">
                    <a:pos x="137" y="828"/>
                  </a:cxn>
                  <a:cxn ang="0">
                    <a:pos x="116" y="700"/>
                  </a:cxn>
                  <a:cxn ang="0">
                    <a:pos x="93" y="510"/>
                  </a:cxn>
                  <a:cxn ang="0">
                    <a:pos x="89" y="446"/>
                  </a:cxn>
                  <a:cxn ang="0">
                    <a:pos x="81" y="317"/>
                  </a:cxn>
                  <a:cxn ang="0">
                    <a:pos x="78" y="254"/>
                  </a:cxn>
                  <a:cxn ang="0">
                    <a:pos x="78" y="127"/>
                  </a:cxn>
                  <a:cxn ang="0">
                    <a:pos x="79" y="94"/>
                  </a:cxn>
                  <a:cxn ang="0">
                    <a:pos x="85" y="31"/>
                  </a:cxn>
                  <a:cxn ang="0">
                    <a:pos x="92" y="0"/>
                  </a:cxn>
                  <a:cxn ang="0">
                    <a:pos x="89" y="15"/>
                  </a:cxn>
                  <a:cxn ang="0">
                    <a:pos x="85" y="63"/>
                  </a:cxn>
                  <a:cxn ang="0">
                    <a:pos x="85" y="127"/>
                  </a:cxn>
                  <a:cxn ang="0">
                    <a:pos x="88" y="190"/>
                  </a:cxn>
                  <a:cxn ang="0">
                    <a:pos x="92" y="254"/>
                  </a:cxn>
                  <a:cxn ang="0">
                    <a:pos x="105" y="380"/>
                  </a:cxn>
                  <a:cxn ang="0">
                    <a:pos x="121" y="505"/>
                  </a:cxn>
                  <a:cxn ang="0">
                    <a:pos x="131" y="569"/>
                  </a:cxn>
                  <a:cxn ang="0">
                    <a:pos x="154" y="693"/>
                  </a:cxn>
                  <a:cxn ang="0">
                    <a:pos x="181" y="818"/>
                  </a:cxn>
                  <a:cxn ang="0">
                    <a:pos x="215" y="938"/>
                  </a:cxn>
                  <a:cxn ang="0">
                    <a:pos x="236" y="997"/>
                  </a:cxn>
                  <a:cxn ang="0">
                    <a:pos x="260" y="1054"/>
                  </a:cxn>
                  <a:cxn ang="0">
                    <a:pos x="274" y="1080"/>
                  </a:cxn>
                  <a:cxn ang="0">
                    <a:pos x="290" y="1112"/>
                  </a:cxn>
                  <a:cxn ang="0">
                    <a:pos x="297" y="1128"/>
                  </a:cxn>
                  <a:cxn ang="0">
                    <a:pos x="307" y="1162"/>
                  </a:cxn>
                  <a:cxn ang="0">
                    <a:pos x="315" y="1213"/>
                  </a:cxn>
                  <a:cxn ang="0">
                    <a:pos x="318" y="1247"/>
                  </a:cxn>
                  <a:cxn ang="0">
                    <a:pos x="318" y="1315"/>
                  </a:cxn>
                  <a:cxn ang="0">
                    <a:pos x="311" y="1380"/>
                  </a:cxn>
                  <a:cxn ang="0">
                    <a:pos x="301" y="1446"/>
                  </a:cxn>
                  <a:cxn ang="0">
                    <a:pos x="287" y="1510"/>
                  </a:cxn>
                  <a:cxn ang="0">
                    <a:pos x="250" y="1636"/>
                  </a:cxn>
                  <a:cxn ang="0">
                    <a:pos x="208" y="1759"/>
                  </a:cxn>
                  <a:cxn ang="0">
                    <a:pos x="158" y="1879"/>
                  </a:cxn>
                  <a:cxn ang="0">
                    <a:pos x="105" y="1997"/>
                  </a:cxn>
                  <a:cxn ang="0">
                    <a:pos x="99" y="2006"/>
                  </a:cxn>
                  <a:cxn ang="0">
                    <a:pos x="82" y="2020"/>
                  </a:cxn>
                  <a:cxn ang="0">
                    <a:pos x="62" y="2027"/>
                  </a:cxn>
                  <a:cxn ang="0">
                    <a:pos x="41" y="2026"/>
                  </a:cxn>
                  <a:cxn ang="0">
                    <a:pos x="31" y="2023"/>
                  </a:cxn>
                  <a:cxn ang="0">
                    <a:pos x="14" y="2009"/>
                  </a:cxn>
                  <a:cxn ang="0">
                    <a:pos x="3" y="1992"/>
                  </a:cxn>
                  <a:cxn ang="0">
                    <a:pos x="0" y="1971"/>
                  </a:cxn>
                  <a:cxn ang="0">
                    <a:pos x="6" y="1949"/>
                  </a:cxn>
                  <a:cxn ang="0">
                    <a:pos x="7" y="1947"/>
                  </a:cxn>
                </a:cxnLst>
                <a:rect l="0" t="0" r="r" b="b"/>
                <a:pathLst>
                  <a:path w="319" h="2027">
                    <a:moveTo>
                      <a:pt x="8" y="1945"/>
                    </a:moveTo>
                    <a:lnTo>
                      <a:pt x="8" y="1945"/>
                    </a:lnTo>
                    <a:lnTo>
                      <a:pt x="37" y="1890"/>
                    </a:lnTo>
                    <a:lnTo>
                      <a:pt x="66" y="1835"/>
                    </a:lnTo>
                    <a:lnTo>
                      <a:pt x="93" y="1778"/>
                    </a:lnTo>
                    <a:lnTo>
                      <a:pt x="119" y="1722"/>
                    </a:lnTo>
                    <a:lnTo>
                      <a:pt x="144" y="1664"/>
                    </a:lnTo>
                    <a:lnTo>
                      <a:pt x="167" y="1606"/>
                    </a:lnTo>
                    <a:lnTo>
                      <a:pt x="188" y="1547"/>
                    </a:lnTo>
                    <a:lnTo>
                      <a:pt x="208" y="1489"/>
                    </a:lnTo>
                    <a:lnTo>
                      <a:pt x="208" y="1489"/>
                    </a:lnTo>
                    <a:lnTo>
                      <a:pt x="223" y="1428"/>
                    </a:lnTo>
                    <a:lnTo>
                      <a:pt x="230" y="1398"/>
                    </a:lnTo>
                    <a:lnTo>
                      <a:pt x="237" y="1369"/>
                    </a:lnTo>
                    <a:lnTo>
                      <a:pt x="242" y="1339"/>
                    </a:lnTo>
                    <a:lnTo>
                      <a:pt x="246" y="1308"/>
                    </a:lnTo>
                    <a:lnTo>
                      <a:pt x="249" y="1278"/>
                    </a:lnTo>
                    <a:lnTo>
                      <a:pt x="250" y="1249"/>
                    </a:lnTo>
                    <a:lnTo>
                      <a:pt x="250" y="1249"/>
                    </a:lnTo>
                    <a:lnTo>
                      <a:pt x="250" y="1219"/>
                    </a:lnTo>
                    <a:lnTo>
                      <a:pt x="247" y="1189"/>
                    </a:lnTo>
                    <a:lnTo>
                      <a:pt x="242" y="1161"/>
                    </a:lnTo>
                    <a:lnTo>
                      <a:pt x="233" y="1134"/>
                    </a:lnTo>
                    <a:lnTo>
                      <a:pt x="233" y="1134"/>
                    </a:lnTo>
                    <a:lnTo>
                      <a:pt x="227" y="1121"/>
                    </a:lnTo>
                    <a:lnTo>
                      <a:pt x="222" y="1107"/>
                    </a:lnTo>
                    <a:lnTo>
                      <a:pt x="208" y="1078"/>
                    </a:lnTo>
                    <a:lnTo>
                      <a:pt x="208" y="1078"/>
                    </a:lnTo>
                    <a:lnTo>
                      <a:pt x="195" y="1047"/>
                    </a:lnTo>
                    <a:lnTo>
                      <a:pt x="185" y="1015"/>
                    </a:lnTo>
                    <a:lnTo>
                      <a:pt x="185" y="1015"/>
                    </a:lnTo>
                    <a:lnTo>
                      <a:pt x="167" y="953"/>
                    </a:lnTo>
                    <a:lnTo>
                      <a:pt x="151" y="890"/>
                    </a:lnTo>
                    <a:lnTo>
                      <a:pt x="137" y="828"/>
                    </a:lnTo>
                    <a:lnTo>
                      <a:pt x="126" y="764"/>
                    </a:lnTo>
                    <a:lnTo>
                      <a:pt x="116" y="700"/>
                    </a:lnTo>
                    <a:lnTo>
                      <a:pt x="107" y="637"/>
                    </a:lnTo>
                    <a:lnTo>
                      <a:pt x="93" y="510"/>
                    </a:lnTo>
                    <a:lnTo>
                      <a:pt x="93" y="510"/>
                    </a:lnTo>
                    <a:lnTo>
                      <a:pt x="89" y="446"/>
                    </a:lnTo>
                    <a:lnTo>
                      <a:pt x="85" y="381"/>
                    </a:lnTo>
                    <a:lnTo>
                      <a:pt x="81" y="317"/>
                    </a:lnTo>
                    <a:lnTo>
                      <a:pt x="78" y="254"/>
                    </a:lnTo>
                    <a:lnTo>
                      <a:pt x="78" y="254"/>
                    </a:lnTo>
                    <a:lnTo>
                      <a:pt x="78" y="190"/>
                    </a:lnTo>
                    <a:lnTo>
                      <a:pt x="78" y="127"/>
                    </a:lnTo>
                    <a:lnTo>
                      <a:pt x="78" y="127"/>
                    </a:lnTo>
                    <a:lnTo>
                      <a:pt x="79" y="94"/>
                    </a:lnTo>
                    <a:lnTo>
                      <a:pt x="82" y="62"/>
                    </a:lnTo>
                    <a:lnTo>
                      <a:pt x="85" y="31"/>
                    </a:lnTo>
                    <a:lnTo>
                      <a:pt x="89" y="15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89" y="15"/>
                    </a:lnTo>
                    <a:lnTo>
                      <a:pt x="88" y="31"/>
                    </a:lnTo>
                    <a:lnTo>
                      <a:pt x="85" y="63"/>
                    </a:lnTo>
                    <a:lnTo>
                      <a:pt x="85" y="94"/>
                    </a:lnTo>
                    <a:lnTo>
                      <a:pt x="85" y="127"/>
                    </a:lnTo>
                    <a:lnTo>
                      <a:pt x="85" y="127"/>
                    </a:lnTo>
                    <a:lnTo>
                      <a:pt x="88" y="190"/>
                    </a:lnTo>
                    <a:lnTo>
                      <a:pt x="92" y="254"/>
                    </a:lnTo>
                    <a:lnTo>
                      <a:pt x="92" y="254"/>
                    </a:lnTo>
                    <a:lnTo>
                      <a:pt x="97" y="316"/>
                    </a:lnTo>
                    <a:lnTo>
                      <a:pt x="105" y="380"/>
                    </a:lnTo>
                    <a:lnTo>
                      <a:pt x="112" y="443"/>
                    </a:lnTo>
                    <a:lnTo>
                      <a:pt x="121" y="505"/>
                    </a:lnTo>
                    <a:lnTo>
                      <a:pt x="121" y="505"/>
                    </a:lnTo>
                    <a:lnTo>
                      <a:pt x="131" y="569"/>
                    </a:lnTo>
                    <a:lnTo>
                      <a:pt x="141" y="631"/>
                    </a:lnTo>
                    <a:lnTo>
                      <a:pt x="154" y="693"/>
                    </a:lnTo>
                    <a:lnTo>
                      <a:pt x="167" y="755"/>
                    </a:lnTo>
                    <a:lnTo>
                      <a:pt x="181" y="818"/>
                    </a:lnTo>
                    <a:lnTo>
                      <a:pt x="198" y="878"/>
                    </a:lnTo>
                    <a:lnTo>
                      <a:pt x="215" y="938"/>
                    </a:lnTo>
                    <a:lnTo>
                      <a:pt x="236" y="997"/>
                    </a:lnTo>
                    <a:lnTo>
                      <a:pt x="236" y="997"/>
                    </a:lnTo>
                    <a:lnTo>
                      <a:pt x="247" y="1025"/>
                    </a:lnTo>
                    <a:lnTo>
                      <a:pt x="260" y="1054"/>
                    </a:lnTo>
                    <a:lnTo>
                      <a:pt x="260" y="1054"/>
                    </a:lnTo>
                    <a:lnTo>
                      <a:pt x="274" y="1080"/>
                    </a:lnTo>
                    <a:lnTo>
                      <a:pt x="283" y="1095"/>
                    </a:lnTo>
                    <a:lnTo>
                      <a:pt x="290" y="1112"/>
                    </a:lnTo>
                    <a:lnTo>
                      <a:pt x="290" y="1112"/>
                    </a:lnTo>
                    <a:lnTo>
                      <a:pt x="297" y="1128"/>
                    </a:lnTo>
                    <a:lnTo>
                      <a:pt x="302" y="1145"/>
                    </a:lnTo>
                    <a:lnTo>
                      <a:pt x="307" y="1162"/>
                    </a:lnTo>
                    <a:lnTo>
                      <a:pt x="311" y="1179"/>
                    </a:lnTo>
                    <a:lnTo>
                      <a:pt x="315" y="1213"/>
                    </a:lnTo>
                    <a:lnTo>
                      <a:pt x="318" y="1247"/>
                    </a:lnTo>
                    <a:lnTo>
                      <a:pt x="318" y="1247"/>
                    </a:lnTo>
                    <a:lnTo>
                      <a:pt x="319" y="1281"/>
                    </a:lnTo>
                    <a:lnTo>
                      <a:pt x="318" y="1315"/>
                    </a:lnTo>
                    <a:lnTo>
                      <a:pt x="315" y="1347"/>
                    </a:lnTo>
                    <a:lnTo>
                      <a:pt x="311" y="1380"/>
                    </a:lnTo>
                    <a:lnTo>
                      <a:pt x="307" y="1414"/>
                    </a:lnTo>
                    <a:lnTo>
                      <a:pt x="301" y="1446"/>
                    </a:lnTo>
                    <a:lnTo>
                      <a:pt x="287" y="1510"/>
                    </a:lnTo>
                    <a:lnTo>
                      <a:pt x="287" y="1510"/>
                    </a:lnTo>
                    <a:lnTo>
                      <a:pt x="270" y="1574"/>
                    </a:lnTo>
                    <a:lnTo>
                      <a:pt x="250" y="1636"/>
                    </a:lnTo>
                    <a:lnTo>
                      <a:pt x="230" y="1696"/>
                    </a:lnTo>
                    <a:lnTo>
                      <a:pt x="208" y="1759"/>
                    </a:lnTo>
                    <a:lnTo>
                      <a:pt x="184" y="1818"/>
                    </a:lnTo>
                    <a:lnTo>
                      <a:pt x="158" y="1879"/>
                    </a:lnTo>
                    <a:lnTo>
                      <a:pt x="133" y="1938"/>
                    </a:lnTo>
                    <a:lnTo>
                      <a:pt x="105" y="1997"/>
                    </a:lnTo>
                    <a:lnTo>
                      <a:pt x="105" y="1997"/>
                    </a:lnTo>
                    <a:lnTo>
                      <a:pt x="99" y="2006"/>
                    </a:lnTo>
                    <a:lnTo>
                      <a:pt x="90" y="2014"/>
                    </a:lnTo>
                    <a:lnTo>
                      <a:pt x="82" y="2020"/>
                    </a:lnTo>
                    <a:lnTo>
                      <a:pt x="73" y="2024"/>
                    </a:lnTo>
                    <a:lnTo>
                      <a:pt x="62" y="2027"/>
                    </a:lnTo>
                    <a:lnTo>
                      <a:pt x="52" y="2027"/>
                    </a:lnTo>
                    <a:lnTo>
                      <a:pt x="41" y="2026"/>
                    </a:lnTo>
                    <a:lnTo>
                      <a:pt x="31" y="2023"/>
                    </a:lnTo>
                    <a:lnTo>
                      <a:pt x="31" y="2023"/>
                    </a:lnTo>
                    <a:lnTo>
                      <a:pt x="21" y="2017"/>
                    </a:lnTo>
                    <a:lnTo>
                      <a:pt x="14" y="2009"/>
                    </a:lnTo>
                    <a:lnTo>
                      <a:pt x="7" y="2000"/>
                    </a:lnTo>
                    <a:lnTo>
                      <a:pt x="3" y="1992"/>
                    </a:lnTo>
                    <a:lnTo>
                      <a:pt x="1" y="1980"/>
                    </a:lnTo>
                    <a:lnTo>
                      <a:pt x="0" y="1971"/>
                    </a:lnTo>
                    <a:lnTo>
                      <a:pt x="1" y="1959"/>
                    </a:lnTo>
                    <a:lnTo>
                      <a:pt x="6" y="1949"/>
                    </a:lnTo>
                    <a:lnTo>
                      <a:pt x="6" y="1949"/>
                    </a:lnTo>
                    <a:lnTo>
                      <a:pt x="7" y="1947"/>
                    </a:lnTo>
                    <a:lnTo>
                      <a:pt x="8" y="194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2" name="Group 110">
                <a:extLst>
                  <a:ext uri="{FF2B5EF4-FFF2-40B4-BE49-F238E27FC236}">
                    <a16:creationId xmlns:a16="http://schemas.microsoft.com/office/drawing/2014/main" id="{8FBE20CA-18A3-122B-3C2A-3B858792B3F4}"/>
                  </a:ext>
                </a:extLst>
              </p:cNvPr>
              <p:cNvGrpSpPr/>
              <p:nvPr/>
            </p:nvGrpSpPr>
            <p:grpSpPr>
              <a:xfrm rot="287009">
                <a:off x="4506877" y="3818451"/>
                <a:ext cx="246319" cy="233233"/>
                <a:chOff x="971551" y="0"/>
                <a:chExt cx="7200902" cy="6818311"/>
              </a:xfrm>
            </p:grpSpPr>
            <p:sp>
              <p:nvSpPr>
                <p:cNvPr id="16" name="Freeform 5">
                  <a:extLst>
                    <a:ext uri="{FF2B5EF4-FFF2-40B4-BE49-F238E27FC236}">
                      <a16:creationId xmlns:a16="http://schemas.microsoft.com/office/drawing/2014/main" id="{82D8DEAC-2FDF-08AB-4075-18B710081C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72976" y="59702"/>
                  <a:ext cx="6586548" cy="6713516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">
                  <a:extLst>
                    <a:ext uri="{FF2B5EF4-FFF2-40B4-BE49-F238E27FC236}">
                      <a16:creationId xmlns:a16="http://schemas.microsoft.com/office/drawing/2014/main" id="{0CACAACF-7214-BB5B-B7D0-ECE900BCC1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18">
                <a:extLst>
                  <a:ext uri="{FF2B5EF4-FFF2-40B4-BE49-F238E27FC236}">
                    <a16:creationId xmlns:a16="http://schemas.microsoft.com/office/drawing/2014/main" id="{88E3A6C1-B4C8-73E8-1906-897EDFB9E191}"/>
                  </a:ext>
                </a:extLst>
              </p:cNvPr>
              <p:cNvGrpSpPr/>
              <p:nvPr/>
            </p:nvGrpSpPr>
            <p:grpSpPr>
              <a:xfrm rot="16938217">
                <a:off x="4258732" y="3353819"/>
                <a:ext cx="313744" cy="87897"/>
                <a:chOff x="793750" y="0"/>
                <a:chExt cx="7556501" cy="2116991"/>
              </a:xfrm>
            </p:grpSpPr>
            <p:sp>
              <p:nvSpPr>
                <p:cNvPr id="14" name="Freeform 7">
                  <a:extLst>
                    <a:ext uri="{FF2B5EF4-FFF2-40B4-BE49-F238E27FC236}">
                      <a16:creationId xmlns:a16="http://schemas.microsoft.com/office/drawing/2014/main" id="{01F0A878-FCC8-4165-F50A-DB7CF3AB02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8">
                  <a:extLst>
                    <a:ext uri="{FF2B5EF4-FFF2-40B4-BE49-F238E27FC236}">
                      <a16:creationId xmlns:a16="http://schemas.microsoft.com/office/drawing/2014/main" id="{4D56368F-4300-4B53-14E5-A64DEFA327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28D4226-C295-D6CA-8212-2A87D00D0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503053" y="473044"/>
            <a:ext cx="2488547" cy="7223156"/>
            <a:chOff x="6655453" y="685800"/>
            <a:chExt cx="2488547" cy="7223156"/>
          </a:xfrm>
          <a:effectLst/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7B789C8-C75C-F7A2-7974-033D973084B2}"/>
                </a:ext>
              </a:extLst>
            </p:cNvPr>
            <p:cNvGrpSpPr/>
            <p:nvPr/>
          </p:nvGrpSpPr>
          <p:grpSpPr>
            <a:xfrm>
              <a:off x="7142585" y="5350922"/>
              <a:ext cx="756716" cy="2558034"/>
              <a:chOff x="7142585" y="5367856"/>
              <a:chExt cx="756716" cy="2558034"/>
            </a:xfrm>
          </p:grpSpPr>
          <p:grpSp>
            <p:nvGrpSpPr>
              <p:cNvPr id="105" name="Group 93">
                <a:extLst>
                  <a:ext uri="{FF2B5EF4-FFF2-40B4-BE49-F238E27FC236}">
                    <a16:creationId xmlns:a16="http://schemas.microsoft.com/office/drawing/2014/main" id="{30EFDBEA-2A82-7725-C5C1-296480416F77}"/>
                  </a:ext>
                </a:extLst>
              </p:cNvPr>
              <p:cNvGrpSpPr/>
              <p:nvPr/>
            </p:nvGrpSpPr>
            <p:grpSpPr>
              <a:xfrm rot="186992">
                <a:off x="7142585" y="5477639"/>
                <a:ext cx="756716" cy="2448251"/>
                <a:chOff x="1346199" y="3640666"/>
                <a:chExt cx="755164" cy="3117518"/>
              </a:xfrm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75AD3238-62B1-71BD-69CB-ED890A8DA8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433" y="3674533"/>
                  <a:ext cx="318052" cy="3083651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" name="Freeform 5">
                  <a:extLst>
                    <a:ext uri="{FF2B5EF4-FFF2-40B4-BE49-F238E27FC236}">
                      <a16:creationId xmlns:a16="http://schemas.microsoft.com/office/drawing/2014/main" id="{B6E63D6D-C0C4-B142-D9B0-0B2E1E959D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2037" y="3640667"/>
                  <a:ext cx="169026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" name="Freeform 6">
                  <a:extLst>
                    <a:ext uri="{FF2B5EF4-FFF2-40B4-BE49-F238E27FC236}">
                      <a16:creationId xmlns:a16="http://schemas.microsoft.com/office/drawing/2014/main" id="{3B76D8D4-8631-023F-B590-A6171F32E4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400286">
                  <a:off x="1517125" y="3676652"/>
                  <a:ext cx="584238" cy="2470150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Freeform 8">
                  <a:extLst>
                    <a:ext uri="{FF2B5EF4-FFF2-40B4-BE49-F238E27FC236}">
                      <a16:creationId xmlns:a16="http://schemas.microsoft.com/office/drawing/2014/main" id="{1A388841-3271-634D-1CD0-F80BA3D6A4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7270" y="4109510"/>
                  <a:ext cx="155327" cy="657225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D0288591-A10F-14BA-C229-048BBA01D0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500489" y="36627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" name="Freeform 5">
                  <a:extLst>
                    <a:ext uri="{FF2B5EF4-FFF2-40B4-BE49-F238E27FC236}">
                      <a16:creationId xmlns:a16="http://schemas.microsoft.com/office/drawing/2014/main" id="{0A101024-1690-2627-8B1D-717FC5BBC1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854511" y="3640666"/>
                  <a:ext cx="169026" cy="2623557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" name="Freeform 8">
                  <a:extLst>
                    <a:ext uri="{FF2B5EF4-FFF2-40B4-BE49-F238E27FC236}">
                      <a16:creationId xmlns:a16="http://schemas.microsoft.com/office/drawing/2014/main" id="{C9E5BB1E-34F4-7CD7-E729-BCFBBD04A3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6199" y="4101042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" name="Freeform 8">
                  <a:extLst>
                    <a:ext uri="{FF2B5EF4-FFF2-40B4-BE49-F238E27FC236}">
                      <a16:creationId xmlns:a16="http://schemas.microsoft.com/office/drawing/2014/main" id="{6BB3CCA8-19FD-766F-CE49-B32ED083B1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08441" flipH="1">
                  <a:off x="1634065" y="3662892"/>
                  <a:ext cx="194736" cy="1359958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" name="Freeform 5">
                  <a:extLst>
                    <a:ext uri="{FF2B5EF4-FFF2-40B4-BE49-F238E27FC236}">
                      <a16:creationId xmlns:a16="http://schemas.microsoft.com/office/drawing/2014/main" id="{DCC2C192-E5B4-6471-F132-C7CB740754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448727">
                  <a:off x="1720852" y="3651251"/>
                  <a:ext cx="169026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Freeform 6">
                  <a:extLst>
                    <a:ext uri="{FF2B5EF4-FFF2-40B4-BE49-F238E27FC236}">
                      <a16:creationId xmlns:a16="http://schemas.microsoft.com/office/drawing/2014/main" id="{AB1CCC42-DBEB-BC77-B64D-E896640E9D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099981" flipH="1">
                  <a:off x="1589360" y="3674976"/>
                  <a:ext cx="430796" cy="2259597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" name="Freeform 8">
                  <a:extLst>
                    <a:ext uri="{FF2B5EF4-FFF2-40B4-BE49-F238E27FC236}">
                      <a16:creationId xmlns:a16="http://schemas.microsoft.com/office/drawing/2014/main" id="{C9C9C842-A5D4-F653-200F-B86D55287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97000" y="4907492"/>
                  <a:ext cx="82551" cy="510506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" name="Freeform 5">
                  <a:extLst>
                    <a:ext uri="{FF2B5EF4-FFF2-40B4-BE49-F238E27FC236}">
                      <a16:creationId xmlns:a16="http://schemas.microsoft.com/office/drawing/2014/main" id="{AA9BD812-8644-FF7E-EE37-380EEF118C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448727">
                  <a:off x="1631951" y="3644900"/>
                  <a:ext cx="169026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Freeform 7">
                  <a:extLst>
                    <a:ext uri="{FF2B5EF4-FFF2-40B4-BE49-F238E27FC236}">
                      <a16:creationId xmlns:a16="http://schemas.microsoft.com/office/drawing/2014/main" id="{636194ED-780A-DB58-56F4-6269F687ED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640185" y="36500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06" name="Freeform 9">
                <a:extLst>
                  <a:ext uri="{FF2B5EF4-FFF2-40B4-BE49-F238E27FC236}">
                    <a16:creationId xmlns:a16="http://schemas.microsoft.com/office/drawing/2014/main" id="{A5FD6041-BFD0-F425-2D8D-AAA5044C0207}"/>
                  </a:ext>
                </a:extLst>
              </p:cNvPr>
              <p:cNvSpPr>
                <a:spLocks/>
              </p:cNvSpPr>
              <p:nvPr/>
            </p:nvSpPr>
            <p:spPr bwMode="auto">
              <a:xfrm rot="186992">
                <a:off x="7445485" y="5367856"/>
                <a:ext cx="359118" cy="166619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1" name="Group 135">
              <a:extLst>
                <a:ext uri="{FF2B5EF4-FFF2-40B4-BE49-F238E27FC236}">
                  <a16:creationId xmlns:a16="http://schemas.microsoft.com/office/drawing/2014/main" id="{6ADDF396-7AAD-7D2C-13AB-29EF47BCFAD3}"/>
                </a:ext>
              </a:extLst>
            </p:cNvPr>
            <p:cNvGrpSpPr/>
            <p:nvPr/>
          </p:nvGrpSpPr>
          <p:grpSpPr>
            <a:xfrm>
              <a:off x="6655453" y="685800"/>
              <a:ext cx="2488547" cy="4795026"/>
              <a:chOff x="4716638" y="589355"/>
              <a:chExt cx="2712862" cy="5227245"/>
            </a:xfrm>
          </p:grpSpPr>
          <p:sp>
            <p:nvSpPr>
              <p:cNvPr id="32" name="Freeform 10">
                <a:extLst>
                  <a:ext uri="{FF2B5EF4-FFF2-40B4-BE49-F238E27FC236}">
                    <a16:creationId xmlns:a16="http://schemas.microsoft.com/office/drawing/2014/main" id="{84C755D1-C8E5-7B22-6717-D21E9905D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4314" y="2133600"/>
                <a:ext cx="802042" cy="381000"/>
              </a:xfrm>
              <a:custGeom>
                <a:avLst/>
                <a:gdLst/>
                <a:ahLst/>
                <a:cxnLst>
                  <a:cxn ang="0">
                    <a:pos x="2450" y="1245"/>
                  </a:cxn>
                  <a:cxn ang="0">
                    <a:pos x="2176" y="1199"/>
                  </a:cxn>
                  <a:cxn ang="0">
                    <a:pos x="1995" y="1158"/>
                  </a:cxn>
                  <a:cxn ang="0">
                    <a:pos x="1816" y="1107"/>
                  </a:cxn>
                  <a:cxn ang="0">
                    <a:pos x="1639" y="1047"/>
                  </a:cxn>
                  <a:cxn ang="0">
                    <a:pos x="1509" y="993"/>
                  </a:cxn>
                  <a:cxn ang="0">
                    <a:pos x="1426" y="952"/>
                  </a:cxn>
                  <a:cxn ang="0">
                    <a:pos x="1303" y="880"/>
                  </a:cxn>
                  <a:cxn ang="0">
                    <a:pos x="1189" y="795"/>
                  </a:cxn>
                  <a:cxn ang="0">
                    <a:pos x="1119" y="729"/>
                  </a:cxn>
                  <a:cxn ang="0">
                    <a:pos x="1059" y="654"/>
                  </a:cxn>
                  <a:cxn ang="0">
                    <a:pos x="1032" y="613"/>
                  </a:cxn>
                  <a:cxn ang="0">
                    <a:pos x="998" y="551"/>
                  </a:cxn>
                  <a:cxn ang="0">
                    <a:pos x="964" y="496"/>
                  </a:cxn>
                  <a:cxn ang="0">
                    <a:pos x="913" y="425"/>
                  </a:cxn>
                  <a:cxn ang="0">
                    <a:pos x="823" y="330"/>
                  </a:cxn>
                  <a:cxn ang="0">
                    <a:pos x="718" y="247"/>
                  </a:cxn>
                  <a:cxn ang="0">
                    <a:pos x="643" y="199"/>
                  </a:cxn>
                  <a:cxn ang="0">
                    <a:pos x="523" y="137"/>
                  </a:cxn>
                  <a:cxn ang="0">
                    <a:pos x="397" y="86"/>
                  </a:cxn>
                  <a:cxn ang="0">
                    <a:pos x="313" y="59"/>
                  </a:cxn>
                  <a:cxn ang="0">
                    <a:pos x="180" y="27"/>
                  </a:cxn>
                  <a:cxn ang="0">
                    <a:pos x="46" y="4"/>
                  </a:cxn>
                  <a:cxn ang="0">
                    <a:pos x="46" y="1"/>
                  </a:cxn>
                  <a:cxn ang="0">
                    <a:pos x="183" y="15"/>
                  </a:cxn>
                  <a:cxn ang="0">
                    <a:pos x="317" y="39"/>
                  </a:cxn>
                  <a:cxn ang="0">
                    <a:pos x="406" y="62"/>
                  </a:cxn>
                  <a:cxn ang="0">
                    <a:pos x="537" y="106"/>
                  </a:cxn>
                  <a:cxn ang="0">
                    <a:pos x="663" y="161"/>
                  </a:cxn>
                  <a:cxn ang="0">
                    <a:pos x="745" y="206"/>
                  </a:cxn>
                  <a:cxn ang="0">
                    <a:pos x="859" y="287"/>
                  </a:cxn>
                  <a:cxn ang="0">
                    <a:pos x="962" y="383"/>
                  </a:cxn>
                  <a:cxn ang="0">
                    <a:pos x="1023" y="455"/>
                  </a:cxn>
                  <a:cxn ang="0">
                    <a:pos x="1063" y="514"/>
                  </a:cxn>
                  <a:cxn ang="0">
                    <a:pos x="1098" y="571"/>
                  </a:cxn>
                  <a:cxn ang="0">
                    <a:pos x="1152" y="636"/>
                  </a:cxn>
                  <a:cxn ang="0">
                    <a:pos x="1214" y="695"/>
                  </a:cxn>
                  <a:cxn ang="0">
                    <a:pos x="1320" y="770"/>
                  </a:cxn>
                  <a:cxn ang="0">
                    <a:pos x="1434" y="833"/>
                  </a:cxn>
                  <a:cxn ang="0">
                    <a:pos x="1515" y="869"/>
                  </a:cxn>
                  <a:cxn ang="0">
                    <a:pos x="1639" y="915"/>
                  </a:cxn>
                  <a:cxn ang="0">
                    <a:pos x="1851" y="976"/>
                  </a:cxn>
                  <a:cxn ang="0">
                    <a:pos x="2026" y="1013"/>
                  </a:cxn>
                  <a:cxn ang="0">
                    <a:pos x="2290" y="1052"/>
                  </a:cxn>
                  <a:cxn ang="0">
                    <a:pos x="2556" y="1074"/>
                  </a:cxn>
                  <a:cxn ang="0">
                    <a:pos x="2567" y="1075"/>
                  </a:cxn>
                  <a:cxn ang="0">
                    <a:pos x="2593" y="1082"/>
                  </a:cxn>
                  <a:cxn ang="0">
                    <a:pos x="2621" y="1103"/>
                  </a:cxn>
                  <a:cxn ang="0">
                    <a:pos x="2639" y="1133"/>
                  </a:cxn>
                  <a:cxn ang="0">
                    <a:pos x="2645" y="1160"/>
                  </a:cxn>
                  <a:cxn ang="0">
                    <a:pos x="2644" y="1178"/>
                  </a:cxn>
                  <a:cxn ang="0">
                    <a:pos x="2635" y="1204"/>
                  </a:cxn>
                  <a:cxn ang="0">
                    <a:pos x="2615" y="1232"/>
                  </a:cxn>
                  <a:cxn ang="0">
                    <a:pos x="2586" y="1250"/>
                  </a:cxn>
                  <a:cxn ang="0">
                    <a:pos x="2559" y="1256"/>
                  </a:cxn>
                  <a:cxn ang="0">
                    <a:pos x="2545" y="1256"/>
                  </a:cxn>
                </a:cxnLst>
                <a:rect l="0" t="0" r="r" b="b"/>
                <a:pathLst>
                  <a:path w="2645" h="1256">
                    <a:moveTo>
                      <a:pt x="2545" y="1256"/>
                    </a:moveTo>
                    <a:lnTo>
                      <a:pt x="2545" y="1256"/>
                    </a:lnTo>
                    <a:lnTo>
                      <a:pt x="2450" y="1245"/>
                    </a:lnTo>
                    <a:lnTo>
                      <a:pt x="2358" y="1232"/>
                    </a:lnTo>
                    <a:lnTo>
                      <a:pt x="2266" y="1216"/>
                    </a:lnTo>
                    <a:lnTo>
                      <a:pt x="2176" y="1199"/>
                    </a:lnTo>
                    <a:lnTo>
                      <a:pt x="2176" y="1199"/>
                    </a:lnTo>
                    <a:lnTo>
                      <a:pt x="2084" y="1180"/>
                    </a:lnTo>
                    <a:lnTo>
                      <a:pt x="1995" y="1158"/>
                    </a:lnTo>
                    <a:lnTo>
                      <a:pt x="1905" y="1134"/>
                    </a:lnTo>
                    <a:lnTo>
                      <a:pt x="1816" y="1107"/>
                    </a:lnTo>
                    <a:lnTo>
                      <a:pt x="1816" y="1107"/>
                    </a:lnTo>
                    <a:lnTo>
                      <a:pt x="1727" y="1079"/>
                    </a:lnTo>
                    <a:lnTo>
                      <a:pt x="1683" y="1064"/>
                    </a:lnTo>
                    <a:lnTo>
                      <a:pt x="1639" y="1047"/>
                    </a:lnTo>
                    <a:lnTo>
                      <a:pt x="1595" y="1030"/>
                    </a:lnTo>
                    <a:lnTo>
                      <a:pt x="1553" y="1011"/>
                    </a:lnTo>
                    <a:lnTo>
                      <a:pt x="1509" y="993"/>
                    </a:lnTo>
                    <a:lnTo>
                      <a:pt x="1467" y="973"/>
                    </a:lnTo>
                    <a:lnTo>
                      <a:pt x="1467" y="973"/>
                    </a:lnTo>
                    <a:lnTo>
                      <a:pt x="1426" y="952"/>
                    </a:lnTo>
                    <a:lnTo>
                      <a:pt x="1383" y="929"/>
                    </a:lnTo>
                    <a:lnTo>
                      <a:pt x="1344" y="905"/>
                    </a:lnTo>
                    <a:lnTo>
                      <a:pt x="1303" y="880"/>
                    </a:lnTo>
                    <a:lnTo>
                      <a:pt x="1263" y="853"/>
                    </a:lnTo>
                    <a:lnTo>
                      <a:pt x="1225" y="825"/>
                    </a:lnTo>
                    <a:lnTo>
                      <a:pt x="1189" y="795"/>
                    </a:lnTo>
                    <a:lnTo>
                      <a:pt x="1153" y="763"/>
                    </a:lnTo>
                    <a:lnTo>
                      <a:pt x="1153" y="763"/>
                    </a:lnTo>
                    <a:lnTo>
                      <a:pt x="1119" y="729"/>
                    </a:lnTo>
                    <a:lnTo>
                      <a:pt x="1087" y="692"/>
                    </a:lnTo>
                    <a:lnTo>
                      <a:pt x="1073" y="674"/>
                    </a:lnTo>
                    <a:lnTo>
                      <a:pt x="1059" y="654"/>
                    </a:lnTo>
                    <a:lnTo>
                      <a:pt x="1044" y="634"/>
                    </a:lnTo>
                    <a:lnTo>
                      <a:pt x="1032" y="613"/>
                    </a:lnTo>
                    <a:lnTo>
                      <a:pt x="1032" y="613"/>
                    </a:lnTo>
                    <a:lnTo>
                      <a:pt x="1019" y="592"/>
                    </a:lnTo>
                    <a:lnTo>
                      <a:pt x="1008" y="572"/>
                    </a:lnTo>
                    <a:lnTo>
                      <a:pt x="998" y="551"/>
                    </a:lnTo>
                    <a:lnTo>
                      <a:pt x="988" y="532"/>
                    </a:lnTo>
                    <a:lnTo>
                      <a:pt x="988" y="532"/>
                    </a:lnTo>
                    <a:lnTo>
                      <a:pt x="964" y="496"/>
                    </a:lnTo>
                    <a:lnTo>
                      <a:pt x="940" y="460"/>
                    </a:lnTo>
                    <a:lnTo>
                      <a:pt x="940" y="460"/>
                    </a:lnTo>
                    <a:lnTo>
                      <a:pt x="913" y="425"/>
                    </a:lnTo>
                    <a:lnTo>
                      <a:pt x="885" y="393"/>
                    </a:lnTo>
                    <a:lnTo>
                      <a:pt x="854" y="360"/>
                    </a:lnTo>
                    <a:lnTo>
                      <a:pt x="823" y="330"/>
                    </a:lnTo>
                    <a:lnTo>
                      <a:pt x="789" y="301"/>
                    </a:lnTo>
                    <a:lnTo>
                      <a:pt x="753" y="272"/>
                    </a:lnTo>
                    <a:lnTo>
                      <a:pt x="718" y="247"/>
                    </a:lnTo>
                    <a:lnTo>
                      <a:pt x="681" y="222"/>
                    </a:lnTo>
                    <a:lnTo>
                      <a:pt x="681" y="222"/>
                    </a:lnTo>
                    <a:lnTo>
                      <a:pt x="643" y="199"/>
                    </a:lnTo>
                    <a:lnTo>
                      <a:pt x="604" y="176"/>
                    </a:lnTo>
                    <a:lnTo>
                      <a:pt x="564" y="157"/>
                    </a:lnTo>
                    <a:lnTo>
                      <a:pt x="523" y="137"/>
                    </a:lnTo>
                    <a:lnTo>
                      <a:pt x="482" y="118"/>
                    </a:lnTo>
                    <a:lnTo>
                      <a:pt x="440" y="101"/>
                    </a:lnTo>
                    <a:lnTo>
                      <a:pt x="397" y="86"/>
                    </a:lnTo>
                    <a:lnTo>
                      <a:pt x="355" y="72"/>
                    </a:lnTo>
                    <a:lnTo>
                      <a:pt x="355" y="72"/>
                    </a:lnTo>
                    <a:lnTo>
                      <a:pt x="313" y="59"/>
                    </a:lnTo>
                    <a:lnTo>
                      <a:pt x="269" y="46"/>
                    </a:lnTo>
                    <a:lnTo>
                      <a:pt x="225" y="36"/>
                    </a:lnTo>
                    <a:lnTo>
                      <a:pt x="180" y="27"/>
                    </a:lnTo>
                    <a:lnTo>
                      <a:pt x="136" y="17"/>
                    </a:lnTo>
                    <a:lnTo>
                      <a:pt x="91" y="10"/>
                    </a:lnTo>
                    <a:lnTo>
                      <a:pt x="46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6" y="1"/>
                    </a:lnTo>
                    <a:lnTo>
                      <a:pt x="92" y="4"/>
                    </a:lnTo>
                    <a:lnTo>
                      <a:pt x="137" y="8"/>
                    </a:lnTo>
                    <a:lnTo>
                      <a:pt x="183" y="15"/>
                    </a:lnTo>
                    <a:lnTo>
                      <a:pt x="228" y="22"/>
                    </a:lnTo>
                    <a:lnTo>
                      <a:pt x="272" y="31"/>
                    </a:lnTo>
                    <a:lnTo>
                      <a:pt x="317" y="39"/>
                    </a:lnTo>
                    <a:lnTo>
                      <a:pt x="362" y="51"/>
                    </a:lnTo>
                    <a:lnTo>
                      <a:pt x="362" y="51"/>
                    </a:lnTo>
                    <a:lnTo>
                      <a:pt x="406" y="62"/>
                    </a:lnTo>
                    <a:lnTo>
                      <a:pt x="450" y="75"/>
                    </a:lnTo>
                    <a:lnTo>
                      <a:pt x="493" y="90"/>
                    </a:lnTo>
                    <a:lnTo>
                      <a:pt x="537" y="106"/>
                    </a:lnTo>
                    <a:lnTo>
                      <a:pt x="580" y="123"/>
                    </a:lnTo>
                    <a:lnTo>
                      <a:pt x="622" y="141"/>
                    </a:lnTo>
                    <a:lnTo>
                      <a:pt x="663" y="161"/>
                    </a:lnTo>
                    <a:lnTo>
                      <a:pt x="704" y="183"/>
                    </a:lnTo>
                    <a:lnTo>
                      <a:pt x="704" y="183"/>
                    </a:lnTo>
                    <a:lnTo>
                      <a:pt x="745" y="206"/>
                    </a:lnTo>
                    <a:lnTo>
                      <a:pt x="783" y="231"/>
                    </a:lnTo>
                    <a:lnTo>
                      <a:pt x="821" y="258"/>
                    </a:lnTo>
                    <a:lnTo>
                      <a:pt x="859" y="287"/>
                    </a:lnTo>
                    <a:lnTo>
                      <a:pt x="895" y="316"/>
                    </a:lnTo>
                    <a:lnTo>
                      <a:pt x="929" y="349"/>
                    </a:lnTo>
                    <a:lnTo>
                      <a:pt x="962" y="383"/>
                    </a:lnTo>
                    <a:lnTo>
                      <a:pt x="994" y="418"/>
                    </a:lnTo>
                    <a:lnTo>
                      <a:pt x="994" y="418"/>
                    </a:lnTo>
                    <a:lnTo>
                      <a:pt x="1023" y="455"/>
                    </a:lnTo>
                    <a:lnTo>
                      <a:pt x="1050" y="494"/>
                    </a:lnTo>
                    <a:lnTo>
                      <a:pt x="1050" y="494"/>
                    </a:lnTo>
                    <a:lnTo>
                      <a:pt x="1063" y="514"/>
                    </a:lnTo>
                    <a:lnTo>
                      <a:pt x="1076" y="534"/>
                    </a:lnTo>
                    <a:lnTo>
                      <a:pt x="1087" y="552"/>
                    </a:lnTo>
                    <a:lnTo>
                      <a:pt x="1098" y="571"/>
                    </a:lnTo>
                    <a:lnTo>
                      <a:pt x="1098" y="571"/>
                    </a:lnTo>
                    <a:lnTo>
                      <a:pt x="1124" y="604"/>
                    </a:lnTo>
                    <a:lnTo>
                      <a:pt x="1152" y="636"/>
                    </a:lnTo>
                    <a:lnTo>
                      <a:pt x="1181" y="667"/>
                    </a:lnTo>
                    <a:lnTo>
                      <a:pt x="1214" y="695"/>
                    </a:lnTo>
                    <a:lnTo>
                      <a:pt x="1214" y="695"/>
                    </a:lnTo>
                    <a:lnTo>
                      <a:pt x="1248" y="722"/>
                    </a:lnTo>
                    <a:lnTo>
                      <a:pt x="1283" y="747"/>
                    </a:lnTo>
                    <a:lnTo>
                      <a:pt x="1320" y="770"/>
                    </a:lnTo>
                    <a:lnTo>
                      <a:pt x="1357" y="792"/>
                    </a:lnTo>
                    <a:lnTo>
                      <a:pt x="1395" y="814"/>
                    </a:lnTo>
                    <a:lnTo>
                      <a:pt x="1434" y="833"/>
                    </a:lnTo>
                    <a:lnTo>
                      <a:pt x="1474" y="852"/>
                    </a:lnTo>
                    <a:lnTo>
                      <a:pt x="1515" y="869"/>
                    </a:lnTo>
                    <a:lnTo>
                      <a:pt x="1515" y="869"/>
                    </a:lnTo>
                    <a:lnTo>
                      <a:pt x="1556" y="886"/>
                    </a:lnTo>
                    <a:lnTo>
                      <a:pt x="1597" y="901"/>
                    </a:lnTo>
                    <a:lnTo>
                      <a:pt x="1639" y="915"/>
                    </a:lnTo>
                    <a:lnTo>
                      <a:pt x="1680" y="929"/>
                    </a:lnTo>
                    <a:lnTo>
                      <a:pt x="1766" y="955"/>
                    </a:lnTo>
                    <a:lnTo>
                      <a:pt x="1851" y="976"/>
                    </a:lnTo>
                    <a:lnTo>
                      <a:pt x="1851" y="976"/>
                    </a:lnTo>
                    <a:lnTo>
                      <a:pt x="1939" y="996"/>
                    </a:lnTo>
                    <a:lnTo>
                      <a:pt x="2026" y="1013"/>
                    </a:lnTo>
                    <a:lnTo>
                      <a:pt x="2114" y="1028"/>
                    </a:lnTo>
                    <a:lnTo>
                      <a:pt x="2203" y="1041"/>
                    </a:lnTo>
                    <a:lnTo>
                      <a:pt x="2290" y="1052"/>
                    </a:lnTo>
                    <a:lnTo>
                      <a:pt x="2379" y="1062"/>
                    </a:lnTo>
                    <a:lnTo>
                      <a:pt x="2467" y="1069"/>
                    </a:lnTo>
                    <a:lnTo>
                      <a:pt x="2556" y="1074"/>
                    </a:lnTo>
                    <a:lnTo>
                      <a:pt x="2557" y="1074"/>
                    </a:lnTo>
                    <a:lnTo>
                      <a:pt x="2557" y="1074"/>
                    </a:lnTo>
                    <a:lnTo>
                      <a:pt x="2567" y="1075"/>
                    </a:lnTo>
                    <a:lnTo>
                      <a:pt x="2576" y="1076"/>
                    </a:lnTo>
                    <a:lnTo>
                      <a:pt x="2584" y="1079"/>
                    </a:lnTo>
                    <a:lnTo>
                      <a:pt x="2593" y="1082"/>
                    </a:lnTo>
                    <a:lnTo>
                      <a:pt x="2600" y="1086"/>
                    </a:lnTo>
                    <a:lnTo>
                      <a:pt x="2608" y="1092"/>
                    </a:lnTo>
                    <a:lnTo>
                      <a:pt x="2621" y="1103"/>
                    </a:lnTo>
                    <a:lnTo>
                      <a:pt x="2631" y="1117"/>
                    </a:lnTo>
                    <a:lnTo>
                      <a:pt x="2635" y="1124"/>
                    </a:lnTo>
                    <a:lnTo>
                      <a:pt x="2639" y="1133"/>
                    </a:lnTo>
                    <a:lnTo>
                      <a:pt x="2642" y="1141"/>
                    </a:lnTo>
                    <a:lnTo>
                      <a:pt x="2644" y="1150"/>
                    </a:lnTo>
                    <a:lnTo>
                      <a:pt x="2645" y="1160"/>
                    </a:lnTo>
                    <a:lnTo>
                      <a:pt x="2645" y="1170"/>
                    </a:lnTo>
                    <a:lnTo>
                      <a:pt x="2645" y="1170"/>
                    </a:lnTo>
                    <a:lnTo>
                      <a:pt x="2644" y="1178"/>
                    </a:lnTo>
                    <a:lnTo>
                      <a:pt x="2642" y="1187"/>
                    </a:lnTo>
                    <a:lnTo>
                      <a:pt x="2639" y="1196"/>
                    </a:lnTo>
                    <a:lnTo>
                      <a:pt x="2635" y="1204"/>
                    </a:lnTo>
                    <a:lnTo>
                      <a:pt x="2631" y="1212"/>
                    </a:lnTo>
                    <a:lnTo>
                      <a:pt x="2627" y="1219"/>
                    </a:lnTo>
                    <a:lnTo>
                      <a:pt x="2615" y="1232"/>
                    </a:lnTo>
                    <a:lnTo>
                      <a:pt x="2601" y="1243"/>
                    </a:lnTo>
                    <a:lnTo>
                      <a:pt x="2593" y="1247"/>
                    </a:lnTo>
                    <a:lnTo>
                      <a:pt x="2586" y="1250"/>
                    </a:lnTo>
                    <a:lnTo>
                      <a:pt x="2576" y="1253"/>
                    </a:lnTo>
                    <a:lnTo>
                      <a:pt x="2567" y="1254"/>
                    </a:lnTo>
                    <a:lnTo>
                      <a:pt x="2559" y="1256"/>
                    </a:lnTo>
                    <a:lnTo>
                      <a:pt x="2549" y="1256"/>
                    </a:lnTo>
                    <a:lnTo>
                      <a:pt x="2549" y="1256"/>
                    </a:lnTo>
                    <a:lnTo>
                      <a:pt x="2545" y="1256"/>
                    </a:lnTo>
                    <a:lnTo>
                      <a:pt x="2545" y="125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3" name="Group 165">
                <a:extLst>
                  <a:ext uri="{FF2B5EF4-FFF2-40B4-BE49-F238E27FC236}">
                    <a16:creationId xmlns:a16="http://schemas.microsoft.com/office/drawing/2014/main" id="{55C7F459-59B1-A3A6-D64A-1EDC13A61A56}"/>
                  </a:ext>
                </a:extLst>
              </p:cNvPr>
              <p:cNvGrpSpPr/>
              <p:nvPr/>
            </p:nvGrpSpPr>
            <p:grpSpPr>
              <a:xfrm rot="3502563">
                <a:off x="5059058" y="2714815"/>
                <a:ext cx="658980" cy="591697"/>
                <a:chOff x="971551" y="0"/>
                <a:chExt cx="7200902" cy="6818311"/>
              </a:xfrm>
            </p:grpSpPr>
            <p:sp>
              <p:nvSpPr>
                <p:cNvPr id="103" name="Freeform 5">
                  <a:extLst>
                    <a:ext uri="{FF2B5EF4-FFF2-40B4-BE49-F238E27FC236}">
                      <a16:creationId xmlns:a16="http://schemas.microsoft.com/office/drawing/2014/main" id="{E4097AF2-E4E8-9941-B049-77644FC199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Freeform 6">
                  <a:extLst>
                    <a:ext uri="{FF2B5EF4-FFF2-40B4-BE49-F238E27FC236}">
                      <a16:creationId xmlns:a16="http://schemas.microsoft.com/office/drawing/2014/main" id="{9120A97A-2C33-C7EE-E9EA-CA55B72EA1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4" name="Group 171">
                <a:extLst>
                  <a:ext uri="{FF2B5EF4-FFF2-40B4-BE49-F238E27FC236}">
                    <a16:creationId xmlns:a16="http://schemas.microsoft.com/office/drawing/2014/main" id="{3D40A0F7-3D9A-85B2-C835-E121530BD262}"/>
                  </a:ext>
                </a:extLst>
              </p:cNvPr>
              <p:cNvGrpSpPr/>
              <p:nvPr/>
            </p:nvGrpSpPr>
            <p:grpSpPr>
              <a:xfrm rot="21312991" flipH="1">
                <a:off x="5180347" y="4696231"/>
                <a:ext cx="698708" cy="550197"/>
                <a:chOff x="971551" y="0"/>
                <a:chExt cx="7200902" cy="6818311"/>
              </a:xfrm>
            </p:grpSpPr>
            <p:sp>
              <p:nvSpPr>
                <p:cNvPr id="101" name="Freeform 5">
                  <a:extLst>
                    <a:ext uri="{FF2B5EF4-FFF2-40B4-BE49-F238E27FC236}">
                      <a16:creationId xmlns:a16="http://schemas.microsoft.com/office/drawing/2014/main" id="{858E138F-67FF-ADE5-557B-3DAA52792B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22000">
                      <a:srgbClr val="84BC76"/>
                    </a:gs>
                    <a:gs pos="86000">
                      <a:srgbClr val="2F6C1C"/>
                    </a:gs>
                  </a:gsLst>
                  <a:lin ang="18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Freeform 6">
                  <a:extLst>
                    <a:ext uri="{FF2B5EF4-FFF2-40B4-BE49-F238E27FC236}">
                      <a16:creationId xmlns:a16="http://schemas.microsoft.com/office/drawing/2014/main" id="{3AC159F6-D294-702A-5C66-F5CDA7C393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80000">
                      <a:srgbClr val="2E6D26"/>
                    </a:gs>
                  </a:gsLst>
                  <a:lin ang="258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5" name="Freeform 9">
                <a:extLst>
                  <a:ext uri="{FF2B5EF4-FFF2-40B4-BE49-F238E27FC236}">
                    <a16:creationId xmlns:a16="http://schemas.microsoft.com/office/drawing/2014/main" id="{9B1315E2-0F10-5CE4-6B99-B389CFA14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638" y="4099567"/>
                <a:ext cx="1285555" cy="231133"/>
              </a:xfrm>
              <a:custGeom>
                <a:avLst/>
                <a:gdLst/>
                <a:ahLst/>
                <a:cxnLst>
                  <a:cxn ang="0">
                    <a:pos x="2560" y="473"/>
                  </a:cxn>
                  <a:cxn ang="0">
                    <a:pos x="2412" y="404"/>
                  </a:cxn>
                  <a:cxn ang="0">
                    <a:pos x="2261" y="341"/>
                  </a:cxn>
                  <a:cxn ang="0">
                    <a:pos x="2107" y="283"/>
                  </a:cxn>
                  <a:cxn ang="0">
                    <a:pos x="1951" y="229"/>
                  </a:cxn>
                  <a:cxn ang="0">
                    <a:pos x="1874" y="205"/>
                  </a:cxn>
                  <a:cxn ang="0">
                    <a:pos x="1715" y="161"/>
                  </a:cxn>
                  <a:cxn ang="0">
                    <a:pos x="1554" y="126"/>
                  </a:cxn>
                  <a:cxn ang="0">
                    <a:pos x="1393" y="100"/>
                  </a:cxn>
                  <a:cxn ang="0">
                    <a:pos x="1313" y="92"/>
                  </a:cxn>
                  <a:cxn ang="0">
                    <a:pos x="1149" y="85"/>
                  </a:cxn>
                  <a:cxn ang="0">
                    <a:pos x="984" y="89"/>
                  </a:cxn>
                  <a:cxn ang="0">
                    <a:pos x="818" y="102"/>
                  </a:cxn>
                  <a:cxn ang="0">
                    <a:pos x="653" y="120"/>
                  </a:cxn>
                  <a:cxn ang="0">
                    <a:pos x="571" y="131"/>
                  </a:cxn>
                  <a:cxn ang="0">
                    <a:pos x="407" y="158"/>
                  </a:cxn>
                  <a:cxn ang="0">
                    <a:pos x="243" y="191"/>
                  </a:cxn>
                  <a:cxn ang="0">
                    <a:pos x="81" y="229"/>
                  </a:cxn>
                  <a:cxn ang="0">
                    <a:pos x="0" y="250"/>
                  </a:cxn>
                  <a:cxn ang="0">
                    <a:pos x="159" y="198"/>
                  </a:cxn>
                  <a:cxn ang="0">
                    <a:pos x="320" y="153"/>
                  </a:cxn>
                  <a:cxn ang="0">
                    <a:pos x="482" y="110"/>
                  </a:cxn>
                  <a:cxn ang="0">
                    <a:pos x="646" y="75"/>
                  </a:cxn>
                  <a:cxn ang="0">
                    <a:pos x="728" y="59"/>
                  </a:cxn>
                  <a:cxn ang="0">
                    <a:pos x="895" y="32"/>
                  </a:cxn>
                  <a:cxn ang="0">
                    <a:pos x="1061" y="13"/>
                  </a:cxn>
                  <a:cxn ang="0">
                    <a:pos x="1231" y="1"/>
                  </a:cxn>
                  <a:cxn ang="0">
                    <a:pos x="1317" y="0"/>
                  </a:cxn>
                  <a:cxn ang="0">
                    <a:pos x="1487" y="10"/>
                  </a:cxn>
                  <a:cxn ang="0">
                    <a:pos x="1656" y="30"/>
                  </a:cxn>
                  <a:cxn ang="0">
                    <a:pos x="1823" y="61"/>
                  </a:cxn>
                  <a:cxn ang="0">
                    <a:pos x="1989" y="97"/>
                  </a:cxn>
                  <a:cxn ang="0">
                    <a:pos x="2071" y="119"/>
                  </a:cxn>
                  <a:cxn ang="0">
                    <a:pos x="2234" y="165"/>
                  </a:cxn>
                  <a:cxn ang="0">
                    <a:pos x="2395" y="218"/>
                  </a:cxn>
                  <a:cxn ang="0">
                    <a:pos x="2556" y="276"/>
                  </a:cxn>
                  <a:cxn ang="0">
                    <a:pos x="2635" y="307"/>
                  </a:cxn>
                  <a:cxn ang="0">
                    <a:pos x="2652" y="315"/>
                  </a:cxn>
                  <a:cxn ang="0">
                    <a:pos x="2666" y="326"/>
                  </a:cxn>
                  <a:cxn ang="0">
                    <a:pos x="2677" y="341"/>
                  </a:cxn>
                  <a:cxn ang="0">
                    <a:pos x="2690" y="373"/>
                  </a:cxn>
                  <a:cxn ang="0">
                    <a:pos x="2693" y="390"/>
                  </a:cxn>
                  <a:cxn ang="0">
                    <a:pos x="2692" y="408"/>
                  </a:cxn>
                  <a:cxn ang="0">
                    <a:pos x="2686" y="425"/>
                  </a:cxn>
                  <a:cxn ang="0">
                    <a:pos x="2682" y="434"/>
                  </a:cxn>
                  <a:cxn ang="0">
                    <a:pos x="2672" y="449"/>
                  </a:cxn>
                  <a:cxn ang="0">
                    <a:pos x="2659" y="462"/>
                  </a:cxn>
                  <a:cxn ang="0">
                    <a:pos x="2638" y="476"/>
                  </a:cxn>
                  <a:cxn ang="0">
                    <a:pos x="2612" y="482"/>
                  </a:cxn>
                  <a:cxn ang="0">
                    <a:pos x="2594" y="483"/>
                  </a:cxn>
                  <a:cxn ang="0">
                    <a:pos x="2577" y="479"/>
                  </a:cxn>
                  <a:cxn ang="0">
                    <a:pos x="2567" y="476"/>
                  </a:cxn>
                  <a:cxn ang="0">
                    <a:pos x="2560" y="473"/>
                  </a:cxn>
                </a:cxnLst>
                <a:rect l="0" t="0" r="r" b="b"/>
                <a:pathLst>
                  <a:path w="2693" h="483">
                    <a:moveTo>
                      <a:pt x="2560" y="473"/>
                    </a:moveTo>
                    <a:lnTo>
                      <a:pt x="2560" y="473"/>
                    </a:lnTo>
                    <a:lnTo>
                      <a:pt x="2487" y="438"/>
                    </a:lnTo>
                    <a:lnTo>
                      <a:pt x="2412" y="404"/>
                    </a:lnTo>
                    <a:lnTo>
                      <a:pt x="2337" y="372"/>
                    </a:lnTo>
                    <a:lnTo>
                      <a:pt x="2261" y="341"/>
                    </a:lnTo>
                    <a:lnTo>
                      <a:pt x="2184" y="311"/>
                    </a:lnTo>
                    <a:lnTo>
                      <a:pt x="2107" y="283"/>
                    </a:lnTo>
                    <a:lnTo>
                      <a:pt x="2029" y="254"/>
                    </a:lnTo>
                    <a:lnTo>
                      <a:pt x="1951" y="229"/>
                    </a:lnTo>
                    <a:lnTo>
                      <a:pt x="1951" y="229"/>
                    </a:lnTo>
                    <a:lnTo>
                      <a:pt x="1874" y="205"/>
                    </a:lnTo>
                    <a:lnTo>
                      <a:pt x="1795" y="182"/>
                    </a:lnTo>
                    <a:lnTo>
                      <a:pt x="1715" y="161"/>
                    </a:lnTo>
                    <a:lnTo>
                      <a:pt x="1635" y="141"/>
                    </a:lnTo>
                    <a:lnTo>
                      <a:pt x="1554" y="126"/>
                    </a:lnTo>
                    <a:lnTo>
                      <a:pt x="1474" y="112"/>
                    </a:lnTo>
                    <a:lnTo>
                      <a:pt x="1393" y="100"/>
                    </a:lnTo>
                    <a:lnTo>
                      <a:pt x="1313" y="92"/>
                    </a:lnTo>
                    <a:lnTo>
                      <a:pt x="1313" y="92"/>
                    </a:lnTo>
                    <a:lnTo>
                      <a:pt x="1231" y="88"/>
                    </a:lnTo>
                    <a:lnTo>
                      <a:pt x="1149" y="85"/>
                    </a:lnTo>
                    <a:lnTo>
                      <a:pt x="1067" y="86"/>
                    </a:lnTo>
                    <a:lnTo>
                      <a:pt x="984" y="89"/>
                    </a:lnTo>
                    <a:lnTo>
                      <a:pt x="902" y="95"/>
                    </a:lnTo>
                    <a:lnTo>
                      <a:pt x="818" y="102"/>
                    </a:lnTo>
                    <a:lnTo>
                      <a:pt x="736" y="110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571" y="131"/>
                    </a:lnTo>
                    <a:lnTo>
                      <a:pt x="489" y="144"/>
                    </a:lnTo>
                    <a:lnTo>
                      <a:pt x="407" y="158"/>
                    </a:lnTo>
                    <a:lnTo>
                      <a:pt x="325" y="174"/>
                    </a:lnTo>
                    <a:lnTo>
                      <a:pt x="243" y="191"/>
                    </a:lnTo>
                    <a:lnTo>
                      <a:pt x="161" y="209"/>
                    </a:lnTo>
                    <a:lnTo>
                      <a:pt x="81" y="229"/>
                    </a:lnTo>
                    <a:lnTo>
                      <a:pt x="0" y="250"/>
                    </a:lnTo>
                    <a:lnTo>
                      <a:pt x="0" y="250"/>
                    </a:lnTo>
                    <a:lnTo>
                      <a:pt x="80" y="223"/>
                    </a:lnTo>
                    <a:lnTo>
                      <a:pt x="159" y="198"/>
                    </a:lnTo>
                    <a:lnTo>
                      <a:pt x="239" y="174"/>
                    </a:lnTo>
                    <a:lnTo>
                      <a:pt x="320" y="153"/>
                    </a:lnTo>
                    <a:lnTo>
                      <a:pt x="400" y="130"/>
                    </a:lnTo>
                    <a:lnTo>
                      <a:pt x="482" y="110"/>
                    </a:lnTo>
                    <a:lnTo>
                      <a:pt x="564" y="92"/>
                    </a:lnTo>
                    <a:lnTo>
                      <a:pt x="646" y="75"/>
                    </a:lnTo>
                    <a:lnTo>
                      <a:pt x="646" y="75"/>
                    </a:lnTo>
                    <a:lnTo>
                      <a:pt x="728" y="59"/>
                    </a:lnTo>
                    <a:lnTo>
                      <a:pt x="811" y="45"/>
                    </a:lnTo>
                    <a:lnTo>
                      <a:pt x="895" y="32"/>
                    </a:lnTo>
                    <a:lnTo>
                      <a:pt x="978" y="21"/>
                    </a:lnTo>
                    <a:lnTo>
                      <a:pt x="1061" y="13"/>
                    </a:lnTo>
                    <a:lnTo>
                      <a:pt x="1146" y="6"/>
                    </a:lnTo>
                    <a:lnTo>
                      <a:pt x="1231" y="1"/>
                    </a:lnTo>
                    <a:lnTo>
                      <a:pt x="1317" y="0"/>
                    </a:lnTo>
                    <a:lnTo>
                      <a:pt x="1317" y="0"/>
                    </a:lnTo>
                    <a:lnTo>
                      <a:pt x="1402" y="3"/>
                    </a:lnTo>
                    <a:lnTo>
                      <a:pt x="1487" y="10"/>
                    </a:lnTo>
                    <a:lnTo>
                      <a:pt x="1571" y="18"/>
                    </a:lnTo>
                    <a:lnTo>
                      <a:pt x="1656" y="30"/>
                    </a:lnTo>
                    <a:lnTo>
                      <a:pt x="1739" y="44"/>
                    </a:lnTo>
                    <a:lnTo>
                      <a:pt x="1823" y="61"/>
                    </a:lnTo>
                    <a:lnTo>
                      <a:pt x="1906" y="78"/>
                    </a:lnTo>
                    <a:lnTo>
                      <a:pt x="1989" y="97"/>
                    </a:lnTo>
                    <a:lnTo>
                      <a:pt x="1989" y="97"/>
                    </a:lnTo>
                    <a:lnTo>
                      <a:pt x="2071" y="119"/>
                    </a:lnTo>
                    <a:lnTo>
                      <a:pt x="2153" y="141"/>
                    </a:lnTo>
                    <a:lnTo>
                      <a:pt x="2234" y="165"/>
                    </a:lnTo>
                    <a:lnTo>
                      <a:pt x="2314" y="191"/>
                    </a:lnTo>
                    <a:lnTo>
                      <a:pt x="2395" y="218"/>
                    </a:lnTo>
                    <a:lnTo>
                      <a:pt x="2475" y="246"/>
                    </a:lnTo>
                    <a:lnTo>
                      <a:pt x="2556" y="276"/>
                    </a:lnTo>
                    <a:lnTo>
                      <a:pt x="2635" y="307"/>
                    </a:lnTo>
                    <a:lnTo>
                      <a:pt x="2635" y="307"/>
                    </a:lnTo>
                    <a:lnTo>
                      <a:pt x="2644" y="311"/>
                    </a:lnTo>
                    <a:lnTo>
                      <a:pt x="2652" y="315"/>
                    </a:lnTo>
                    <a:lnTo>
                      <a:pt x="2659" y="321"/>
                    </a:lnTo>
                    <a:lnTo>
                      <a:pt x="2666" y="326"/>
                    </a:lnTo>
                    <a:lnTo>
                      <a:pt x="2672" y="333"/>
                    </a:lnTo>
                    <a:lnTo>
                      <a:pt x="2677" y="341"/>
                    </a:lnTo>
                    <a:lnTo>
                      <a:pt x="2686" y="356"/>
                    </a:lnTo>
                    <a:lnTo>
                      <a:pt x="2690" y="373"/>
                    </a:lnTo>
                    <a:lnTo>
                      <a:pt x="2692" y="381"/>
                    </a:lnTo>
                    <a:lnTo>
                      <a:pt x="2693" y="390"/>
                    </a:lnTo>
                    <a:lnTo>
                      <a:pt x="2693" y="398"/>
                    </a:lnTo>
                    <a:lnTo>
                      <a:pt x="2692" y="408"/>
                    </a:lnTo>
                    <a:lnTo>
                      <a:pt x="2689" y="417"/>
                    </a:lnTo>
                    <a:lnTo>
                      <a:pt x="2686" y="425"/>
                    </a:lnTo>
                    <a:lnTo>
                      <a:pt x="2686" y="425"/>
                    </a:lnTo>
                    <a:lnTo>
                      <a:pt x="2682" y="434"/>
                    </a:lnTo>
                    <a:lnTo>
                      <a:pt x="2677" y="442"/>
                    </a:lnTo>
                    <a:lnTo>
                      <a:pt x="2672" y="449"/>
                    </a:lnTo>
                    <a:lnTo>
                      <a:pt x="2666" y="456"/>
                    </a:lnTo>
                    <a:lnTo>
                      <a:pt x="2659" y="462"/>
                    </a:lnTo>
                    <a:lnTo>
                      <a:pt x="2653" y="468"/>
                    </a:lnTo>
                    <a:lnTo>
                      <a:pt x="2638" y="476"/>
                    </a:lnTo>
                    <a:lnTo>
                      <a:pt x="2621" y="480"/>
                    </a:lnTo>
                    <a:lnTo>
                      <a:pt x="2612" y="482"/>
                    </a:lnTo>
                    <a:lnTo>
                      <a:pt x="2603" y="483"/>
                    </a:lnTo>
                    <a:lnTo>
                      <a:pt x="2594" y="483"/>
                    </a:lnTo>
                    <a:lnTo>
                      <a:pt x="2586" y="482"/>
                    </a:lnTo>
                    <a:lnTo>
                      <a:pt x="2577" y="479"/>
                    </a:lnTo>
                    <a:lnTo>
                      <a:pt x="2567" y="476"/>
                    </a:lnTo>
                    <a:lnTo>
                      <a:pt x="2567" y="476"/>
                    </a:lnTo>
                    <a:lnTo>
                      <a:pt x="2562" y="473"/>
                    </a:lnTo>
                    <a:lnTo>
                      <a:pt x="2560" y="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360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43477DA1-8E78-AA70-C6D0-DC81D041C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9348" y="589355"/>
                <a:ext cx="426652" cy="5227245"/>
              </a:xfrm>
              <a:custGeom>
                <a:avLst/>
                <a:gdLst/>
                <a:ahLst/>
                <a:cxnLst>
                  <a:cxn ang="0">
                    <a:pos x="85" y="8177"/>
                  </a:cxn>
                  <a:cxn ang="0">
                    <a:pos x="198" y="7659"/>
                  </a:cxn>
                  <a:cxn ang="0">
                    <a:pos x="268" y="7269"/>
                  </a:cxn>
                  <a:cxn ang="0">
                    <a:pos x="336" y="6747"/>
                  </a:cxn>
                  <a:cxn ang="0">
                    <a:pos x="357" y="6422"/>
                  </a:cxn>
                  <a:cxn ang="0">
                    <a:pos x="357" y="6228"/>
                  </a:cxn>
                  <a:cxn ang="0">
                    <a:pos x="342" y="6039"/>
                  </a:cxn>
                  <a:cxn ang="0">
                    <a:pos x="315" y="5888"/>
                  </a:cxn>
                  <a:cxn ang="0">
                    <a:pos x="275" y="5719"/>
                  </a:cxn>
                  <a:cxn ang="0">
                    <a:pos x="203" y="5320"/>
                  </a:cxn>
                  <a:cxn ang="0">
                    <a:pos x="147" y="4918"/>
                  </a:cxn>
                  <a:cxn ang="0">
                    <a:pos x="87" y="4383"/>
                  </a:cxn>
                  <a:cxn ang="0">
                    <a:pos x="52" y="3982"/>
                  </a:cxn>
                  <a:cxn ang="0">
                    <a:pos x="18" y="3445"/>
                  </a:cxn>
                  <a:cxn ang="0">
                    <a:pos x="4" y="3042"/>
                  </a:cxn>
                  <a:cxn ang="0">
                    <a:pos x="3" y="2504"/>
                  </a:cxn>
                  <a:cxn ang="0">
                    <a:pos x="22" y="2100"/>
                  </a:cxn>
                  <a:cxn ang="0">
                    <a:pos x="61" y="1765"/>
                  </a:cxn>
                  <a:cxn ang="0">
                    <a:pos x="99" y="1564"/>
                  </a:cxn>
                  <a:cxn ang="0">
                    <a:pos x="134" y="1433"/>
                  </a:cxn>
                  <a:cxn ang="0">
                    <a:pos x="179" y="1306"/>
                  </a:cxn>
                  <a:cxn ang="0">
                    <a:pos x="257" y="1051"/>
                  </a:cxn>
                  <a:cxn ang="0">
                    <a:pos x="299" y="856"/>
                  </a:cxn>
                  <a:cxn ang="0">
                    <a:pos x="333" y="592"/>
                  </a:cxn>
                  <a:cxn ang="0">
                    <a:pos x="336" y="393"/>
                  </a:cxn>
                  <a:cxn ang="0">
                    <a:pos x="316" y="194"/>
                  </a:cxn>
                  <a:cxn ang="0">
                    <a:pos x="288" y="64"/>
                  </a:cxn>
                  <a:cxn ang="0">
                    <a:pos x="280" y="31"/>
                  </a:cxn>
                  <a:cxn ang="0">
                    <a:pos x="318" y="160"/>
                  </a:cxn>
                  <a:cxn ang="0">
                    <a:pos x="345" y="325"/>
                  </a:cxn>
                  <a:cxn ang="0">
                    <a:pos x="357" y="526"/>
                  </a:cxn>
                  <a:cxn ang="0">
                    <a:pos x="340" y="795"/>
                  </a:cxn>
                  <a:cxn ang="0">
                    <a:pos x="296" y="1061"/>
                  </a:cxn>
                  <a:cxn ang="0">
                    <a:pos x="247" y="1257"/>
                  </a:cxn>
                  <a:cxn ang="0">
                    <a:pos x="198" y="1417"/>
                  </a:cxn>
                  <a:cxn ang="0">
                    <a:pos x="158" y="1577"/>
                  </a:cxn>
                  <a:cxn ang="0">
                    <a:pos x="130" y="1773"/>
                  </a:cxn>
                  <a:cxn ang="0">
                    <a:pos x="104" y="2104"/>
                  </a:cxn>
                  <a:cxn ang="0">
                    <a:pos x="100" y="2504"/>
                  </a:cxn>
                  <a:cxn ang="0">
                    <a:pos x="121" y="3036"/>
                  </a:cxn>
                  <a:cxn ang="0">
                    <a:pos x="151" y="3436"/>
                  </a:cxn>
                  <a:cxn ang="0">
                    <a:pos x="205" y="3966"/>
                  </a:cxn>
                  <a:cxn ang="0">
                    <a:pos x="256" y="4363"/>
                  </a:cxn>
                  <a:cxn ang="0">
                    <a:pos x="335" y="4892"/>
                  </a:cxn>
                  <a:cxn ang="0">
                    <a:pos x="405" y="5284"/>
                  </a:cxn>
                  <a:cxn ang="0">
                    <a:pos x="507" y="5734"/>
                  </a:cxn>
                  <a:cxn ang="0">
                    <a:pos x="544" y="5864"/>
                  </a:cxn>
                  <a:cxn ang="0">
                    <a:pos x="573" y="6005"/>
                  </a:cxn>
                  <a:cxn ang="0">
                    <a:pos x="597" y="6215"/>
                  </a:cxn>
                  <a:cxn ang="0">
                    <a:pos x="604" y="6423"/>
                  </a:cxn>
                  <a:cxn ang="0">
                    <a:pos x="597" y="6766"/>
                  </a:cxn>
                  <a:cxn ang="0">
                    <a:pos x="547" y="7309"/>
                  </a:cxn>
                  <a:cxn ang="0">
                    <a:pos x="490" y="7712"/>
                  </a:cxn>
                  <a:cxn ang="0">
                    <a:pos x="395" y="8246"/>
                  </a:cxn>
                  <a:cxn ang="0">
                    <a:pos x="335" y="8528"/>
                  </a:cxn>
                  <a:cxn ang="0">
                    <a:pos x="302" y="8583"/>
                  </a:cxn>
                  <a:cxn ang="0">
                    <a:pos x="253" y="8623"/>
                  </a:cxn>
                  <a:cxn ang="0">
                    <a:pos x="192" y="8640"/>
                  </a:cxn>
                  <a:cxn ang="0">
                    <a:pos x="144" y="8636"/>
                  </a:cxn>
                  <a:cxn ang="0">
                    <a:pos x="83" y="8610"/>
                  </a:cxn>
                  <a:cxn ang="0">
                    <a:pos x="41" y="8565"/>
                  </a:cxn>
                  <a:cxn ang="0">
                    <a:pos x="17" y="8506"/>
                  </a:cxn>
                  <a:cxn ang="0">
                    <a:pos x="18" y="8441"/>
                  </a:cxn>
                </a:cxnLst>
                <a:rect l="0" t="0" r="r" b="b"/>
                <a:pathLst>
                  <a:path w="606" h="8640">
                    <a:moveTo>
                      <a:pt x="21" y="8432"/>
                    </a:moveTo>
                    <a:lnTo>
                      <a:pt x="21" y="8432"/>
                    </a:lnTo>
                    <a:lnTo>
                      <a:pt x="54" y="8305"/>
                    </a:lnTo>
                    <a:lnTo>
                      <a:pt x="85" y="8177"/>
                    </a:lnTo>
                    <a:lnTo>
                      <a:pt x="114" y="8048"/>
                    </a:lnTo>
                    <a:lnTo>
                      <a:pt x="144" y="7919"/>
                    </a:lnTo>
                    <a:lnTo>
                      <a:pt x="171" y="7789"/>
                    </a:lnTo>
                    <a:lnTo>
                      <a:pt x="198" y="7659"/>
                    </a:lnTo>
                    <a:lnTo>
                      <a:pt x="223" y="7529"/>
                    </a:lnTo>
                    <a:lnTo>
                      <a:pt x="246" y="7399"/>
                    </a:lnTo>
                    <a:lnTo>
                      <a:pt x="246" y="7399"/>
                    </a:lnTo>
                    <a:lnTo>
                      <a:pt x="268" y="7269"/>
                    </a:lnTo>
                    <a:lnTo>
                      <a:pt x="288" y="7139"/>
                    </a:lnTo>
                    <a:lnTo>
                      <a:pt x="306" y="7008"/>
                    </a:lnTo>
                    <a:lnTo>
                      <a:pt x="323" y="6878"/>
                    </a:lnTo>
                    <a:lnTo>
                      <a:pt x="336" y="6747"/>
                    </a:lnTo>
                    <a:lnTo>
                      <a:pt x="347" y="6617"/>
                    </a:lnTo>
                    <a:lnTo>
                      <a:pt x="352" y="6552"/>
                    </a:lnTo>
                    <a:lnTo>
                      <a:pt x="354" y="6487"/>
                    </a:lnTo>
                    <a:lnTo>
                      <a:pt x="357" y="6422"/>
                    </a:lnTo>
                    <a:lnTo>
                      <a:pt x="359" y="6357"/>
                    </a:lnTo>
                    <a:lnTo>
                      <a:pt x="359" y="6357"/>
                    </a:lnTo>
                    <a:lnTo>
                      <a:pt x="359" y="6292"/>
                    </a:lnTo>
                    <a:lnTo>
                      <a:pt x="357" y="6228"/>
                    </a:lnTo>
                    <a:lnTo>
                      <a:pt x="353" y="6165"/>
                    </a:lnTo>
                    <a:lnTo>
                      <a:pt x="349" y="6101"/>
                    </a:lnTo>
                    <a:lnTo>
                      <a:pt x="349" y="6101"/>
                    </a:lnTo>
                    <a:lnTo>
                      <a:pt x="342" y="6039"/>
                    </a:lnTo>
                    <a:lnTo>
                      <a:pt x="333" y="5977"/>
                    </a:lnTo>
                    <a:lnTo>
                      <a:pt x="333" y="5977"/>
                    </a:lnTo>
                    <a:lnTo>
                      <a:pt x="322" y="5917"/>
                    </a:lnTo>
                    <a:lnTo>
                      <a:pt x="315" y="5888"/>
                    </a:lnTo>
                    <a:lnTo>
                      <a:pt x="306" y="5855"/>
                    </a:lnTo>
                    <a:lnTo>
                      <a:pt x="306" y="5855"/>
                    </a:lnTo>
                    <a:lnTo>
                      <a:pt x="291" y="5787"/>
                    </a:lnTo>
                    <a:lnTo>
                      <a:pt x="275" y="5719"/>
                    </a:lnTo>
                    <a:lnTo>
                      <a:pt x="263" y="5653"/>
                    </a:lnTo>
                    <a:lnTo>
                      <a:pt x="250" y="5587"/>
                    </a:lnTo>
                    <a:lnTo>
                      <a:pt x="226" y="5452"/>
                    </a:lnTo>
                    <a:lnTo>
                      <a:pt x="203" y="5320"/>
                    </a:lnTo>
                    <a:lnTo>
                      <a:pt x="203" y="5320"/>
                    </a:lnTo>
                    <a:lnTo>
                      <a:pt x="183" y="5185"/>
                    </a:lnTo>
                    <a:lnTo>
                      <a:pt x="165" y="5053"/>
                    </a:lnTo>
                    <a:lnTo>
                      <a:pt x="147" y="4918"/>
                    </a:lnTo>
                    <a:lnTo>
                      <a:pt x="131" y="4784"/>
                    </a:lnTo>
                    <a:lnTo>
                      <a:pt x="116" y="4651"/>
                    </a:lnTo>
                    <a:lnTo>
                      <a:pt x="100" y="4517"/>
                    </a:lnTo>
                    <a:lnTo>
                      <a:pt x="87" y="4383"/>
                    </a:lnTo>
                    <a:lnTo>
                      <a:pt x="75" y="4250"/>
                    </a:lnTo>
                    <a:lnTo>
                      <a:pt x="75" y="4250"/>
                    </a:lnTo>
                    <a:lnTo>
                      <a:pt x="63" y="4116"/>
                    </a:lnTo>
                    <a:lnTo>
                      <a:pt x="52" y="3982"/>
                    </a:lnTo>
                    <a:lnTo>
                      <a:pt x="42" y="3847"/>
                    </a:lnTo>
                    <a:lnTo>
                      <a:pt x="32" y="3713"/>
                    </a:lnTo>
                    <a:lnTo>
                      <a:pt x="25" y="3579"/>
                    </a:lnTo>
                    <a:lnTo>
                      <a:pt x="18" y="3445"/>
                    </a:lnTo>
                    <a:lnTo>
                      <a:pt x="13" y="3310"/>
                    </a:lnTo>
                    <a:lnTo>
                      <a:pt x="7" y="3176"/>
                    </a:lnTo>
                    <a:lnTo>
                      <a:pt x="7" y="3176"/>
                    </a:lnTo>
                    <a:lnTo>
                      <a:pt x="4" y="3042"/>
                    </a:lnTo>
                    <a:lnTo>
                      <a:pt x="1" y="2906"/>
                    </a:lnTo>
                    <a:lnTo>
                      <a:pt x="0" y="2772"/>
                    </a:lnTo>
                    <a:lnTo>
                      <a:pt x="1" y="2638"/>
                    </a:lnTo>
                    <a:lnTo>
                      <a:pt x="3" y="2504"/>
                    </a:lnTo>
                    <a:lnTo>
                      <a:pt x="7" y="2368"/>
                    </a:lnTo>
                    <a:lnTo>
                      <a:pt x="14" y="2234"/>
                    </a:lnTo>
                    <a:lnTo>
                      <a:pt x="22" y="2100"/>
                    </a:lnTo>
                    <a:lnTo>
                      <a:pt x="22" y="2100"/>
                    </a:lnTo>
                    <a:lnTo>
                      <a:pt x="35" y="1965"/>
                    </a:lnTo>
                    <a:lnTo>
                      <a:pt x="42" y="1898"/>
                    </a:lnTo>
                    <a:lnTo>
                      <a:pt x="51" y="1831"/>
                    </a:lnTo>
                    <a:lnTo>
                      <a:pt x="61" y="1765"/>
                    </a:lnTo>
                    <a:lnTo>
                      <a:pt x="72" y="1697"/>
                    </a:lnTo>
                    <a:lnTo>
                      <a:pt x="85" y="1631"/>
                    </a:lnTo>
                    <a:lnTo>
                      <a:pt x="99" y="1564"/>
                    </a:lnTo>
                    <a:lnTo>
                      <a:pt x="99" y="1564"/>
                    </a:lnTo>
                    <a:lnTo>
                      <a:pt x="116" y="1498"/>
                    </a:lnTo>
                    <a:lnTo>
                      <a:pt x="124" y="1465"/>
                    </a:lnTo>
                    <a:lnTo>
                      <a:pt x="134" y="1433"/>
                    </a:lnTo>
                    <a:lnTo>
                      <a:pt x="134" y="1433"/>
                    </a:lnTo>
                    <a:lnTo>
                      <a:pt x="145" y="1400"/>
                    </a:lnTo>
                    <a:lnTo>
                      <a:pt x="157" y="1369"/>
                    </a:lnTo>
                    <a:lnTo>
                      <a:pt x="179" y="1306"/>
                    </a:lnTo>
                    <a:lnTo>
                      <a:pt x="179" y="1306"/>
                    </a:lnTo>
                    <a:lnTo>
                      <a:pt x="200" y="1243"/>
                    </a:lnTo>
                    <a:lnTo>
                      <a:pt x="220" y="1180"/>
                    </a:lnTo>
                    <a:lnTo>
                      <a:pt x="239" y="1116"/>
                    </a:lnTo>
                    <a:lnTo>
                      <a:pt x="257" y="1051"/>
                    </a:lnTo>
                    <a:lnTo>
                      <a:pt x="257" y="1051"/>
                    </a:lnTo>
                    <a:lnTo>
                      <a:pt x="272" y="986"/>
                    </a:lnTo>
                    <a:lnTo>
                      <a:pt x="287" y="921"/>
                    </a:lnTo>
                    <a:lnTo>
                      <a:pt x="299" y="856"/>
                    </a:lnTo>
                    <a:lnTo>
                      <a:pt x="311" y="791"/>
                    </a:lnTo>
                    <a:lnTo>
                      <a:pt x="321" y="725"/>
                    </a:lnTo>
                    <a:lnTo>
                      <a:pt x="328" y="658"/>
                    </a:lnTo>
                    <a:lnTo>
                      <a:pt x="333" y="592"/>
                    </a:lnTo>
                    <a:lnTo>
                      <a:pt x="336" y="526"/>
                    </a:lnTo>
                    <a:lnTo>
                      <a:pt x="336" y="526"/>
                    </a:lnTo>
                    <a:lnTo>
                      <a:pt x="337" y="459"/>
                    </a:lnTo>
                    <a:lnTo>
                      <a:pt x="336" y="393"/>
                    </a:lnTo>
                    <a:lnTo>
                      <a:pt x="332" y="326"/>
                    </a:lnTo>
                    <a:lnTo>
                      <a:pt x="326" y="260"/>
                    </a:lnTo>
                    <a:lnTo>
                      <a:pt x="326" y="260"/>
                    </a:lnTo>
                    <a:lnTo>
                      <a:pt x="316" y="194"/>
                    </a:lnTo>
                    <a:lnTo>
                      <a:pt x="311" y="161"/>
                    </a:lnTo>
                    <a:lnTo>
                      <a:pt x="305" y="127"/>
                    </a:lnTo>
                    <a:lnTo>
                      <a:pt x="296" y="95"/>
                    </a:lnTo>
                    <a:lnTo>
                      <a:pt x="288" y="64"/>
                    </a:lnTo>
                    <a:lnTo>
                      <a:pt x="278" y="31"/>
                    </a:lnTo>
                    <a:lnTo>
                      <a:pt x="267" y="0"/>
                    </a:lnTo>
                    <a:lnTo>
                      <a:pt x="267" y="0"/>
                    </a:lnTo>
                    <a:lnTo>
                      <a:pt x="280" y="31"/>
                    </a:lnTo>
                    <a:lnTo>
                      <a:pt x="291" y="62"/>
                    </a:lnTo>
                    <a:lnTo>
                      <a:pt x="301" y="95"/>
                    </a:lnTo>
                    <a:lnTo>
                      <a:pt x="309" y="127"/>
                    </a:lnTo>
                    <a:lnTo>
                      <a:pt x="318" y="160"/>
                    </a:lnTo>
                    <a:lnTo>
                      <a:pt x="325" y="192"/>
                    </a:lnTo>
                    <a:lnTo>
                      <a:pt x="336" y="259"/>
                    </a:lnTo>
                    <a:lnTo>
                      <a:pt x="336" y="259"/>
                    </a:lnTo>
                    <a:lnTo>
                      <a:pt x="345" y="325"/>
                    </a:lnTo>
                    <a:lnTo>
                      <a:pt x="352" y="391"/>
                    </a:lnTo>
                    <a:lnTo>
                      <a:pt x="356" y="459"/>
                    </a:lnTo>
                    <a:lnTo>
                      <a:pt x="357" y="526"/>
                    </a:lnTo>
                    <a:lnTo>
                      <a:pt x="357" y="526"/>
                    </a:lnTo>
                    <a:lnTo>
                      <a:pt x="356" y="593"/>
                    </a:lnTo>
                    <a:lnTo>
                      <a:pt x="353" y="661"/>
                    </a:lnTo>
                    <a:lnTo>
                      <a:pt x="347" y="728"/>
                    </a:lnTo>
                    <a:lnTo>
                      <a:pt x="340" y="795"/>
                    </a:lnTo>
                    <a:lnTo>
                      <a:pt x="332" y="862"/>
                    </a:lnTo>
                    <a:lnTo>
                      <a:pt x="322" y="928"/>
                    </a:lnTo>
                    <a:lnTo>
                      <a:pt x="311" y="995"/>
                    </a:lnTo>
                    <a:lnTo>
                      <a:pt x="296" y="1061"/>
                    </a:lnTo>
                    <a:lnTo>
                      <a:pt x="296" y="1061"/>
                    </a:lnTo>
                    <a:lnTo>
                      <a:pt x="281" y="1126"/>
                    </a:lnTo>
                    <a:lnTo>
                      <a:pt x="265" y="1193"/>
                    </a:lnTo>
                    <a:lnTo>
                      <a:pt x="247" y="1257"/>
                    </a:lnTo>
                    <a:lnTo>
                      <a:pt x="227" y="1322"/>
                    </a:lnTo>
                    <a:lnTo>
                      <a:pt x="227" y="1322"/>
                    </a:lnTo>
                    <a:lnTo>
                      <a:pt x="207" y="1386"/>
                    </a:lnTo>
                    <a:lnTo>
                      <a:pt x="198" y="1417"/>
                    </a:lnTo>
                    <a:lnTo>
                      <a:pt x="188" y="1448"/>
                    </a:lnTo>
                    <a:lnTo>
                      <a:pt x="188" y="1448"/>
                    </a:lnTo>
                    <a:lnTo>
                      <a:pt x="172" y="1513"/>
                    </a:lnTo>
                    <a:lnTo>
                      <a:pt x="158" y="1577"/>
                    </a:lnTo>
                    <a:lnTo>
                      <a:pt x="158" y="1577"/>
                    </a:lnTo>
                    <a:lnTo>
                      <a:pt x="147" y="1642"/>
                    </a:lnTo>
                    <a:lnTo>
                      <a:pt x="137" y="1708"/>
                    </a:lnTo>
                    <a:lnTo>
                      <a:pt x="130" y="1773"/>
                    </a:lnTo>
                    <a:lnTo>
                      <a:pt x="123" y="1840"/>
                    </a:lnTo>
                    <a:lnTo>
                      <a:pt x="116" y="1906"/>
                    </a:lnTo>
                    <a:lnTo>
                      <a:pt x="111" y="1971"/>
                    </a:lnTo>
                    <a:lnTo>
                      <a:pt x="104" y="2104"/>
                    </a:lnTo>
                    <a:lnTo>
                      <a:pt x="104" y="2104"/>
                    </a:lnTo>
                    <a:lnTo>
                      <a:pt x="102" y="2238"/>
                    </a:lnTo>
                    <a:lnTo>
                      <a:pt x="100" y="2371"/>
                    </a:lnTo>
                    <a:lnTo>
                      <a:pt x="100" y="2504"/>
                    </a:lnTo>
                    <a:lnTo>
                      <a:pt x="103" y="2637"/>
                    </a:lnTo>
                    <a:lnTo>
                      <a:pt x="107" y="2771"/>
                    </a:lnTo>
                    <a:lnTo>
                      <a:pt x="114" y="2904"/>
                    </a:lnTo>
                    <a:lnTo>
                      <a:pt x="121" y="3036"/>
                    </a:lnTo>
                    <a:lnTo>
                      <a:pt x="130" y="3169"/>
                    </a:lnTo>
                    <a:lnTo>
                      <a:pt x="130" y="3169"/>
                    </a:lnTo>
                    <a:lnTo>
                      <a:pt x="140" y="3303"/>
                    </a:lnTo>
                    <a:lnTo>
                      <a:pt x="151" y="3436"/>
                    </a:lnTo>
                    <a:lnTo>
                      <a:pt x="162" y="3569"/>
                    </a:lnTo>
                    <a:lnTo>
                      <a:pt x="176" y="3702"/>
                    </a:lnTo>
                    <a:lnTo>
                      <a:pt x="191" y="3835"/>
                    </a:lnTo>
                    <a:lnTo>
                      <a:pt x="205" y="3966"/>
                    </a:lnTo>
                    <a:lnTo>
                      <a:pt x="220" y="4099"/>
                    </a:lnTo>
                    <a:lnTo>
                      <a:pt x="237" y="4232"/>
                    </a:lnTo>
                    <a:lnTo>
                      <a:pt x="237" y="4232"/>
                    </a:lnTo>
                    <a:lnTo>
                      <a:pt x="256" y="4363"/>
                    </a:lnTo>
                    <a:lnTo>
                      <a:pt x="274" y="4496"/>
                    </a:lnTo>
                    <a:lnTo>
                      <a:pt x="292" y="4627"/>
                    </a:lnTo>
                    <a:lnTo>
                      <a:pt x="313" y="4760"/>
                    </a:lnTo>
                    <a:lnTo>
                      <a:pt x="335" y="4892"/>
                    </a:lnTo>
                    <a:lnTo>
                      <a:pt x="357" y="5022"/>
                    </a:lnTo>
                    <a:lnTo>
                      <a:pt x="381" y="5153"/>
                    </a:lnTo>
                    <a:lnTo>
                      <a:pt x="405" y="5284"/>
                    </a:lnTo>
                    <a:lnTo>
                      <a:pt x="405" y="5284"/>
                    </a:lnTo>
                    <a:lnTo>
                      <a:pt x="432" y="5413"/>
                    </a:lnTo>
                    <a:lnTo>
                      <a:pt x="460" y="5543"/>
                    </a:lnTo>
                    <a:lnTo>
                      <a:pt x="490" y="5670"/>
                    </a:lnTo>
                    <a:lnTo>
                      <a:pt x="507" y="5734"/>
                    </a:lnTo>
                    <a:lnTo>
                      <a:pt x="524" y="5796"/>
                    </a:lnTo>
                    <a:lnTo>
                      <a:pt x="534" y="5828"/>
                    </a:lnTo>
                    <a:lnTo>
                      <a:pt x="544" y="5864"/>
                    </a:lnTo>
                    <a:lnTo>
                      <a:pt x="544" y="5864"/>
                    </a:lnTo>
                    <a:lnTo>
                      <a:pt x="552" y="5899"/>
                    </a:lnTo>
                    <a:lnTo>
                      <a:pt x="559" y="5934"/>
                    </a:lnTo>
                    <a:lnTo>
                      <a:pt x="559" y="5934"/>
                    </a:lnTo>
                    <a:lnTo>
                      <a:pt x="573" y="6005"/>
                    </a:lnTo>
                    <a:lnTo>
                      <a:pt x="583" y="6076"/>
                    </a:lnTo>
                    <a:lnTo>
                      <a:pt x="583" y="6076"/>
                    </a:lnTo>
                    <a:lnTo>
                      <a:pt x="590" y="6145"/>
                    </a:lnTo>
                    <a:lnTo>
                      <a:pt x="597" y="6215"/>
                    </a:lnTo>
                    <a:lnTo>
                      <a:pt x="602" y="6285"/>
                    </a:lnTo>
                    <a:lnTo>
                      <a:pt x="604" y="6354"/>
                    </a:lnTo>
                    <a:lnTo>
                      <a:pt x="604" y="6354"/>
                    </a:lnTo>
                    <a:lnTo>
                      <a:pt x="604" y="6423"/>
                    </a:lnTo>
                    <a:lnTo>
                      <a:pt x="606" y="6492"/>
                    </a:lnTo>
                    <a:lnTo>
                      <a:pt x="604" y="6562"/>
                    </a:lnTo>
                    <a:lnTo>
                      <a:pt x="603" y="6629"/>
                    </a:lnTo>
                    <a:lnTo>
                      <a:pt x="597" y="6766"/>
                    </a:lnTo>
                    <a:lnTo>
                      <a:pt x="588" y="6902"/>
                    </a:lnTo>
                    <a:lnTo>
                      <a:pt x="576" y="7039"/>
                    </a:lnTo>
                    <a:lnTo>
                      <a:pt x="562" y="7173"/>
                    </a:lnTo>
                    <a:lnTo>
                      <a:pt x="547" y="7309"/>
                    </a:lnTo>
                    <a:lnTo>
                      <a:pt x="530" y="7443"/>
                    </a:lnTo>
                    <a:lnTo>
                      <a:pt x="530" y="7443"/>
                    </a:lnTo>
                    <a:lnTo>
                      <a:pt x="511" y="7577"/>
                    </a:lnTo>
                    <a:lnTo>
                      <a:pt x="490" y="7712"/>
                    </a:lnTo>
                    <a:lnTo>
                      <a:pt x="469" y="7846"/>
                    </a:lnTo>
                    <a:lnTo>
                      <a:pt x="445" y="7979"/>
                    </a:lnTo>
                    <a:lnTo>
                      <a:pt x="421" y="8112"/>
                    </a:lnTo>
                    <a:lnTo>
                      <a:pt x="395" y="8246"/>
                    </a:lnTo>
                    <a:lnTo>
                      <a:pt x="367" y="8379"/>
                    </a:lnTo>
                    <a:lnTo>
                      <a:pt x="339" y="8511"/>
                    </a:lnTo>
                    <a:lnTo>
                      <a:pt x="339" y="8511"/>
                    </a:lnTo>
                    <a:lnTo>
                      <a:pt x="335" y="8528"/>
                    </a:lnTo>
                    <a:lnTo>
                      <a:pt x="329" y="8544"/>
                    </a:lnTo>
                    <a:lnTo>
                      <a:pt x="321" y="8558"/>
                    </a:lnTo>
                    <a:lnTo>
                      <a:pt x="312" y="8571"/>
                    </a:lnTo>
                    <a:lnTo>
                      <a:pt x="302" y="8583"/>
                    </a:lnTo>
                    <a:lnTo>
                      <a:pt x="292" y="8595"/>
                    </a:lnTo>
                    <a:lnTo>
                      <a:pt x="280" y="8606"/>
                    </a:lnTo>
                    <a:lnTo>
                      <a:pt x="267" y="8615"/>
                    </a:lnTo>
                    <a:lnTo>
                      <a:pt x="253" y="8623"/>
                    </a:lnTo>
                    <a:lnTo>
                      <a:pt x="239" y="8629"/>
                    </a:lnTo>
                    <a:lnTo>
                      <a:pt x="224" y="8634"/>
                    </a:lnTo>
                    <a:lnTo>
                      <a:pt x="209" y="8637"/>
                    </a:lnTo>
                    <a:lnTo>
                      <a:pt x="192" y="8640"/>
                    </a:lnTo>
                    <a:lnTo>
                      <a:pt x="176" y="8640"/>
                    </a:lnTo>
                    <a:lnTo>
                      <a:pt x="159" y="8639"/>
                    </a:lnTo>
                    <a:lnTo>
                      <a:pt x="144" y="8636"/>
                    </a:lnTo>
                    <a:lnTo>
                      <a:pt x="144" y="8636"/>
                    </a:lnTo>
                    <a:lnTo>
                      <a:pt x="127" y="8632"/>
                    </a:lnTo>
                    <a:lnTo>
                      <a:pt x="111" y="8626"/>
                    </a:lnTo>
                    <a:lnTo>
                      <a:pt x="97" y="8619"/>
                    </a:lnTo>
                    <a:lnTo>
                      <a:pt x="83" y="8610"/>
                    </a:lnTo>
                    <a:lnTo>
                      <a:pt x="72" y="8600"/>
                    </a:lnTo>
                    <a:lnTo>
                      <a:pt x="59" y="8589"/>
                    </a:lnTo>
                    <a:lnTo>
                      <a:pt x="49" y="8578"/>
                    </a:lnTo>
                    <a:lnTo>
                      <a:pt x="41" y="8565"/>
                    </a:lnTo>
                    <a:lnTo>
                      <a:pt x="32" y="8551"/>
                    </a:lnTo>
                    <a:lnTo>
                      <a:pt x="27" y="8537"/>
                    </a:lnTo>
                    <a:lnTo>
                      <a:pt x="21" y="8521"/>
                    </a:lnTo>
                    <a:lnTo>
                      <a:pt x="17" y="8506"/>
                    </a:lnTo>
                    <a:lnTo>
                      <a:pt x="15" y="8490"/>
                    </a:lnTo>
                    <a:lnTo>
                      <a:pt x="15" y="8473"/>
                    </a:lnTo>
                    <a:lnTo>
                      <a:pt x="15" y="8458"/>
                    </a:lnTo>
                    <a:lnTo>
                      <a:pt x="18" y="8441"/>
                    </a:lnTo>
                    <a:lnTo>
                      <a:pt x="18" y="8441"/>
                    </a:lnTo>
                    <a:lnTo>
                      <a:pt x="20" y="8435"/>
                    </a:lnTo>
                    <a:lnTo>
                      <a:pt x="21" y="84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7" name="Group 165">
                <a:extLst>
                  <a:ext uri="{FF2B5EF4-FFF2-40B4-BE49-F238E27FC236}">
                    <a16:creationId xmlns:a16="http://schemas.microsoft.com/office/drawing/2014/main" id="{5E944677-C9F6-56BF-843F-31CF6BFB587F}"/>
                  </a:ext>
                </a:extLst>
              </p:cNvPr>
              <p:cNvGrpSpPr/>
              <p:nvPr/>
            </p:nvGrpSpPr>
            <p:grpSpPr>
              <a:xfrm rot="287009">
                <a:off x="5976808" y="4153555"/>
                <a:ext cx="864455" cy="818525"/>
                <a:chOff x="707853" y="22066"/>
                <a:chExt cx="7200902" cy="6818311"/>
              </a:xfrm>
            </p:grpSpPr>
            <p:sp>
              <p:nvSpPr>
                <p:cNvPr id="99" name="Freeform 5">
                  <a:extLst>
                    <a:ext uri="{FF2B5EF4-FFF2-40B4-BE49-F238E27FC236}">
                      <a16:creationId xmlns:a16="http://schemas.microsoft.com/office/drawing/2014/main" id="{33C27704-181B-EB72-9E42-D0F17058BA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Freeform 6">
                  <a:extLst>
                    <a:ext uri="{FF2B5EF4-FFF2-40B4-BE49-F238E27FC236}">
                      <a16:creationId xmlns:a16="http://schemas.microsoft.com/office/drawing/2014/main" id="{78F315E6-7FED-DDBF-93FE-7E2E67FD01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8" name="Freeform 8">
                <a:extLst>
                  <a:ext uri="{FF2B5EF4-FFF2-40B4-BE49-F238E27FC236}">
                    <a16:creationId xmlns:a16="http://schemas.microsoft.com/office/drawing/2014/main" id="{E4454B5A-E14A-FFE1-FC7F-114F9459A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0798" y="3121975"/>
                <a:ext cx="1588702" cy="539295"/>
              </a:xfrm>
              <a:custGeom>
                <a:avLst/>
                <a:gdLst/>
                <a:ahLst/>
                <a:cxnLst>
                  <a:cxn ang="0">
                    <a:pos x="38" y="785"/>
                  </a:cxn>
                  <a:cxn ang="0">
                    <a:pos x="90" y="735"/>
                  </a:cxn>
                  <a:cxn ang="0">
                    <a:pos x="165" y="679"/>
                  </a:cxn>
                  <a:cxn ang="0">
                    <a:pos x="281" y="602"/>
                  </a:cxn>
                  <a:cxn ang="0">
                    <a:pos x="361" y="559"/>
                  </a:cxn>
                  <a:cxn ang="0">
                    <a:pos x="486" y="501"/>
                  </a:cxn>
                  <a:cxn ang="0">
                    <a:pos x="613" y="451"/>
                  </a:cxn>
                  <a:cxn ang="0">
                    <a:pos x="699" y="424"/>
                  </a:cxn>
                  <a:cxn ang="0">
                    <a:pos x="830" y="390"/>
                  </a:cxn>
                  <a:cxn ang="0">
                    <a:pos x="1008" y="356"/>
                  </a:cxn>
                  <a:cxn ang="0">
                    <a:pos x="1275" y="330"/>
                  </a:cxn>
                  <a:cxn ang="0">
                    <a:pos x="1452" y="323"/>
                  </a:cxn>
                  <a:cxn ang="0">
                    <a:pos x="1715" y="300"/>
                  </a:cxn>
                  <a:cxn ang="0">
                    <a:pos x="1975" y="258"/>
                  </a:cxn>
                  <a:cxn ang="0">
                    <a:pos x="2146" y="219"/>
                  </a:cxn>
                  <a:cxn ang="0">
                    <a:pos x="2399" y="143"/>
                  </a:cxn>
                  <a:cxn ang="0">
                    <a:pos x="2523" y="96"/>
                  </a:cxn>
                  <a:cxn ang="0">
                    <a:pos x="2643" y="43"/>
                  </a:cxn>
                  <a:cxn ang="0">
                    <a:pos x="2721" y="0"/>
                  </a:cxn>
                  <a:cxn ang="0">
                    <a:pos x="2606" y="68"/>
                  </a:cxn>
                  <a:cxn ang="0">
                    <a:pos x="2486" y="125"/>
                  </a:cxn>
                  <a:cxn ang="0">
                    <a:pos x="2322" y="193"/>
                  </a:cxn>
                  <a:cxn ang="0">
                    <a:pos x="2069" y="275"/>
                  </a:cxn>
                  <a:cxn ang="0">
                    <a:pos x="1897" y="318"/>
                  </a:cxn>
                  <a:cxn ang="0">
                    <a:pos x="1634" y="368"/>
                  </a:cxn>
                  <a:cxn ang="0">
                    <a:pos x="1370" y="400"/>
                  </a:cxn>
                  <a:cxn ang="0">
                    <a:pos x="1195" y="417"/>
                  </a:cxn>
                  <a:cxn ang="0">
                    <a:pos x="939" y="465"/>
                  </a:cxn>
                  <a:cxn ang="0">
                    <a:pos x="774" y="512"/>
                  </a:cxn>
                  <a:cxn ang="0">
                    <a:pos x="692" y="540"/>
                  </a:cxn>
                  <a:cxn ang="0">
                    <a:pos x="573" y="590"/>
                  </a:cxn>
                  <a:cxn ang="0">
                    <a:pos x="459" y="648"/>
                  </a:cxn>
                  <a:cxn ang="0">
                    <a:pos x="385" y="690"/>
                  </a:cxn>
                  <a:cxn ang="0">
                    <a:pos x="281" y="761"/>
                  </a:cxn>
                  <a:cxn ang="0">
                    <a:pos x="215" y="814"/>
                  </a:cxn>
                  <a:cxn ang="0">
                    <a:pos x="155" y="869"/>
                  </a:cxn>
                  <a:cxn ang="0">
                    <a:pos x="130" y="899"/>
                  </a:cxn>
                  <a:cxn ang="0">
                    <a:pos x="94" y="923"/>
                  </a:cxn>
                  <a:cxn ang="0">
                    <a:pos x="53" y="923"/>
                  </a:cxn>
                  <a:cxn ang="0">
                    <a:pos x="27" y="910"/>
                  </a:cxn>
                  <a:cxn ang="0">
                    <a:pos x="3" y="875"/>
                  </a:cxn>
                  <a:cxn ang="0">
                    <a:pos x="3" y="833"/>
                  </a:cxn>
                  <a:cxn ang="0">
                    <a:pos x="17" y="807"/>
                  </a:cxn>
                </a:cxnLst>
                <a:rect l="0" t="0" r="r" b="b"/>
                <a:pathLst>
                  <a:path w="2721" h="926">
                    <a:moveTo>
                      <a:pt x="20" y="804"/>
                    </a:moveTo>
                    <a:lnTo>
                      <a:pt x="20" y="804"/>
                    </a:lnTo>
                    <a:lnTo>
                      <a:pt x="38" y="785"/>
                    </a:lnTo>
                    <a:lnTo>
                      <a:pt x="55" y="768"/>
                    </a:lnTo>
                    <a:lnTo>
                      <a:pt x="90" y="735"/>
                    </a:lnTo>
                    <a:lnTo>
                      <a:pt x="90" y="735"/>
                    </a:lnTo>
                    <a:lnTo>
                      <a:pt x="127" y="705"/>
                    </a:lnTo>
                    <a:lnTo>
                      <a:pt x="165" y="679"/>
                    </a:lnTo>
                    <a:lnTo>
                      <a:pt x="165" y="679"/>
                    </a:lnTo>
                    <a:lnTo>
                      <a:pt x="203" y="652"/>
                    </a:lnTo>
                    <a:lnTo>
                      <a:pt x="241" y="626"/>
                    </a:lnTo>
                    <a:lnTo>
                      <a:pt x="281" y="602"/>
                    </a:lnTo>
                    <a:lnTo>
                      <a:pt x="320" y="580"/>
                    </a:lnTo>
                    <a:lnTo>
                      <a:pt x="320" y="580"/>
                    </a:lnTo>
                    <a:lnTo>
                      <a:pt x="361" y="559"/>
                    </a:lnTo>
                    <a:lnTo>
                      <a:pt x="402" y="537"/>
                    </a:lnTo>
                    <a:lnTo>
                      <a:pt x="443" y="519"/>
                    </a:lnTo>
                    <a:lnTo>
                      <a:pt x="486" y="501"/>
                    </a:lnTo>
                    <a:lnTo>
                      <a:pt x="528" y="482"/>
                    </a:lnTo>
                    <a:lnTo>
                      <a:pt x="571" y="467"/>
                    </a:lnTo>
                    <a:lnTo>
                      <a:pt x="613" y="451"/>
                    </a:lnTo>
                    <a:lnTo>
                      <a:pt x="657" y="437"/>
                    </a:lnTo>
                    <a:lnTo>
                      <a:pt x="657" y="437"/>
                    </a:lnTo>
                    <a:lnTo>
                      <a:pt x="699" y="424"/>
                    </a:lnTo>
                    <a:lnTo>
                      <a:pt x="743" y="412"/>
                    </a:lnTo>
                    <a:lnTo>
                      <a:pt x="787" y="400"/>
                    </a:lnTo>
                    <a:lnTo>
                      <a:pt x="830" y="390"/>
                    </a:lnTo>
                    <a:lnTo>
                      <a:pt x="876" y="380"/>
                    </a:lnTo>
                    <a:lnTo>
                      <a:pt x="919" y="372"/>
                    </a:lnTo>
                    <a:lnTo>
                      <a:pt x="1008" y="356"/>
                    </a:lnTo>
                    <a:lnTo>
                      <a:pt x="1097" y="345"/>
                    </a:lnTo>
                    <a:lnTo>
                      <a:pt x="1186" y="337"/>
                    </a:lnTo>
                    <a:lnTo>
                      <a:pt x="1275" y="330"/>
                    </a:lnTo>
                    <a:lnTo>
                      <a:pt x="1366" y="327"/>
                    </a:lnTo>
                    <a:lnTo>
                      <a:pt x="1366" y="327"/>
                    </a:lnTo>
                    <a:lnTo>
                      <a:pt x="1452" y="323"/>
                    </a:lnTo>
                    <a:lnTo>
                      <a:pt x="1540" y="317"/>
                    </a:lnTo>
                    <a:lnTo>
                      <a:pt x="1627" y="310"/>
                    </a:lnTo>
                    <a:lnTo>
                      <a:pt x="1715" y="300"/>
                    </a:lnTo>
                    <a:lnTo>
                      <a:pt x="1801" y="287"/>
                    </a:lnTo>
                    <a:lnTo>
                      <a:pt x="1889" y="275"/>
                    </a:lnTo>
                    <a:lnTo>
                      <a:pt x="1975" y="258"/>
                    </a:lnTo>
                    <a:lnTo>
                      <a:pt x="2061" y="239"/>
                    </a:lnTo>
                    <a:lnTo>
                      <a:pt x="2061" y="239"/>
                    </a:lnTo>
                    <a:lnTo>
                      <a:pt x="2146" y="219"/>
                    </a:lnTo>
                    <a:lnTo>
                      <a:pt x="2230" y="197"/>
                    </a:lnTo>
                    <a:lnTo>
                      <a:pt x="2315" y="171"/>
                    </a:lnTo>
                    <a:lnTo>
                      <a:pt x="2399" y="143"/>
                    </a:lnTo>
                    <a:lnTo>
                      <a:pt x="2399" y="143"/>
                    </a:lnTo>
                    <a:lnTo>
                      <a:pt x="2482" y="113"/>
                    </a:lnTo>
                    <a:lnTo>
                      <a:pt x="2523" y="96"/>
                    </a:lnTo>
                    <a:lnTo>
                      <a:pt x="2564" y="80"/>
                    </a:lnTo>
                    <a:lnTo>
                      <a:pt x="2603" y="61"/>
                    </a:lnTo>
                    <a:lnTo>
                      <a:pt x="2643" y="43"/>
                    </a:lnTo>
                    <a:lnTo>
                      <a:pt x="2682" y="22"/>
                    </a:lnTo>
                    <a:lnTo>
                      <a:pt x="2721" y="0"/>
                    </a:lnTo>
                    <a:lnTo>
                      <a:pt x="2721" y="0"/>
                    </a:lnTo>
                    <a:lnTo>
                      <a:pt x="2684" y="24"/>
                    </a:lnTo>
                    <a:lnTo>
                      <a:pt x="2646" y="47"/>
                    </a:lnTo>
                    <a:lnTo>
                      <a:pt x="2606" y="68"/>
                    </a:lnTo>
                    <a:lnTo>
                      <a:pt x="2567" y="88"/>
                    </a:lnTo>
                    <a:lnTo>
                      <a:pt x="2527" y="106"/>
                    </a:lnTo>
                    <a:lnTo>
                      <a:pt x="2486" y="125"/>
                    </a:lnTo>
                    <a:lnTo>
                      <a:pt x="2406" y="160"/>
                    </a:lnTo>
                    <a:lnTo>
                      <a:pt x="2406" y="160"/>
                    </a:lnTo>
                    <a:lnTo>
                      <a:pt x="2322" y="193"/>
                    </a:lnTo>
                    <a:lnTo>
                      <a:pt x="2239" y="222"/>
                    </a:lnTo>
                    <a:lnTo>
                      <a:pt x="2154" y="250"/>
                    </a:lnTo>
                    <a:lnTo>
                      <a:pt x="2069" y="275"/>
                    </a:lnTo>
                    <a:lnTo>
                      <a:pt x="2069" y="275"/>
                    </a:lnTo>
                    <a:lnTo>
                      <a:pt x="1983" y="299"/>
                    </a:lnTo>
                    <a:lnTo>
                      <a:pt x="1897" y="318"/>
                    </a:lnTo>
                    <a:lnTo>
                      <a:pt x="1811" y="337"/>
                    </a:lnTo>
                    <a:lnTo>
                      <a:pt x="1723" y="354"/>
                    </a:lnTo>
                    <a:lnTo>
                      <a:pt x="1634" y="368"/>
                    </a:lnTo>
                    <a:lnTo>
                      <a:pt x="1547" y="380"/>
                    </a:lnTo>
                    <a:lnTo>
                      <a:pt x="1458" y="390"/>
                    </a:lnTo>
                    <a:lnTo>
                      <a:pt x="1370" y="400"/>
                    </a:lnTo>
                    <a:lnTo>
                      <a:pt x="1370" y="400"/>
                    </a:lnTo>
                    <a:lnTo>
                      <a:pt x="1283" y="407"/>
                    </a:lnTo>
                    <a:lnTo>
                      <a:pt x="1195" y="417"/>
                    </a:lnTo>
                    <a:lnTo>
                      <a:pt x="1109" y="430"/>
                    </a:lnTo>
                    <a:lnTo>
                      <a:pt x="1024" y="447"/>
                    </a:lnTo>
                    <a:lnTo>
                      <a:pt x="939" y="465"/>
                    </a:lnTo>
                    <a:lnTo>
                      <a:pt x="856" y="486"/>
                    </a:lnTo>
                    <a:lnTo>
                      <a:pt x="815" y="499"/>
                    </a:lnTo>
                    <a:lnTo>
                      <a:pt x="774" y="512"/>
                    </a:lnTo>
                    <a:lnTo>
                      <a:pt x="733" y="526"/>
                    </a:lnTo>
                    <a:lnTo>
                      <a:pt x="692" y="540"/>
                    </a:lnTo>
                    <a:lnTo>
                      <a:pt x="692" y="540"/>
                    </a:lnTo>
                    <a:lnTo>
                      <a:pt x="652" y="556"/>
                    </a:lnTo>
                    <a:lnTo>
                      <a:pt x="613" y="573"/>
                    </a:lnTo>
                    <a:lnTo>
                      <a:pt x="573" y="590"/>
                    </a:lnTo>
                    <a:lnTo>
                      <a:pt x="534" y="608"/>
                    </a:lnTo>
                    <a:lnTo>
                      <a:pt x="496" y="628"/>
                    </a:lnTo>
                    <a:lnTo>
                      <a:pt x="459" y="648"/>
                    </a:lnTo>
                    <a:lnTo>
                      <a:pt x="421" y="667"/>
                    </a:lnTo>
                    <a:lnTo>
                      <a:pt x="385" y="690"/>
                    </a:lnTo>
                    <a:lnTo>
                      <a:pt x="385" y="690"/>
                    </a:lnTo>
                    <a:lnTo>
                      <a:pt x="349" y="713"/>
                    </a:lnTo>
                    <a:lnTo>
                      <a:pt x="315" y="737"/>
                    </a:lnTo>
                    <a:lnTo>
                      <a:pt x="281" y="761"/>
                    </a:lnTo>
                    <a:lnTo>
                      <a:pt x="247" y="787"/>
                    </a:lnTo>
                    <a:lnTo>
                      <a:pt x="247" y="787"/>
                    </a:lnTo>
                    <a:lnTo>
                      <a:pt x="215" y="814"/>
                    </a:lnTo>
                    <a:lnTo>
                      <a:pt x="185" y="841"/>
                    </a:lnTo>
                    <a:lnTo>
                      <a:pt x="185" y="841"/>
                    </a:lnTo>
                    <a:lnTo>
                      <a:pt x="155" y="869"/>
                    </a:lnTo>
                    <a:lnTo>
                      <a:pt x="131" y="898"/>
                    </a:lnTo>
                    <a:lnTo>
                      <a:pt x="130" y="899"/>
                    </a:lnTo>
                    <a:lnTo>
                      <a:pt x="130" y="899"/>
                    </a:lnTo>
                    <a:lnTo>
                      <a:pt x="120" y="909"/>
                    </a:lnTo>
                    <a:lnTo>
                      <a:pt x="107" y="917"/>
                    </a:lnTo>
                    <a:lnTo>
                      <a:pt x="94" y="923"/>
                    </a:lnTo>
                    <a:lnTo>
                      <a:pt x="80" y="926"/>
                    </a:lnTo>
                    <a:lnTo>
                      <a:pt x="66" y="926"/>
                    </a:lnTo>
                    <a:lnTo>
                      <a:pt x="53" y="923"/>
                    </a:lnTo>
                    <a:lnTo>
                      <a:pt x="39" y="917"/>
                    </a:lnTo>
                    <a:lnTo>
                      <a:pt x="27" y="910"/>
                    </a:lnTo>
                    <a:lnTo>
                      <a:pt x="27" y="910"/>
                    </a:lnTo>
                    <a:lnTo>
                      <a:pt x="17" y="899"/>
                    </a:lnTo>
                    <a:lnTo>
                      <a:pt x="8" y="888"/>
                    </a:lnTo>
                    <a:lnTo>
                      <a:pt x="3" y="875"/>
                    </a:lnTo>
                    <a:lnTo>
                      <a:pt x="0" y="861"/>
                    </a:lnTo>
                    <a:lnTo>
                      <a:pt x="0" y="847"/>
                    </a:lnTo>
                    <a:lnTo>
                      <a:pt x="3" y="833"/>
                    </a:lnTo>
                    <a:lnTo>
                      <a:pt x="8" y="820"/>
                    </a:lnTo>
                    <a:lnTo>
                      <a:pt x="17" y="807"/>
                    </a:lnTo>
                    <a:lnTo>
                      <a:pt x="17" y="807"/>
                    </a:lnTo>
                    <a:lnTo>
                      <a:pt x="20" y="804"/>
                    </a:lnTo>
                    <a:lnTo>
                      <a:pt x="20" y="80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9" name="Group 168">
                <a:extLst>
                  <a:ext uri="{FF2B5EF4-FFF2-40B4-BE49-F238E27FC236}">
                    <a16:creationId xmlns:a16="http://schemas.microsoft.com/office/drawing/2014/main" id="{AFB0F95F-0BDE-BF15-0FD9-52412BCA4C69}"/>
                  </a:ext>
                </a:extLst>
              </p:cNvPr>
              <p:cNvGrpSpPr/>
              <p:nvPr/>
            </p:nvGrpSpPr>
            <p:grpSpPr>
              <a:xfrm rot="18617175">
                <a:off x="6718459" y="3075594"/>
                <a:ext cx="340137" cy="167559"/>
                <a:chOff x="793750" y="0"/>
                <a:chExt cx="7556501" cy="2116991"/>
              </a:xfrm>
            </p:grpSpPr>
            <p:sp>
              <p:nvSpPr>
                <p:cNvPr id="97" name="Freeform 7">
                  <a:extLst>
                    <a:ext uri="{FF2B5EF4-FFF2-40B4-BE49-F238E27FC236}">
                      <a16:creationId xmlns:a16="http://schemas.microsoft.com/office/drawing/2014/main" id="{E6E28EC7-6045-889D-4577-4AC9D995DD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Freeform 8">
                  <a:extLst>
                    <a:ext uri="{FF2B5EF4-FFF2-40B4-BE49-F238E27FC236}">
                      <a16:creationId xmlns:a16="http://schemas.microsoft.com/office/drawing/2014/main" id="{B94B1682-11F9-23A4-4790-C46E66E9CC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168">
                <a:extLst>
                  <a:ext uri="{FF2B5EF4-FFF2-40B4-BE49-F238E27FC236}">
                    <a16:creationId xmlns:a16="http://schemas.microsoft.com/office/drawing/2014/main" id="{D489EE5B-D29A-D58D-BCB8-01E1102FF118}"/>
                  </a:ext>
                </a:extLst>
              </p:cNvPr>
              <p:cNvGrpSpPr/>
              <p:nvPr/>
            </p:nvGrpSpPr>
            <p:grpSpPr>
              <a:xfrm rot="550500">
                <a:off x="5079515" y="3730271"/>
                <a:ext cx="820427" cy="229847"/>
                <a:chOff x="793750" y="0"/>
                <a:chExt cx="7556501" cy="2116991"/>
              </a:xfrm>
            </p:grpSpPr>
            <p:sp>
              <p:nvSpPr>
                <p:cNvPr id="95" name="Freeform 7">
                  <a:extLst>
                    <a:ext uri="{FF2B5EF4-FFF2-40B4-BE49-F238E27FC236}">
                      <a16:creationId xmlns:a16="http://schemas.microsoft.com/office/drawing/2014/main" id="{DD56ABCB-F84A-8682-CC00-1D74BFC612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Freeform 8">
                  <a:extLst>
                    <a:ext uri="{FF2B5EF4-FFF2-40B4-BE49-F238E27FC236}">
                      <a16:creationId xmlns:a16="http://schemas.microsoft.com/office/drawing/2014/main" id="{B46DF5A9-4133-787D-907B-B230D46A3E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1" name="Group 168">
                <a:extLst>
                  <a:ext uri="{FF2B5EF4-FFF2-40B4-BE49-F238E27FC236}">
                    <a16:creationId xmlns:a16="http://schemas.microsoft.com/office/drawing/2014/main" id="{A585828C-E5E8-8C9E-664C-92C00E95E48C}"/>
                  </a:ext>
                </a:extLst>
              </p:cNvPr>
              <p:cNvGrpSpPr/>
              <p:nvPr/>
            </p:nvGrpSpPr>
            <p:grpSpPr>
              <a:xfrm rot="14856880">
                <a:off x="5668393" y="4447194"/>
                <a:ext cx="340137" cy="167559"/>
                <a:chOff x="793750" y="0"/>
                <a:chExt cx="7556501" cy="2116991"/>
              </a:xfrm>
            </p:grpSpPr>
            <p:sp>
              <p:nvSpPr>
                <p:cNvPr id="93" name="Freeform 7">
                  <a:extLst>
                    <a:ext uri="{FF2B5EF4-FFF2-40B4-BE49-F238E27FC236}">
                      <a16:creationId xmlns:a16="http://schemas.microsoft.com/office/drawing/2014/main" id="{80CF0DC5-30C8-029F-20EE-697D7114A1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Freeform 8">
                  <a:extLst>
                    <a:ext uri="{FF2B5EF4-FFF2-40B4-BE49-F238E27FC236}">
                      <a16:creationId xmlns:a16="http://schemas.microsoft.com/office/drawing/2014/main" id="{1FAD32A3-357A-F41F-0DBD-0A4C0D3E30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2" name="Group 168">
                <a:extLst>
                  <a:ext uri="{FF2B5EF4-FFF2-40B4-BE49-F238E27FC236}">
                    <a16:creationId xmlns:a16="http://schemas.microsoft.com/office/drawing/2014/main" id="{941A457B-A390-41D2-2FE2-9FEEE3DC4835}"/>
                  </a:ext>
                </a:extLst>
              </p:cNvPr>
              <p:cNvGrpSpPr/>
              <p:nvPr/>
            </p:nvGrpSpPr>
            <p:grpSpPr>
              <a:xfrm rot="19919584">
                <a:off x="6966926" y="3094189"/>
                <a:ext cx="383462" cy="160775"/>
                <a:chOff x="793750" y="0"/>
                <a:chExt cx="7556501" cy="2116991"/>
              </a:xfrm>
            </p:grpSpPr>
            <p:sp>
              <p:nvSpPr>
                <p:cNvPr id="91" name="Freeform 7">
                  <a:extLst>
                    <a:ext uri="{FF2B5EF4-FFF2-40B4-BE49-F238E27FC236}">
                      <a16:creationId xmlns:a16="http://schemas.microsoft.com/office/drawing/2014/main" id="{4EBB432F-287A-DDBD-F913-724ED2D2E5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Freeform 8">
                  <a:extLst>
                    <a:ext uri="{FF2B5EF4-FFF2-40B4-BE49-F238E27FC236}">
                      <a16:creationId xmlns:a16="http://schemas.microsoft.com/office/drawing/2014/main" id="{51F34811-0F4D-3ABB-BCD9-97C47AEE37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3" name="Group 168">
                <a:extLst>
                  <a:ext uri="{FF2B5EF4-FFF2-40B4-BE49-F238E27FC236}">
                    <a16:creationId xmlns:a16="http://schemas.microsoft.com/office/drawing/2014/main" id="{A2DB1877-CC4A-E06D-507C-5660D555A828}"/>
                  </a:ext>
                </a:extLst>
              </p:cNvPr>
              <p:cNvGrpSpPr/>
              <p:nvPr/>
            </p:nvGrpSpPr>
            <p:grpSpPr>
              <a:xfrm>
                <a:off x="4872682" y="2286000"/>
                <a:ext cx="444643" cy="124569"/>
                <a:chOff x="793750" y="0"/>
                <a:chExt cx="7556501" cy="2116991"/>
              </a:xfrm>
            </p:grpSpPr>
            <p:sp>
              <p:nvSpPr>
                <p:cNvPr id="89" name="Freeform 7">
                  <a:extLst>
                    <a:ext uri="{FF2B5EF4-FFF2-40B4-BE49-F238E27FC236}">
                      <a16:creationId xmlns:a16="http://schemas.microsoft.com/office/drawing/2014/main" id="{2D0FB3A8-186B-3CB3-8B15-410C9DB2CC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" name="Freeform 8">
                  <a:extLst>
                    <a:ext uri="{FF2B5EF4-FFF2-40B4-BE49-F238E27FC236}">
                      <a16:creationId xmlns:a16="http://schemas.microsoft.com/office/drawing/2014/main" id="{68BE8F6F-4301-7B6F-591D-B1C07C0D13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4" name="Group 165">
                <a:extLst>
                  <a:ext uri="{FF2B5EF4-FFF2-40B4-BE49-F238E27FC236}">
                    <a16:creationId xmlns:a16="http://schemas.microsoft.com/office/drawing/2014/main" id="{90475C13-F211-5D02-FEE5-B174F99F2EC6}"/>
                  </a:ext>
                </a:extLst>
              </p:cNvPr>
              <p:cNvGrpSpPr/>
              <p:nvPr/>
            </p:nvGrpSpPr>
            <p:grpSpPr>
              <a:xfrm rot="287009">
                <a:off x="5737317" y="2262576"/>
                <a:ext cx="591348" cy="559929"/>
                <a:chOff x="707853" y="22066"/>
                <a:chExt cx="7200902" cy="6818311"/>
              </a:xfrm>
            </p:grpSpPr>
            <p:sp>
              <p:nvSpPr>
                <p:cNvPr id="87" name="Freeform 5">
                  <a:extLst>
                    <a:ext uri="{FF2B5EF4-FFF2-40B4-BE49-F238E27FC236}">
                      <a16:creationId xmlns:a16="http://schemas.microsoft.com/office/drawing/2014/main" id="{3B3C95FC-3B27-78DC-F5B1-2F3C49F7F2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" name="Freeform 6">
                  <a:extLst>
                    <a:ext uri="{FF2B5EF4-FFF2-40B4-BE49-F238E27FC236}">
                      <a16:creationId xmlns:a16="http://schemas.microsoft.com/office/drawing/2014/main" id="{B887A3C8-21CD-4EBB-07FC-7539DF11FF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5" name="Group 168">
                <a:extLst>
                  <a:ext uri="{FF2B5EF4-FFF2-40B4-BE49-F238E27FC236}">
                    <a16:creationId xmlns:a16="http://schemas.microsoft.com/office/drawing/2014/main" id="{C32BCD60-8EC4-C460-5A52-1113FE4EE237}"/>
                  </a:ext>
                </a:extLst>
              </p:cNvPr>
              <p:cNvGrpSpPr/>
              <p:nvPr/>
            </p:nvGrpSpPr>
            <p:grpSpPr>
              <a:xfrm rot="1747496">
                <a:off x="5985568" y="3534304"/>
                <a:ext cx="617151" cy="147534"/>
                <a:chOff x="793750" y="0"/>
                <a:chExt cx="7556501" cy="2116991"/>
              </a:xfrm>
            </p:grpSpPr>
            <p:sp>
              <p:nvSpPr>
                <p:cNvPr id="85" name="Freeform 7">
                  <a:extLst>
                    <a:ext uri="{FF2B5EF4-FFF2-40B4-BE49-F238E27FC236}">
                      <a16:creationId xmlns:a16="http://schemas.microsoft.com/office/drawing/2014/main" id="{79A89965-3C42-BB00-1130-A91113EB93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" name="Freeform 8">
                  <a:extLst>
                    <a:ext uri="{FF2B5EF4-FFF2-40B4-BE49-F238E27FC236}">
                      <a16:creationId xmlns:a16="http://schemas.microsoft.com/office/drawing/2014/main" id="{667E5F84-A912-7890-EB24-6AE9E6A225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4F206271-5A2A-2FD8-8241-16EFF55A4211}"/>
                  </a:ext>
                </a:extLst>
              </p:cNvPr>
              <p:cNvGrpSpPr/>
              <p:nvPr/>
            </p:nvGrpSpPr>
            <p:grpSpPr>
              <a:xfrm rot="2267926">
                <a:off x="6480809" y="3325925"/>
                <a:ext cx="340137" cy="167559"/>
                <a:chOff x="793750" y="0"/>
                <a:chExt cx="7556501" cy="2116991"/>
              </a:xfrm>
            </p:grpSpPr>
            <p:sp>
              <p:nvSpPr>
                <p:cNvPr id="83" name="Freeform 7">
                  <a:extLst>
                    <a:ext uri="{FF2B5EF4-FFF2-40B4-BE49-F238E27FC236}">
                      <a16:creationId xmlns:a16="http://schemas.microsoft.com/office/drawing/2014/main" id="{2301DEE7-832B-6662-8F70-DCF420B282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" name="Freeform 8">
                  <a:extLst>
                    <a:ext uri="{FF2B5EF4-FFF2-40B4-BE49-F238E27FC236}">
                      <a16:creationId xmlns:a16="http://schemas.microsoft.com/office/drawing/2014/main" id="{E1E5889D-845F-E56D-5ED2-85ED11933D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7" name="Group 168">
                <a:extLst>
                  <a:ext uri="{FF2B5EF4-FFF2-40B4-BE49-F238E27FC236}">
                    <a16:creationId xmlns:a16="http://schemas.microsoft.com/office/drawing/2014/main" id="{9A66D474-1E95-901D-E826-C61C7BBCE59B}"/>
                  </a:ext>
                </a:extLst>
              </p:cNvPr>
              <p:cNvGrpSpPr/>
              <p:nvPr/>
            </p:nvGrpSpPr>
            <p:grpSpPr>
              <a:xfrm rot="17838455">
                <a:off x="6106266" y="3140680"/>
                <a:ext cx="340137" cy="167559"/>
                <a:chOff x="793750" y="0"/>
                <a:chExt cx="7556501" cy="2116991"/>
              </a:xfrm>
            </p:grpSpPr>
            <p:sp>
              <p:nvSpPr>
                <p:cNvPr id="81" name="Freeform 7">
                  <a:extLst>
                    <a:ext uri="{FF2B5EF4-FFF2-40B4-BE49-F238E27FC236}">
                      <a16:creationId xmlns:a16="http://schemas.microsoft.com/office/drawing/2014/main" id="{CD013424-0229-EE54-9402-04A3FDB8B7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" name="Freeform 8">
                  <a:extLst>
                    <a:ext uri="{FF2B5EF4-FFF2-40B4-BE49-F238E27FC236}">
                      <a16:creationId xmlns:a16="http://schemas.microsoft.com/office/drawing/2014/main" id="{872C4E91-A36E-2D6B-79A1-2A888FFBC7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8" name="Group 168">
                <a:extLst>
                  <a:ext uri="{FF2B5EF4-FFF2-40B4-BE49-F238E27FC236}">
                    <a16:creationId xmlns:a16="http://schemas.microsoft.com/office/drawing/2014/main" id="{8D343BBD-EA81-ECDA-EC59-7B5828201C98}"/>
                  </a:ext>
                </a:extLst>
              </p:cNvPr>
              <p:cNvGrpSpPr/>
              <p:nvPr/>
            </p:nvGrpSpPr>
            <p:grpSpPr>
              <a:xfrm rot="2163541">
                <a:off x="4954243" y="4022464"/>
                <a:ext cx="288583" cy="80848"/>
                <a:chOff x="793750" y="0"/>
                <a:chExt cx="7556501" cy="2116991"/>
              </a:xfrm>
            </p:grpSpPr>
            <p:sp>
              <p:nvSpPr>
                <p:cNvPr id="79" name="Freeform 7">
                  <a:extLst>
                    <a:ext uri="{FF2B5EF4-FFF2-40B4-BE49-F238E27FC236}">
                      <a16:creationId xmlns:a16="http://schemas.microsoft.com/office/drawing/2014/main" id="{9A284536-BF30-D59D-8481-A3C02D480D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Freeform 8">
                  <a:extLst>
                    <a:ext uri="{FF2B5EF4-FFF2-40B4-BE49-F238E27FC236}">
                      <a16:creationId xmlns:a16="http://schemas.microsoft.com/office/drawing/2014/main" id="{B3AE1AE4-5E66-8E84-23AD-0759B5D573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9" name="Group 165">
                <a:extLst>
                  <a:ext uri="{FF2B5EF4-FFF2-40B4-BE49-F238E27FC236}">
                    <a16:creationId xmlns:a16="http://schemas.microsoft.com/office/drawing/2014/main" id="{D4392C6E-C4CF-3662-3E6D-5755090A2C93}"/>
                  </a:ext>
                </a:extLst>
              </p:cNvPr>
              <p:cNvGrpSpPr/>
              <p:nvPr/>
            </p:nvGrpSpPr>
            <p:grpSpPr>
              <a:xfrm rot="20956613">
                <a:off x="5257800" y="4165742"/>
                <a:ext cx="373174" cy="335072"/>
                <a:chOff x="971551" y="0"/>
                <a:chExt cx="7200902" cy="6818311"/>
              </a:xfrm>
            </p:grpSpPr>
            <p:sp>
              <p:nvSpPr>
                <p:cNvPr id="77" name="Freeform 5">
                  <a:extLst>
                    <a:ext uri="{FF2B5EF4-FFF2-40B4-BE49-F238E27FC236}">
                      <a16:creationId xmlns:a16="http://schemas.microsoft.com/office/drawing/2014/main" id="{10317AA9-2D5F-2237-3C53-E125D5C69D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Freeform 6">
                  <a:extLst>
                    <a:ext uri="{FF2B5EF4-FFF2-40B4-BE49-F238E27FC236}">
                      <a16:creationId xmlns:a16="http://schemas.microsoft.com/office/drawing/2014/main" id="{65AFC52D-2427-8C8E-3FCA-79A00F4ABD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0" name="Group 165">
                <a:extLst>
                  <a:ext uri="{FF2B5EF4-FFF2-40B4-BE49-F238E27FC236}">
                    <a16:creationId xmlns:a16="http://schemas.microsoft.com/office/drawing/2014/main" id="{E073D170-4D5C-8059-C73A-5DBBDF83B257}"/>
                  </a:ext>
                </a:extLst>
              </p:cNvPr>
              <p:cNvGrpSpPr/>
              <p:nvPr/>
            </p:nvGrpSpPr>
            <p:grpSpPr>
              <a:xfrm>
                <a:off x="4889500" y="4114800"/>
                <a:ext cx="220774" cy="198232"/>
                <a:chOff x="971551" y="0"/>
                <a:chExt cx="7200902" cy="6818311"/>
              </a:xfrm>
            </p:grpSpPr>
            <p:sp>
              <p:nvSpPr>
                <p:cNvPr id="75" name="Freeform 5">
                  <a:extLst>
                    <a:ext uri="{FF2B5EF4-FFF2-40B4-BE49-F238E27FC236}">
                      <a16:creationId xmlns:a16="http://schemas.microsoft.com/office/drawing/2014/main" id="{A00E3862-D6E9-98C9-7AC9-87402B3A1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6">
                  <a:extLst>
                    <a:ext uri="{FF2B5EF4-FFF2-40B4-BE49-F238E27FC236}">
                      <a16:creationId xmlns:a16="http://schemas.microsoft.com/office/drawing/2014/main" id="{E16C635E-E000-7B3C-0FAD-7E1FA2D33C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1" name="Group 168">
                <a:extLst>
                  <a:ext uri="{FF2B5EF4-FFF2-40B4-BE49-F238E27FC236}">
                    <a16:creationId xmlns:a16="http://schemas.microsoft.com/office/drawing/2014/main" id="{A02C26BA-6735-486B-8382-35716C452978}"/>
                  </a:ext>
                </a:extLst>
              </p:cNvPr>
              <p:cNvGrpSpPr/>
              <p:nvPr/>
            </p:nvGrpSpPr>
            <p:grpSpPr>
              <a:xfrm rot="16453772">
                <a:off x="5219859" y="2161194"/>
                <a:ext cx="340137" cy="167559"/>
                <a:chOff x="793750" y="0"/>
                <a:chExt cx="7556501" cy="2116991"/>
              </a:xfrm>
            </p:grpSpPr>
            <p:sp>
              <p:nvSpPr>
                <p:cNvPr id="73" name="Freeform 7">
                  <a:extLst>
                    <a:ext uri="{FF2B5EF4-FFF2-40B4-BE49-F238E27FC236}">
                      <a16:creationId xmlns:a16="http://schemas.microsoft.com/office/drawing/2014/main" id="{065DB3A2-673C-AD98-B746-9A9AB82DCD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8">
                  <a:extLst>
                    <a:ext uri="{FF2B5EF4-FFF2-40B4-BE49-F238E27FC236}">
                      <a16:creationId xmlns:a16="http://schemas.microsoft.com/office/drawing/2014/main" id="{F17153B1-261C-AFA9-3656-169A0E8360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2" name="Group 168">
                <a:extLst>
                  <a:ext uri="{FF2B5EF4-FFF2-40B4-BE49-F238E27FC236}">
                    <a16:creationId xmlns:a16="http://schemas.microsoft.com/office/drawing/2014/main" id="{1FF7327D-A4CF-7E0D-6FA0-D10BD5C7B1A4}"/>
                  </a:ext>
                </a:extLst>
              </p:cNvPr>
              <p:cNvGrpSpPr/>
              <p:nvPr/>
            </p:nvGrpSpPr>
            <p:grpSpPr>
              <a:xfrm rot="2267926">
                <a:off x="5349661" y="2372654"/>
                <a:ext cx="340137" cy="167559"/>
                <a:chOff x="793750" y="0"/>
                <a:chExt cx="7556501" cy="2116991"/>
              </a:xfrm>
            </p:grpSpPr>
            <p:sp>
              <p:nvSpPr>
                <p:cNvPr id="71" name="Freeform 7">
                  <a:extLst>
                    <a:ext uri="{FF2B5EF4-FFF2-40B4-BE49-F238E27FC236}">
                      <a16:creationId xmlns:a16="http://schemas.microsoft.com/office/drawing/2014/main" id="{0E9A39FA-AB79-6C9D-1486-624908EB7C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8">
                  <a:extLst>
                    <a:ext uri="{FF2B5EF4-FFF2-40B4-BE49-F238E27FC236}">
                      <a16:creationId xmlns:a16="http://schemas.microsoft.com/office/drawing/2014/main" id="{2458375E-F479-DBD1-F661-9375954CE6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" name="Group 168">
                <a:extLst>
                  <a:ext uri="{FF2B5EF4-FFF2-40B4-BE49-F238E27FC236}">
                    <a16:creationId xmlns:a16="http://schemas.microsoft.com/office/drawing/2014/main" id="{7F68470E-3873-96C2-0514-6429FBB61FA3}"/>
                  </a:ext>
                </a:extLst>
              </p:cNvPr>
              <p:cNvGrpSpPr/>
              <p:nvPr/>
            </p:nvGrpSpPr>
            <p:grpSpPr>
              <a:xfrm rot="19669352">
                <a:off x="5697395" y="1705970"/>
                <a:ext cx="340137" cy="167559"/>
                <a:chOff x="793750" y="0"/>
                <a:chExt cx="7556501" cy="2116991"/>
              </a:xfrm>
            </p:grpSpPr>
            <p:sp>
              <p:nvSpPr>
                <p:cNvPr id="69" name="Freeform 7">
                  <a:extLst>
                    <a:ext uri="{FF2B5EF4-FFF2-40B4-BE49-F238E27FC236}">
                      <a16:creationId xmlns:a16="http://schemas.microsoft.com/office/drawing/2014/main" id="{91905A9F-D63E-A89B-9286-79AE0D210D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8">
                  <a:extLst>
                    <a:ext uri="{FF2B5EF4-FFF2-40B4-BE49-F238E27FC236}">
                      <a16:creationId xmlns:a16="http://schemas.microsoft.com/office/drawing/2014/main" id="{D311DF64-29FA-C3D9-E6B7-F3A828BC0C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4" name="Group 168">
                <a:extLst>
                  <a:ext uri="{FF2B5EF4-FFF2-40B4-BE49-F238E27FC236}">
                    <a16:creationId xmlns:a16="http://schemas.microsoft.com/office/drawing/2014/main" id="{FAB35B8D-F281-F5F2-5760-6AC1347545C9}"/>
                  </a:ext>
                </a:extLst>
              </p:cNvPr>
              <p:cNvGrpSpPr/>
              <p:nvPr/>
            </p:nvGrpSpPr>
            <p:grpSpPr>
              <a:xfrm rot="1650327">
                <a:off x="5510100" y="1309862"/>
                <a:ext cx="303252" cy="149389"/>
                <a:chOff x="793750" y="0"/>
                <a:chExt cx="7556501" cy="2116991"/>
              </a:xfrm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344316B3-F2B5-839F-61C3-0507050082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89BBC7B8-9E8F-026A-EED2-B7CA29434D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5" name="Group 168">
                <a:extLst>
                  <a:ext uri="{FF2B5EF4-FFF2-40B4-BE49-F238E27FC236}">
                    <a16:creationId xmlns:a16="http://schemas.microsoft.com/office/drawing/2014/main" id="{E4CB6478-2A7E-3CDC-1B2F-78F19E897173}"/>
                  </a:ext>
                </a:extLst>
              </p:cNvPr>
              <p:cNvGrpSpPr/>
              <p:nvPr/>
            </p:nvGrpSpPr>
            <p:grpSpPr>
              <a:xfrm rot="1350096">
                <a:off x="5243919" y="1796000"/>
                <a:ext cx="508462" cy="213184"/>
                <a:chOff x="793750" y="0"/>
                <a:chExt cx="7556501" cy="2116991"/>
              </a:xfrm>
            </p:grpSpPr>
            <p:sp>
              <p:nvSpPr>
                <p:cNvPr id="65" name="Freeform 7">
                  <a:extLst>
                    <a:ext uri="{FF2B5EF4-FFF2-40B4-BE49-F238E27FC236}">
                      <a16:creationId xmlns:a16="http://schemas.microsoft.com/office/drawing/2014/main" id="{3123E102-7FFB-5900-8A00-B510E7CB5F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8">
                  <a:extLst>
                    <a:ext uri="{FF2B5EF4-FFF2-40B4-BE49-F238E27FC236}">
                      <a16:creationId xmlns:a16="http://schemas.microsoft.com/office/drawing/2014/main" id="{A8ECECAC-D779-3F04-33DD-7E004236B6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6" name="Group 165">
                <a:extLst>
                  <a:ext uri="{FF2B5EF4-FFF2-40B4-BE49-F238E27FC236}">
                    <a16:creationId xmlns:a16="http://schemas.microsoft.com/office/drawing/2014/main" id="{C94FC714-1C2C-10DB-18CC-F21412993131}"/>
                  </a:ext>
                </a:extLst>
              </p:cNvPr>
              <p:cNvGrpSpPr/>
              <p:nvPr/>
            </p:nvGrpSpPr>
            <p:grpSpPr>
              <a:xfrm rot="287009">
                <a:off x="5799240" y="3108686"/>
                <a:ext cx="213046" cy="201727"/>
                <a:chOff x="707853" y="22066"/>
                <a:chExt cx="7200902" cy="6818311"/>
              </a:xfrm>
            </p:grpSpPr>
            <p:sp>
              <p:nvSpPr>
                <p:cNvPr id="63" name="Freeform 5">
                  <a:extLst>
                    <a:ext uri="{FF2B5EF4-FFF2-40B4-BE49-F238E27FC236}">
                      <a16:creationId xmlns:a16="http://schemas.microsoft.com/office/drawing/2014/main" id="{C5FDFB38-D0E4-C2FE-788F-CC40EDB30D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" name="Freeform 6">
                  <a:extLst>
                    <a:ext uri="{FF2B5EF4-FFF2-40B4-BE49-F238E27FC236}">
                      <a16:creationId xmlns:a16="http://schemas.microsoft.com/office/drawing/2014/main" id="{123EA6AE-6683-2587-9A07-4D5A2DB530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7" name="Group 168">
                <a:extLst>
                  <a:ext uri="{FF2B5EF4-FFF2-40B4-BE49-F238E27FC236}">
                    <a16:creationId xmlns:a16="http://schemas.microsoft.com/office/drawing/2014/main" id="{D6607521-C3DF-4561-861A-03B87A166005}"/>
                  </a:ext>
                </a:extLst>
              </p:cNvPr>
              <p:cNvGrpSpPr/>
              <p:nvPr/>
            </p:nvGrpSpPr>
            <p:grpSpPr>
              <a:xfrm rot="18617175">
                <a:off x="5878274" y="3858466"/>
                <a:ext cx="599427" cy="295291"/>
                <a:chOff x="793750" y="0"/>
                <a:chExt cx="7556501" cy="2116991"/>
              </a:xfrm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F3C4A4FD-471A-7870-FDC4-B3F6AB998D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84AB15B5-03EE-C160-136E-18A9DBC62C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8" name="Group 168">
                <a:extLst>
                  <a:ext uri="{FF2B5EF4-FFF2-40B4-BE49-F238E27FC236}">
                    <a16:creationId xmlns:a16="http://schemas.microsoft.com/office/drawing/2014/main" id="{FBAD91F4-894A-D4B6-F754-8825CF210688}"/>
                  </a:ext>
                </a:extLst>
              </p:cNvPr>
              <p:cNvGrpSpPr/>
              <p:nvPr/>
            </p:nvGrpSpPr>
            <p:grpSpPr>
              <a:xfrm rot="2267926">
                <a:off x="5541009" y="3592625"/>
                <a:ext cx="340137" cy="167559"/>
                <a:chOff x="793750" y="0"/>
                <a:chExt cx="7556501" cy="2116991"/>
              </a:xfrm>
            </p:grpSpPr>
            <p:sp>
              <p:nvSpPr>
                <p:cNvPr id="59" name="Freeform 7">
                  <a:extLst>
                    <a:ext uri="{FF2B5EF4-FFF2-40B4-BE49-F238E27FC236}">
                      <a16:creationId xmlns:a16="http://schemas.microsoft.com/office/drawing/2014/main" id="{845E582A-26B1-D7E8-BCE8-9D32C95761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" name="Freeform 8">
                  <a:extLst>
                    <a:ext uri="{FF2B5EF4-FFF2-40B4-BE49-F238E27FC236}">
                      <a16:creationId xmlns:a16="http://schemas.microsoft.com/office/drawing/2014/main" id="{1C587818-7B7E-A310-6E76-5F83A437D9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C99B9A4-3302-7DE5-746D-22A363125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9200" y="1157414"/>
            <a:ext cx="1566262" cy="5774526"/>
            <a:chOff x="5181600" y="1370170"/>
            <a:chExt cx="1566262" cy="5774526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1AA3652E-BC68-51F2-85DB-D7E50CFF49E4}"/>
                </a:ext>
              </a:extLst>
            </p:cNvPr>
            <p:cNvGrpSpPr/>
            <p:nvPr/>
          </p:nvGrpSpPr>
          <p:grpSpPr>
            <a:xfrm>
              <a:off x="5408077" y="5357011"/>
              <a:ext cx="602976" cy="1787685"/>
              <a:chOff x="5391143" y="5365478"/>
              <a:chExt cx="602976" cy="1787685"/>
            </a:xfrm>
          </p:grpSpPr>
          <p:grpSp>
            <p:nvGrpSpPr>
              <p:cNvPr id="147" name="Group 93">
                <a:extLst>
                  <a:ext uri="{FF2B5EF4-FFF2-40B4-BE49-F238E27FC236}">
                    <a16:creationId xmlns:a16="http://schemas.microsoft.com/office/drawing/2014/main" id="{EA4ECBB4-3005-07F5-DB51-2111FABF3847}"/>
                  </a:ext>
                </a:extLst>
              </p:cNvPr>
              <p:cNvGrpSpPr/>
              <p:nvPr/>
            </p:nvGrpSpPr>
            <p:grpSpPr>
              <a:xfrm rot="186992">
                <a:off x="5391143" y="5464533"/>
                <a:ext cx="602976" cy="1688630"/>
                <a:chOff x="1346198" y="3640666"/>
                <a:chExt cx="755162" cy="3117518"/>
              </a:xfrm>
            </p:grpSpPr>
            <p:sp>
              <p:nvSpPr>
                <p:cNvPr id="149" name="Freeform 7">
                  <a:extLst>
                    <a:ext uri="{FF2B5EF4-FFF2-40B4-BE49-F238E27FC236}">
                      <a16:creationId xmlns:a16="http://schemas.microsoft.com/office/drawing/2014/main" id="{87BC0AC7-F2D3-FEF4-55F9-B2C091B9FD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430" y="3674533"/>
                  <a:ext cx="318052" cy="3083651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" name="Freeform 5">
                  <a:extLst>
                    <a:ext uri="{FF2B5EF4-FFF2-40B4-BE49-F238E27FC236}">
                      <a16:creationId xmlns:a16="http://schemas.microsoft.com/office/drawing/2014/main" id="{EFABB8AF-2E2B-7534-3F67-3307891CEE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2034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" name="Freeform 6">
                  <a:extLst>
                    <a:ext uri="{FF2B5EF4-FFF2-40B4-BE49-F238E27FC236}">
                      <a16:creationId xmlns:a16="http://schemas.microsoft.com/office/drawing/2014/main" id="{C278F729-2C23-F26E-B46E-EF50A7F53B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400286">
                  <a:off x="1517122" y="3676651"/>
                  <a:ext cx="584238" cy="2470150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" name="Freeform 8">
                  <a:extLst>
                    <a:ext uri="{FF2B5EF4-FFF2-40B4-BE49-F238E27FC236}">
                      <a16:creationId xmlns:a16="http://schemas.microsoft.com/office/drawing/2014/main" id="{820B6829-9F04-5A7A-7ABE-3F12834572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7266" y="4109509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" name="Freeform 7">
                  <a:extLst>
                    <a:ext uri="{FF2B5EF4-FFF2-40B4-BE49-F238E27FC236}">
                      <a16:creationId xmlns:a16="http://schemas.microsoft.com/office/drawing/2014/main" id="{46C9612C-DA33-2B34-BE15-89ADFC8597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500486" y="36627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" name="Freeform 5">
                  <a:extLst>
                    <a:ext uri="{FF2B5EF4-FFF2-40B4-BE49-F238E27FC236}">
                      <a16:creationId xmlns:a16="http://schemas.microsoft.com/office/drawing/2014/main" id="{CAA5A1D9-B518-AF00-8DB3-87EEDEC387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854508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" name="Freeform 8">
                  <a:extLst>
                    <a:ext uri="{FF2B5EF4-FFF2-40B4-BE49-F238E27FC236}">
                      <a16:creationId xmlns:a16="http://schemas.microsoft.com/office/drawing/2014/main" id="{FD4432DE-FB5A-69E3-F80B-ECBA2E6B8E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6198" y="4101042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" name="Freeform 8">
                  <a:extLst>
                    <a:ext uri="{FF2B5EF4-FFF2-40B4-BE49-F238E27FC236}">
                      <a16:creationId xmlns:a16="http://schemas.microsoft.com/office/drawing/2014/main" id="{E60D0E65-FE6E-D3C3-249F-27BD77B072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08441" flipH="1">
                  <a:off x="1634063" y="3662892"/>
                  <a:ext cx="194736" cy="1359958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" name="Freeform 5">
                  <a:extLst>
                    <a:ext uri="{FF2B5EF4-FFF2-40B4-BE49-F238E27FC236}">
                      <a16:creationId xmlns:a16="http://schemas.microsoft.com/office/drawing/2014/main" id="{AE84F5A6-93ED-0513-F7B2-C8CCC2191E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448727">
                  <a:off x="1720850" y="3651250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" name="Freeform 6">
                  <a:extLst>
                    <a:ext uri="{FF2B5EF4-FFF2-40B4-BE49-F238E27FC236}">
                      <a16:creationId xmlns:a16="http://schemas.microsoft.com/office/drawing/2014/main" id="{7437AE78-8D88-1BD1-7CBE-F494647599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099981" flipH="1">
                  <a:off x="1589359" y="3674975"/>
                  <a:ext cx="430796" cy="2259597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Freeform 8">
                  <a:extLst>
                    <a:ext uri="{FF2B5EF4-FFF2-40B4-BE49-F238E27FC236}">
                      <a16:creationId xmlns:a16="http://schemas.microsoft.com/office/drawing/2014/main" id="{BF108AA1-3B50-87E2-35FB-5DC4816532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96999" y="4907492"/>
                  <a:ext cx="82551" cy="510506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Freeform 5">
                  <a:extLst>
                    <a:ext uri="{FF2B5EF4-FFF2-40B4-BE49-F238E27FC236}">
                      <a16:creationId xmlns:a16="http://schemas.microsoft.com/office/drawing/2014/main" id="{4E8265B7-1612-E14B-DEE2-869076AB48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448727">
                  <a:off x="1631950" y="3644900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" name="Freeform 7">
                  <a:extLst>
                    <a:ext uri="{FF2B5EF4-FFF2-40B4-BE49-F238E27FC236}">
                      <a16:creationId xmlns:a16="http://schemas.microsoft.com/office/drawing/2014/main" id="{80190219-3CF1-617F-8243-33F57932E8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640185" y="36500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48" name="Freeform 9">
                <a:extLst>
                  <a:ext uri="{FF2B5EF4-FFF2-40B4-BE49-F238E27FC236}">
                    <a16:creationId xmlns:a16="http://schemas.microsoft.com/office/drawing/2014/main" id="{FD7B6029-A1B0-C087-737F-943DA239F68C}"/>
                  </a:ext>
                </a:extLst>
              </p:cNvPr>
              <p:cNvSpPr>
                <a:spLocks/>
              </p:cNvSpPr>
              <p:nvPr/>
            </p:nvSpPr>
            <p:spPr bwMode="auto">
              <a:xfrm rot="186992">
                <a:off x="5598006" y="5365478"/>
                <a:ext cx="307534" cy="142686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2" name="Group 61">
              <a:extLst>
                <a:ext uri="{FF2B5EF4-FFF2-40B4-BE49-F238E27FC236}">
                  <a16:creationId xmlns:a16="http://schemas.microsoft.com/office/drawing/2014/main" id="{7D4D77C4-B286-B1AB-E1B5-0843DE1BB44C}"/>
                </a:ext>
              </a:extLst>
            </p:cNvPr>
            <p:cNvGrpSpPr/>
            <p:nvPr/>
          </p:nvGrpSpPr>
          <p:grpSpPr>
            <a:xfrm>
              <a:off x="5181600" y="1370170"/>
              <a:ext cx="1566262" cy="4090142"/>
              <a:chOff x="4000115" y="628088"/>
              <a:chExt cx="1707443" cy="4458824"/>
            </a:xfrm>
          </p:grpSpPr>
          <p:grpSp>
            <p:nvGrpSpPr>
              <p:cNvPr id="123" name="Group 165">
                <a:extLst>
                  <a:ext uri="{FF2B5EF4-FFF2-40B4-BE49-F238E27FC236}">
                    <a16:creationId xmlns:a16="http://schemas.microsoft.com/office/drawing/2014/main" id="{A1DF4892-607C-71A5-721A-0A46E7368632}"/>
                  </a:ext>
                </a:extLst>
              </p:cNvPr>
              <p:cNvGrpSpPr/>
              <p:nvPr/>
            </p:nvGrpSpPr>
            <p:grpSpPr>
              <a:xfrm rot="4345192">
                <a:off x="3966474" y="2368244"/>
                <a:ext cx="658980" cy="591697"/>
                <a:chOff x="971551" y="0"/>
                <a:chExt cx="7200902" cy="6818311"/>
              </a:xfrm>
            </p:grpSpPr>
            <p:sp>
              <p:nvSpPr>
                <p:cNvPr id="145" name="Freeform 5">
                  <a:extLst>
                    <a:ext uri="{FF2B5EF4-FFF2-40B4-BE49-F238E27FC236}">
                      <a16:creationId xmlns:a16="http://schemas.microsoft.com/office/drawing/2014/main" id="{03EA29CB-AACB-E820-2101-BD6F956D8B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" name="Freeform 6">
                  <a:extLst>
                    <a:ext uri="{FF2B5EF4-FFF2-40B4-BE49-F238E27FC236}">
                      <a16:creationId xmlns:a16="http://schemas.microsoft.com/office/drawing/2014/main" id="{0BE36A27-B981-E428-FA24-D1EB10A946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4" name="Group 171">
                <a:extLst>
                  <a:ext uri="{FF2B5EF4-FFF2-40B4-BE49-F238E27FC236}">
                    <a16:creationId xmlns:a16="http://schemas.microsoft.com/office/drawing/2014/main" id="{841D2110-2169-11C3-4670-130A08D97423}"/>
                  </a:ext>
                </a:extLst>
              </p:cNvPr>
              <p:cNvGrpSpPr/>
              <p:nvPr/>
            </p:nvGrpSpPr>
            <p:grpSpPr>
              <a:xfrm rot="21312991" flipH="1">
                <a:off x="4182179" y="4079136"/>
                <a:ext cx="533236" cy="419896"/>
                <a:chOff x="971551" y="0"/>
                <a:chExt cx="7200902" cy="6818311"/>
              </a:xfrm>
            </p:grpSpPr>
            <p:sp>
              <p:nvSpPr>
                <p:cNvPr id="143" name="Freeform 5">
                  <a:extLst>
                    <a:ext uri="{FF2B5EF4-FFF2-40B4-BE49-F238E27FC236}">
                      <a16:creationId xmlns:a16="http://schemas.microsoft.com/office/drawing/2014/main" id="{3C01CAC2-DE2A-9C80-0040-BB6AAC2CBC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22000">
                      <a:srgbClr val="84BC76"/>
                    </a:gs>
                    <a:gs pos="86000">
                      <a:srgbClr val="2F6C1C"/>
                    </a:gs>
                  </a:gsLst>
                  <a:lin ang="18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" name="Freeform 6">
                  <a:extLst>
                    <a:ext uri="{FF2B5EF4-FFF2-40B4-BE49-F238E27FC236}">
                      <a16:creationId xmlns:a16="http://schemas.microsoft.com/office/drawing/2014/main" id="{84997A9E-8BDF-1713-21F1-AA21A20626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80000">
                      <a:srgbClr val="2E6D26"/>
                    </a:gs>
                  </a:gsLst>
                  <a:lin ang="258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25" name="Freeform 9">
                <a:extLst>
                  <a:ext uri="{FF2B5EF4-FFF2-40B4-BE49-F238E27FC236}">
                    <a16:creationId xmlns:a16="http://schemas.microsoft.com/office/drawing/2014/main" id="{1BE5E42B-53EA-0027-98E9-CF7AD8F4C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8600" y="3486297"/>
                <a:ext cx="744008" cy="133767"/>
              </a:xfrm>
              <a:custGeom>
                <a:avLst/>
                <a:gdLst/>
                <a:ahLst/>
                <a:cxnLst>
                  <a:cxn ang="0">
                    <a:pos x="2560" y="473"/>
                  </a:cxn>
                  <a:cxn ang="0">
                    <a:pos x="2412" y="404"/>
                  </a:cxn>
                  <a:cxn ang="0">
                    <a:pos x="2261" y="341"/>
                  </a:cxn>
                  <a:cxn ang="0">
                    <a:pos x="2107" y="283"/>
                  </a:cxn>
                  <a:cxn ang="0">
                    <a:pos x="1951" y="229"/>
                  </a:cxn>
                  <a:cxn ang="0">
                    <a:pos x="1874" y="205"/>
                  </a:cxn>
                  <a:cxn ang="0">
                    <a:pos x="1715" y="161"/>
                  </a:cxn>
                  <a:cxn ang="0">
                    <a:pos x="1554" y="126"/>
                  </a:cxn>
                  <a:cxn ang="0">
                    <a:pos x="1393" y="100"/>
                  </a:cxn>
                  <a:cxn ang="0">
                    <a:pos x="1313" y="92"/>
                  </a:cxn>
                  <a:cxn ang="0">
                    <a:pos x="1149" y="85"/>
                  </a:cxn>
                  <a:cxn ang="0">
                    <a:pos x="984" y="89"/>
                  </a:cxn>
                  <a:cxn ang="0">
                    <a:pos x="818" y="102"/>
                  </a:cxn>
                  <a:cxn ang="0">
                    <a:pos x="653" y="120"/>
                  </a:cxn>
                  <a:cxn ang="0">
                    <a:pos x="571" y="131"/>
                  </a:cxn>
                  <a:cxn ang="0">
                    <a:pos x="407" y="158"/>
                  </a:cxn>
                  <a:cxn ang="0">
                    <a:pos x="243" y="191"/>
                  </a:cxn>
                  <a:cxn ang="0">
                    <a:pos x="81" y="229"/>
                  </a:cxn>
                  <a:cxn ang="0">
                    <a:pos x="0" y="250"/>
                  </a:cxn>
                  <a:cxn ang="0">
                    <a:pos x="159" y="198"/>
                  </a:cxn>
                  <a:cxn ang="0">
                    <a:pos x="320" y="153"/>
                  </a:cxn>
                  <a:cxn ang="0">
                    <a:pos x="482" y="110"/>
                  </a:cxn>
                  <a:cxn ang="0">
                    <a:pos x="646" y="75"/>
                  </a:cxn>
                  <a:cxn ang="0">
                    <a:pos x="728" y="59"/>
                  </a:cxn>
                  <a:cxn ang="0">
                    <a:pos x="895" y="32"/>
                  </a:cxn>
                  <a:cxn ang="0">
                    <a:pos x="1061" y="13"/>
                  </a:cxn>
                  <a:cxn ang="0">
                    <a:pos x="1231" y="1"/>
                  </a:cxn>
                  <a:cxn ang="0">
                    <a:pos x="1317" y="0"/>
                  </a:cxn>
                  <a:cxn ang="0">
                    <a:pos x="1487" y="10"/>
                  </a:cxn>
                  <a:cxn ang="0">
                    <a:pos x="1656" y="30"/>
                  </a:cxn>
                  <a:cxn ang="0">
                    <a:pos x="1823" y="61"/>
                  </a:cxn>
                  <a:cxn ang="0">
                    <a:pos x="1989" y="97"/>
                  </a:cxn>
                  <a:cxn ang="0">
                    <a:pos x="2071" y="119"/>
                  </a:cxn>
                  <a:cxn ang="0">
                    <a:pos x="2234" y="165"/>
                  </a:cxn>
                  <a:cxn ang="0">
                    <a:pos x="2395" y="218"/>
                  </a:cxn>
                  <a:cxn ang="0">
                    <a:pos x="2556" y="276"/>
                  </a:cxn>
                  <a:cxn ang="0">
                    <a:pos x="2635" y="307"/>
                  </a:cxn>
                  <a:cxn ang="0">
                    <a:pos x="2652" y="315"/>
                  </a:cxn>
                  <a:cxn ang="0">
                    <a:pos x="2666" y="326"/>
                  </a:cxn>
                  <a:cxn ang="0">
                    <a:pos x="2677" y="341"/>
                  </a:cxn>
                  <a:cxn ang="0">
                    <a:pos x="2690" y="373"/>
                  </a:cxn>
                  <a:cxn ang="0">
                    <a:pos x="2693" y="390"/>
                  </a:cxn>
                  <a:cxn ang="0">
                    <a:pos x="2692" y="408"/>
                  </a:cxn>
                  <a:cxn ang="0">
                    <a:pos x="2686" y="425"/>
                  </a:cxn>
                  <a:cxn ang="0">
                    <a:pos x="2682" y="434"/>
                  </a:cxn>
                  <a:cxn ang="0">
                    <a:pos x="2672" y="449"/>
                  </a:cxn>
                  <a:cxn ang="0">
                    <a:pos x="2659" y="462"/>
                  </a:cxn>
                  <a:cxn ang="0">
                    <a:pos x="2638" y="476"/>
                  </a:cxn>
                  <a:cxn ang="0">
                    <a:pos x="2612" y="482"/>
                  </a:cxn>
                  <a:cxn ang="0">
                    <a:pos x="2594" y="483"/>
                  </a:cxn>
                  <a:cxn ang="0">
                    <a:pos x="2577" y="479"/>
                  </a:cxn>
                  <a:cxn ang="0">
                    <a:pos x="2567" y="476"/>
                  </a:cxn>
                  <a:cxn ang="0">
                    <a:pos x="2560" y="473"/>
                  </a:cxn>
                </a:cxnLst>
                <a:rect l="0" t="0" r="r" b="b"/>
                <a:pathLst>
                  <a:path w="2693" h="483">
                    <a:moveTo>
                      <a:pt x="2560" y="473"/>
                    </a:moveTo>
                    <a:lnTo>
                      <a:pt x="2560" y="473"/>
                    </a:lnTo>
                    <a:lnTo>
                      <a:pt x="2487" y="438"/>
                    </a:lnTo>
                    <a:lnTo>
                      <a:pt x="2412" y="404"/>
                    </a:lnTo>
                    <a:lnTo>
                      <a:pt x="2337" y="372"/>
                    </a:lnTo>
                    <a:lnTo>
                      <a:pt x="2261" y="341"/>
                    </a:lnTo>
                    <a:lnTo>
                      <a:pt x="2184" y="311"/>
                    </a:lnTo>
                    <a:lnTo>
                      <a:pt x="2107" y="283"/>
                    </a:lnTo>
                    <a:lnTo>
                      <a:pt x="2029" y="254"/>
                    </a:lnTo>
                    <a:lnTo>
                      <a:pt x="1951" y="229"/>
                    </a:lnTo>
                    <a:lnTo>
                      <a:pt x="1951" y="229"/>
                    </a:lnTo>
                    <a:lnTo>
                      <a:pt x="1874" y="205"/>
                    </a:lnTo>
                    <a:lnTo>
                      <a:pt x="1795" y="182"/>
                    </a:lnTo>
                    <a:lnTo>
                      <a:pt x="1715" y="161"/>
                    </a:lnTo>
                    <a:lnTo>
                      <a:pt x="1635" y="141"/>
                    </a:lnTo>
                    <a:lnTo>
                      <a:pt x="1554" y="126"/>
                    </a:lnTo>
                    <a:lnTo>
                      <a:pt x="1474" y="112"/>
                    </a:lnTo>
                    <a:lnTo>
                      <a:pt x="1393" y="100"/>
                    </a:lnTo>
                    <a:lnTo>
                      <a:pt x="1313" y="92"/>
                    </a:lnTo>
                    <a:lnTo>
                      <a:pt x="1313" y="92"/>
                    </a:lnTo>
                    <a:lnTo>
                      <a:pt x="1231" y="88"/>
                    </a:lnTo>
                    <a:lnTo>
                      <a:pt x="1149" y="85"/>
                    </a:lnTo>
                    <a:lnTo>
                      <a:pt x="1067" y="86"/>
                    </a:lnTo>
                    <a:lnTo>
                      <a:pt x="984" y="89"/>
                    </a:lnTo>
                    <a:lnTo>
                      <a:pt x="902" y="95"/>
                    </a:lnTo>
                    <a:lnTo>
                      <a:pt x="818" y="102"/>
                    </a:lnTo>
                    <a:lnTo>
                      <a:pt x="736" y="110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571" y="131"/>
                    </a:lnTo>
                    <a:lnTo>
                      <a:pt x="489" y="144"/>
                    </a:lnTo>
                    <a:lnTo>
                      <a:pt x="407" y="158"/>
                    </a:lnTo>
                    <a:lnTo>
                      <a:pt x="325" y="174"/>
                    </a:lnTo>
                    <a:lnTo>
                      <a:pt x="243" y="191"/>
                    </a:lnTo>
                    <a:lnTo>
                      <a:pt x="161" y="209"/>
                    </a:lnTo>
                    <a:lnTo>
                      <a:pt x="81" y="229"/>
                    </a:lnTo>
                    <a:lnTo>
                      <a:pt x="0" y="250"/>
                    </a:lnTo>
                    <a:lnTo>
                      <a:pt x="0" y="250"/>
                    </a:lnTo>
                    <a:lnTo>
                      <a:pt x="80" y="223"/>
                    </a:lnTo>
                    <a:lnTo>
                      <a:pt x="159" y="198"/>
                    </a:lnTo>
                    <a:lnTo>
                      <a:pt x="239" y="174"/>
                    </a:lnTo>
                    <a:lnTo>
                      <a:pt x="320" y="153"/>
                    </a:lnTo>
                    <a:lnTo>
                      <a:pt x="400" y="130"/>
                    </a:lnTo>
                    <a:lnTo>
                      <a:pt x="482" y="110"/>
                    </a:lnTo>
                    <a:lnTo>
                      <a:pt x="564" y="92"/>
                    </a:lnTo>
                    <a:lnTo>
                      <a:pt x="646" y="75"/>
                    </a:lnTo>
                    <a:lnTo>
                      <a:pt x="646" y="75"/>
                    </a:lnTo>
                    <a:lnTo>
                      <a:pt x="728" y="59"/>
                    </a:lnTo>
                    <a:lnTo>
                      <a:pt x="811" y="45"/>
                    </a:lnTo>
                    <a:lnTo>
                      <a:pt x="895" y="32"/>
                    </a:lnTo>
                    <a:lnTo>
                      <a:pt x="978" y="21"/>
                    </a:lnTo>
                    <a:lnTo>
                      <a:pt x="1061" y="13"/>
                    </a:lnTo>
                    <a:lnTo>
                      <a:pt x="1146" y="6"/>
                    </a:lnTo>
                    <a:lnTo>
                      <a:pt x="1231" y="1"/>
                    </a:lnTo>
                    <a:lnTo>
                      <a:pt x="1317" y="0"/>
                    </a:lnTo>
                    <a:lnTo>
                      <a:pt x="1317" y="0"/>
                    </a:lnTo>
                    <a:lnTo>
                      <a:pt x="1402" y="3"/>
                    </a:lnTo>
                    <a:lnTo>
                      <a:pt x="1487" y="10"/>
                    </a:lnTo>
                    <a:lnTo>
                      <a:pt x="1571" y="18"/>
                    </a:lnTo>
                    <a:lnTo>
                      <a:pt x="1656" y="30"/>
                    </a:lnTo>
                    <a:lnTo>
                      <a:pt x="1739" y="44"/>
                    </a:lnTo>
                    <a:lnTo>
                      <a:pt x="1823" y="61"/>
                    </a:lnTo>
                    <a:lnTo>
                      <a:pt x="1906" y="78"/>
                    </a:lnTo>
                    <a:lnTo>
                      <a:pt x="1989" y="97"/>
                    </a:lnTo>
                    <a:lnTo>
                      <a:pt x="1989" y="97"/>
                    </a:lnTo>
                    <a:lnTo>
                      <a:pt x="2071" y="119"/>
                    </a:lnTo>
                    <a:lnTo>
                      <a:pt x="2153" y="141"/>
                    </a:lnTo>
                    <a:lnTo>
                      <a:pt x="2234" y="165"/>
                    </a:lnTo>
                    <a:lnTo>
                      <a:pt x="2314" y="191"/>
                    </a:lnTo>
                    <a:lnTo>
                      <a:pt x="2395" y="218"/>
                    </a:lnTo>
                    <a:lnTo>
                      <a:pt x="2475" y="246"/>
                    </a:lnTo>
                    <a:lnTo>
                      <a:pt x="2556" y="276"/>
                    </a:lnTo>
                    <a:lnTo>
                      <a:pt x="2635" y="307"/>
                    </a:lnTo>
                    <a:lnTo>
                      <a:pt x="2635" y="307"/>
                    </a:lnTo>
                    <a:lnTo>
                      <a:pt x="2644" y="311"/>
                    </a:lnTo>
                    <a:lnTo>
                      <a:pt x="2652" y="315"/>
                    </a:lnTo>
                    <a:lnTo>
                      <a:pt x="2659" y="321"/>
                    </a:lnTo>
                    <a:lnTo>
                      <a:pt x="2666" y="326"/>
                    </a:lnTo>
                    <a:lnTo>
                      <a:pt x="2672" y="333"/>
                    </a:lnTo>
                    <a:lnTo>
                      <a:pt x="2677" y="341"/>
                    </a:lnTo>
                    <a:lnTo>
                      <a:pt x="2686" y="356"/>
                    </a:lnTo>
                    <a:lnTo>
                      <a:pt x="2690" y="373"/>
                    </a:lnTo>
                    <a:lnTo>
                      <a:pt x="2692" y="381"/>
                    </a:lnTo>
                    <a:lnTo>
                      <a:pt x="2693" y="390"/>
                    </a:lnTo>
                    <a:lnTo>
                      <a:pt x="2693" y="398"/>
                    </a:lnTo>
                    <a:lnTo>
                      <a:pt x="2692" y="408"/>
                    </a:lnTo>
                    <a:lnTo>
                      <a:pt x="2689" y="417"/>
                    </a:lnTo>
                    <a:lnTo>
                      <a:pt x="2686" y="425"/>
                    </a:lnTo>
                    <a:lnTo>
                      <a:pt x="2686" y="425"/>
                    </a:lnTo>
                    <a:lnTo>
                      <a:pt x="2682" y="434"/>
                    </a:lnTo>
                    <a:lnTo>
                      <a:pt x="2677" y="442"/>
                    </a:lnTo>
                    <a:lnTo>
                      <a:pt x="2672" y="449"/>
                    </a:lnTo>
                    <a:lnTo>
                      <a:pt x="2666" y="456"/>
                    </a:lnTo>
                    <a:lnTo>
                      <a:pt x="2659" y="462"/>
                    </a:lnTo>
                    <a:lnTo>
                      <a:pt x="2653" y="468"/>
                    </a:lnTo>
                    <a:lnTo>
                      <a:pt x="2638" y="476"/>
                    </a:lnTo>
                    <a:lnTo>
                      <a:pt x="2621" y="480"/>
                    </a:lnTo>
                    <a:lnTo>
                      <a:pt x="2612" y="482"/>
                    </a:lnTo>
                    <a:lnTo>
                      <a:pt x="2603" y="483"/>
                    </a:lnTo>
                    <a:lnTo>
                      <a:pt x="2594" y="483"/>
                    </a:lnTo>
                    <a:lnTo>
                      <a:pt x="2586" y="482"/>
                    </a:lnTo>
                    <a:lnTo>
                      <a:pt x="2577" y="479"/>
                    </a:lnTo>
                    <a:lnTo>
                      <a:pt x="2567" y="476"/>
                    </a:lnTo>
                    <a:lnTo>
                      <a:pt x="2567" y="476"/>
                    </a:lnTo>
                    <a:lnTo>
                      <a:pt x="2562" y="473"/>
                    </a:lnTo>
                    <a:lnTo>
                      <a:pt x="2560" y="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360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7">
                <a:extLst>
                  <a:ext uri="{FF2B5EF4-FFF2-40B4-BE49-F238E27FC236}">
                    <a16:creationId xmlns:a16="http://schemas.microsoft.com/office/drawing/2014/main" id="{A7BA2AC5-D8FB-4AE8-893A-0D7930DD4C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063" y="628088"/>
                <a:ext cx="312738" cy="4458824"/>
              </a:xfrm>
              <a:custGeom>
                <a:avLst/>
                <a:gdLst/>
                <a:ahLst/>
                <a:cxnLst>
                  <a:cxn ang="0">
                    <a:pos x="85" y="8177"/>
                  </a:cxn>
                  <a:cxn ang="0">
                    <a:pos x="198" y="7659"/>
                  </a:cxn>
                  <a:cxn ang="0">
                    <a:pos x="268" y="7269"/>
                  </a:cxn>
                  <a:cxn ang="0">
                    <a:pos x="336" y="6747"/>
                  </a:cxn>
                  <a:cxn ang="0">
                    <a:pos x="357" y="6422"/>
                  </a:cxn>
                  <a:cxn ang="0">
                    <a:pos x="357" y="6228"/>
                  </a:cxn>
                  <a:cxn ang="0">
                    <a:pos x="342" y="6039"/>
                  </a:cxn>
                  <a:cxn ang="0">
                    <a:pos x="315" y="5888"/>
                  </a:cxn>
                  <a:cxn ang="0">
                    <a:pos x="275" y="5719"/>
                  </a:cxn>
                  <a:cxn ang="0">
                    <a:pos x="203" y="5320"/>
                  </a:cxn>
                  <a:cxn ang="0">
                    <a:pos x="147" y="4918"/>
                  </a:cxn>
                  <a:cxn ang="0">
                    <a:pos x="87" y="4383"/>
                  </a:cxn>
                  <a:cxn ang="0">
                    <a:pos x="52" y="3982"/>
                  </a:cxn>
                  <a:cxn ang="0">
                    <a:pos x="18" y="3445"/>
                  </a:cxn>
                  <a:cxn ang="0">
                    <a:pos x="4" y="3042"/>
                  </a:cxn>
                  <a:cxn ang="0">
                    <a:pos x="3" y="2504"/>
                  </a:cxn>
                  <a:cxn ang="0">
                    <a:pos x="22" y="2100"/>
                  </a:cxn>
                  <a:cxn ang="0">
                    <a:pos x="61" y="1765"/>
                  </a:cxn>
                  <a:cxn ang="0">
                    <a:pos x="99" y="1564"/>
                  </a:cxn>
                  <a:cxn ang="0">
                    <a:pos x="134" y="1433"/>
                  </a:cxn>
                  <a:cxn ang="0">
                    <a:pos x="179" y="1306"/>
                  </a:cxn>
                  <a:cxn ang="0">
                    <a:pos x="257" y="1051"/>
                  </a:cxn>
                  <a:cxn ang="0">
                    <a:pos x="299" y="856"/>
                  </a:cxn>
                  <a:cxn ang="0">
                    <a:pos x="333" y="592"/>
                  </a:cxn>
                  <a:cxn ang="0">
                    <a:pos x="336" y="393"/>
                  </a:cxn>
                  <a:cxn ang="0">
                    <a:pos x="316" y="194"/>
                  </a:cxn>
                  <a:cxn ang="0">
                    <a:pos x="288" y="64"/>
                  </a:cxn>
                  <a:cxn ang="0">
                    <a:pos x="280" y="31"/>
                  </a:cxn>
                  <a:cxn ang="0">
                    <a:pos x="318" y="160"/>
                  </a:cxn>
                  <a:cxn ang="0">
                    <a:pos x="345" y="325"/>
                  </a:cxn>
                  <a:cxn ang="0">
                    <a:pos x="357" y="526"/>
                  </a:cxn>
                  <a:cxn ang="0">
                    <a:pos x="340" y="795"/>
                  </a:cxn>
                  <a:cxn ang="0">
                    <a:pos x="296" y="1061"/>
                  </a:cxn>
                  <a:cxn ang="0">
                    <a:pos x="247" y="1257"/>
                  </a:cxn>
                  <a:cxn ang="0">
                    <a:pos x="198" y="1417"/>
                  </a:cxn>
                  <a:cxn ang="0">
                    <a:pos x="158" y="1577"/>
                  </a:cxn>
                  <a:cxn ang="0">
                    <a:pos x="130" y="1773"/>
                  </a:cxn>
                  <a:cxn ang="0">
                    <a:pos x="104" y="2104"/>
                  </a:cxn>
                  <a:cxn ang="0">
                    <a:pos x="100" y="2504"/>
                  </a:cxn>
                  <a:cxn ang="0">
                    <a:pos x="121" y="3036"/>
                  </a:cxn>
                  <a:cxn ang="0">
                    <a:pos x="151" y="3436"/>
                  </a:cxn>
                  <a:cxn ang="0">
                    <a:pos x="205" y="3966"/>
                  </a:cxn>
                  <a:cxn ang="0">
                    <a:pos x="256" y="4363"/>
                  </a:cxn>
                  <a:cxn ang="0">
                    <a:pos x="335" y="4892"/>
                  </a:cxn>
                  <a:cxn ang="0">
                    <a:pos x="405" y="5284"/>
                  </a:cxn>
                  <a:cxn ang="0">
                    <a:pos x="507" y="5734"/>
                  </a:cxn>
                  <a:cxn ang="0">
                    <a:pos x="544" y="5864"/>
                  </a:cxn>
                  <a:cxn ang="0">
                    <a:pos x="573" y="6005"/>
                  </a:cxn>
                  <a:cxn ang="0">
                    <a:pos x="597" y="6215"/>
                  </a:cxn>
                  <a:cxn ang="0">
                    <a:pos x="604" y="6423"/>
                  </a:cxn>
                  <a:cxn ang="0">
                    <a:pos x="597" y="6766"/>
                  </a:cxn>
                  <a:cxn ang="0">
                    <a:pos x="547" y="7309"/>
                  </a:cxn>
                  <a:cxn ang="0">
                    <a:pos x="490" y="7712"/>
                  </a:cxn>
                  <a:cxn ang="0">
                    <a:pos x="395" y="8246"/>
                  </a:cxn>
                  <a:cxn ang="0">
                    <a:pos x="335" y="8528"/>
                  </a:cxn>
                  <a:cxn ang="0">
                    <a:pos x="302" y="8583"/>
                  </a:cxn>
                  <a:cxn ang="0">
                    <a:pos x="253" y="8623"/>
                  </a:cxn>
                  <a:cxn ang="0">
                    <a:pos x="192" y="8640"/>
                  </a:cxn>
                  <a:cxn ang="0">
                    <a:pos x="144" y="8636"/>
                  </a:cxn>
                  <a:cxn ang="0">
                    <a:pos x="83" y="8610"/>
                  </a:cxn>
                  <a:cxn ang="0">
                    <a:pos x="41" y="8565"/>
                  </a:cxn>
                  <a:cxn ang="0">
                    <a:pos x="17" y="8506"/>
                  </a:cxn>
                  <a:cxn ang="0">
                    <a:pos x="18" y="8441"/>
                  </a:cxn>
                </a:cxnLst>
                <a:rect l="0" t="0" r="r" b="b"/>
                <a:pathLst>
                  <a:path w="606" h="8640">
                    <a:moveTo>
                      <a:pt x="21" y="8432"/>
                    </a:moveTo>
                    <a:lnTo>
                      <a:pt x="21" y="8432"/>
                    </a:lnTo>
                    <a:lnTo>
                      <a:pt x="54" y="8305"/>
                    </a:lnTo>
                    <a:lnTo>
                      <a:pt x="85" y="8177"/>
                    </a:lnTo>
                    <a:lnTo>
                      <a:pt x="114" y="8048"/>
                    </a:lnTo>
                    <a:lnTo>
                      <a:pt x="144" y="7919"/>
                    </a:lnTo>
                    <a:lnTo>
                      <a:pt x="171" y="7789"/>
                    </a:lnTo>
                    <a:lnTo>
                      <a:pt x="198" y="7659"/>
                    </a:lnTo>
                    <a:lnTo>
                      <a:pt x="223" y="7529"/>
                    </a:lnTo>
                    <a:lnTo>
                      <a:pt x="246" y="7399"/>
                    </a:lnTo>
                    <a:lnTo>
                      <a:pt x="246" y="7399"/>
                    </a:lnTo>
                    <a:lnTo>
                      <a:pt x="268" y="7269"/>
                    </a:lnTo>
                    <a:lnTo>
                      <a:pt x="288" y="7139"/>
                    </a:lnTo>
                    <a:lnTo>
                      <a:pt x="306" y="7008"/>
                    </a:lnTo>
                    <a:lnTo>
                      <a:pt x="323" y="6878"/>
                    </a:lnTo>
                    <a:lnTo>
                      <a:pt x="336" y="6747"/>
                    </a:lnTo>
                    <a:lnTo>
                      <a:pt x="347" y="6617"/>
                    </a:lnTo>
                    <a:lnTo>
                      <a:pt x="352" y="6552"/>
                    </a:lnTo>
                    <a:lnTo>
                      <a:pt x="354" y="6487"/>
                    </a:lnTo>
                    <a:lnTo>
                      <a:pt x="357" y="6422"/>
                    </a:lnTo>
                    <a:lnTo>
                      <a:pt x="359" y="6357"/>
                    </a:lnTo>
                    <a:lnTo>
                      <a:pt x="359" y="6357"/>
                    </a:lnTo>
                    <a:lnTo>
                      <a:pt x="359" y="6292"/>
                    </a:lnTo>
                    <a:lnTo>
                      <a:pt x="357" y="6228"/>
                    </a:lnTo>
                    <a:lnTo>
                      <a:pt x="353" y="6165"/>
                    </a:lnTo>
                    <a:lnTo>
                      <a:pt x="349" y="6101"/>
                    </a:lnTo>
                    <a:lnTo>
                      <a:pt x="349" y="6101"/>
                    </a:lnTo>
                    <a:lnTo>
                      <a:pt x="342" y="6039"/>
                    </a:lnTo>
                    <a:lnTo>
                      <a:pt x="333" y="5977"/>
                    </a:lnTo>
                    <a:lnTo>
                      <a:pt x="333" y="5977"/>
                    </a:lnTo>
                    <a:lnTo>
                      <a:pt x="322" y="5917"/>
                    </a:lnTo>
                    <a:lnTo>
                      <a:pt x="315" y="5888"/>
                    </a:lnTo>
                    <a:lnTo>
                      <a:pt x="306" y="5855"/>
                    </a:lnTo>
                    <a:lnTo>
                      <a:pt x="306" y="5855"/>
                    </a:lnTo>
                    <a:lnTo>
                      <a:pt x="291" y="5787"/>
                    </a:lnTo>
                    <a:lnTo>
                      <a:pt x="275" y="5719"/>
                    </a:lnTo>
                    <a:lnTo>
                      <a:pt x="263" y="5653"/>
                    </a:lnTo>
                    <a:lnTo>
                      <a:pt x="250" y="5587"/>
                    </a:lnTo>
                    <a:lnTo>
                      <a:pt x="226" y="5452"/>
                    </a:lnTo>
                    <a:lnTo>
                      <a:pt x="203" y="5320"/>
                    </a:lnTo>
                    <a:lnTo>
                      <a:pt x="203" y="5320"/>
                    </a:lnTo>
                    <a:lnTo>
                      <a:pt x="183" y="5185"/>
                    </a:lnTo>
                    <a:lnTo>
                      <a:pt x="165" y="5053"/>
                    </a:lnTo>
                    <a:lnTo>
                      <a:pt x="147" y="4918"/>
                    </a:lnTo>
                    <a:lnTo>
                      <a:pt x="131" y="4784"/>
                    </a:lnTo>
                    <a:lnTo>
                      <a:pt x="116" y="4651"/>
                    </a:lnTo>
                    <a:lnTo>
                      <a:pt x="100" y="4517"/>
                    </a:lnTo>
                    <a:lnTo>
                      <a:pt x="87" y="4383"/>
                    </a:lnTo>
                    <a:lnTo>
                      <a:pt x="75" y="4250"/>
                    </a:lnTo>
                    <a:lnTo>
                      <a:pt x="75" y="4250"/>
                    </a:lnTo>
                    <a:lnTo>
                      <a:pt x="63" y="4116"/>
                    </a:lnTo>
                    <a:lnTo>
                      <a:pt x="52" y="3982"/>
                    </a:lnTo>
                    <a:lnTo>
                      <a:pt x="42" y="3847"/>
                    </a:lnTo>
                    <a:lnTo>
                      <a:pt x="32" y="3713"/>
                    </a:lnTo>
                    <a:lnTo>
                      <a:pt x="25" y="3579"/>
                    </a:lnTo>
                    <a:lnTo>
                      <a:pt x="18" y="3445"/>
                    </a:lnTo>
                    <a:lnTo>
                      <a:pt x="13" y="3310"/>
                    </a:lnTo>
                    <a:lnTo>
                      <a:pt x="7" y="3176"/>
                    </a:lnTo>
                    <a:lnTo>
                      <a:pt x="7" y="3176"/>
                    </a:lnTo>
                    <a:lnTo>
                      <a:pt x="4" y="3042"/>
                    </a:lnTo>
                    <a:lnTo>
                      <a:pt x="1" y="2906"/>
                    </a:lnTo>
                    <a:lnTo>
                      <a:pt x="0" y="2772"/>
                    </a:lnTo>
                    <a:lnTo>
                      <a:pt x="1" y="2638"/>
                    </a:lnTo>
                    <a:lnTo>
                      <a:pt x="3" y="2504"/>
                    </a:lnTo>
                    <a:lnTo>
                      <a:pt x="7" y="2368"/>
                    </a:lnTo>
                    <a:lnTo>
                      <a:pt x="14" y="2234"/>
                    </a:lnTo>
                    <a:lnTo>
                      <a:pt x="22" y="2100"/>
                    </a:lnTo>
                    <a:lnTo>
                      <a:pt x="22" y="2100"/>
                    </a:lnTo>
                    <a:lnTo>
                      <a:pt x="35" y="1965"/>
                    </a:lnTo>
                    <a:lnTo>
                      <a:pt x="42" y="1898"/>
                    </a:lnTo>
                    <a:lnTo>
                      <a:pt x="51" y="1831"/>
                    </a:lnTo>
                    <a:lnTo>
                      <a:pt x="61" y="1765"/>
                    </a:lnTo>
                    <a:lnTo>
                      <a:pt x="72" y="1697"/>
                    </a:lnTo>
                    <a:lnTo>
                      <a:pt x="85" y="1631"/>
                    </a:lnTo>
                    <a:lnTo>
                      <a:pt x="99" y="1564"/>
                    </a:lnTo>
                    <a:lnTo>
                      <a:pt x="99" y="1564"/>
                    </a:lnTo>
                    <a:lnTo>
                      <a:pt x="116" y="1498"/>
                    </a:lnTo>
                    <a:lnTo>
                      <a:pt x="124" y="1465"/>
                    </a:lnTo>
                    <a:lnTo>
                      <a:pt x="134" y="1433"/>
                    </a:lnTo>
                    <a:lnTo>
                      <a:pt x="134" y="1433"/>
                    </a:lnTo>
                    <a:lnTo>
                      <a:pt x="145" y="1400"/>
                    </a:lnTo>
                    <a:lnTo>
                      <a:pt x="157" y="1369"/>
                    </a:lnTo>
                    <a:lnTo>
                      <a:pt x="179" y="1306"/>
                    </a:lnTo>
                    <a:lnTo>
                      <a:pt x="179" y="1306"/>
                    </a:lnTo>
                    <a:lnTo>
                      <a:pt x="200" y="1243"/>
                    </a:lnTo>
                    <a:lnTo>
                      <a:pt x="220" y="1180"/>
                    </a:lnTo>
                    <a:lnTo>
                      <a:pt x="239" y="1116"/>
                    </a:lnTo>
                    <a:lnTo>
                      <a:pt x="257" y="1051"/>
                    </a:lnTo>
                    <a:lnTo>
                      <a:pt x="257" y="1051"/>
                    </a:lnTo>
                    <a:lnTo>
                      <a:pt x="272" y="986"/>
                    </a:lnTo>
                    <a:lnTo>
                      <a:pt x="287" y="921"/>
                    </a:lnTo>
                    <a:lnTo>
                      <a:pt x="299" y="856"/>
                    </a:lnTo>
                    <a:lnTo>
                      <a:pt x="311" y="791"/>
                    </a:lnTo>
                    <a:lnTo>
                      <a:pt x="321" y="725"/>
                    </a:lnTo>
                    <a:lnTo>
                      <a:pt x="328" y="658"/>
                    </a:lnTo>
                    <a:lnTo>
                      <a:pt x="333" y="592"/>
                    </a:lnTo>
                    <a:lnTo>
                      <a:pt x="336" y="526"/>
                    </a:lnTo>
                    <a:lnTo>
                      <a:pt x="336" y="526"/>
                    </a:lnTo>
                    <a:lnTo>
                      <a:pt x="337" y="459"/>
                    </a:lnTo>
                    <a:lnTo>
                      <a:pt x="336" y="393"/>
                    </a:lnTo>
                    <a:lnTo>
                      <a:pt x="332" y="326"/>
                    </a:lnTo>
                    <a:lnTo>
                      <a:pt x="326" y="260"/>
                    </a:lnTo>
                    <a:lnTo>
                      <a:pt x="326" y="260"/>
                    </a:lnTo>
                    <a:lnTo>
                      <a:pt x="316" y="194"/>
                    </a:lnTo>
                    <a:lnTo>
                      <a:pt x="311" y="161"/>
                    </a:lnTo>
                    <a:lnTo>
                      <a:pt x="305" y="127"/>
                    </a:lnTo>
                    <a:lnTo>
                      <a:pt x="296" y="95"/>
                    </a:lnTo>
                    <a:lnTo>
                      <a:pt x="288" y="64"/>
                    </a:lnTo>
                    <a:lnTo>
                      <a:pt x="278" y="31"/>
                    </a:lnTo>
                    <a:lnTo>
                      <a:pt x="267" y="0"/>
                    </a:lnTo>
                    <a:lnTo>
                      <a:pt x="267" y="0"/>
                    </a:lnTo>
                    <a:lnTo>
                      <a:pt x="280" y="31"/>
                    </a:lnTo>
                    <a:lnTo>
                      <a:pt x="291" y="62"/>
                    </a:lnTo>
                    <a:lnTo>
                      <a:pt x="301" y="95"/>
                    </a:lnTo>
                    <a:lnTo>
                      <a:pt x="309" y="127"/>
                    </a:lnTo>
                    <a:lnTo>
                      <a:pt x="318" y="160"/>
                    </a:lnTo>
                    <a:lnTo>
                      <a:pt x="325" y="192"/>
                    </a:lnTo>
                    <a:lnTo>
                      <a:pt x="336" y="259"/>
                    </a:lnTo>
                    <a:lnTo>
                      <a:pt x="336" y="259"/>
                    </a:lnTo>
                    <a:lnTo>
                      <a:pt x="345" y="325"/>
                    </a:lnTo>
                    <a:lnTo>
                      <a:pt x="352" y="391"/>
                    </a:lnTo>
                    <a:lnTo>
                      <a:pt x="356" y="459"/>
                    </a:lnTo>
                    <a:lnTo>
                      <a:pt x="357" y="526"/>
                    </a:lnTo>
                    <a:lnTo>
                      <a:pt x="357" y="526"/>
                    </a:lnTo>
                    <a:lnTo>
                      <a:pt x="356" y="593"/>
                    </a:lnTo>
                    <a:lnTo>
                      <a:pt x="353" y="661"/>
                    </a:lnTo>
                    <a:lnTo>
                      <a:pt x="347" y="728"/>
                    </a:lnTo>
                    <a:lnTo>
                      <a:pt x="340" y="795"/>
                    </a:lnTo>
                    <a:lnTo>
                      <a:pt x="332" y="862"/>
                    </a:lnTo>
                    <a:lnTo>
                      <a:pt x="322" y="928"/>
                    </a:lnTo>
                    <a:lnTo>
                      <a:pt x="311" y="995"/>
                    </a:lnTo>
                    <a:lnTo>
                      <a:pt x="296" y="1061"/>
                    </a:lnTo>
                    <a:lnTo>
                      <a:pt x="296" y="1061"/>
                    </a:lnTo>
                    <a:lnTo>
                      <a:pt x="281" y="1126"/>
                    </a:lnTo>
                    <a:lnTo>
                      <a:pt x="265" y="1193"/>
                    </a:lnTo>
                    <a:lnTo>
                      <a:pt x="247" y="1257"/>
                    </a:lnTo>
                    <a:lnTo>
                      <a:pt x="227" y="1322"/>
                    </a:lnTo>
                    <a:lnTo>
                      <a:pt x="227" y="1322"/>
                    </a:lnTo>
                    <a:lnTo>
                      <a:pt x="207" y="1386"/>
                    </a:lnTo>
                    <a:lnTo>
                      <a:pt x="198" y="1417"/>
                    </a:lnTo>
                    <a:lnTo>
                      <a:pt x="188" y="1448"/>
                    </a:lnTo>
                    <a:lnTo>
                      <a:pt x="188" y="1448"/>
                    </a:lnTo>
                    <a:lnTo>
                      <a:pt x="172" y="1513"/>
                    </a:lnTo>
                    <a:lnTo>
                      <a:pt x="158" y="1577"/>
                    </a:lnTo>
                    <a:lnTo>
                      <a:pt x="158" y="1577"/>
                    </a:lnTo>
                    <a:lnTo>
                      <a:pt x="147" y="1642"/>
                    </a:lnTo>
                    <a:lnTo>
                      <a:pt x="137" y="1708"/>
                    </a:lnTo>
                    <a:lnTo>
                      <a:pt x="130" y="1773"/>
                    </a:lnTo>
                    <a:lnTo>
                      <a:pt x="123" y="1840"/>
                    </a:lnTo>
                    <a:lnTo>
                      <a:pt x="116" y="1906"/>
                    </a:lnTo>
                    <a:lnTo>
                      <a:pt x="111" y="1971"/>
                    </a:lnTo>
                    <a:lnTo>
                      <a:pt x="104" y="2104"/>
                    </a:lnTo>
                    <a:lnTo>
                      <a:pt x="104" y="2104"/>
                    </a:lnTo>
                    <a:lnTo>
                      <a:pt x="102" y="2238"/>
                    </a:lnTo>
                    <a:lnTo>
                      <a:pt x="100" y="2371"/>
                    </a:lnTo>
                    <a:lnTo>
                      <a:pt x="100" y="2504"/>
                    </a:lnTo>
                    <a:lnTo>
                      <a:pt x="103" y="2637"/>
                    </a:lnTo>
                    <a:lnTo>
                      <a:pt x="107" y="2771"/>
                    </a:lnTo>
                    <a:lnTo>
                      <a:pt x="114" y="2904"/>
                    </a:lnTo>
                    <a:lnTo>
                      <a:pt x="121" y="3036"/>
                    </a:lnTo>
                    <a:lnTo>
                      <a:pt x="130" y="3169"/>
                    </a:lnTo>
                    <a:lnTo>
                      <a:pt x="130" y="3169"/>
                    </a:lnTo>
                    <a:lnTo>
                      <a:pt x="140" y="3303"/>
                    </a:lnTo>
                    <a:lnTo>
                      <a:pt x="151" y="3436"/>
                    </a:lnTo>
                    <a:lnTo>
                      <a:pt x="162" y="3569"/>
                    </a:lnTo>
                    <a:lnTo>
                      <a:pt x="176" y="3702"/>
                    </a:lnTo>
                    <a:lnTo>
                      <a:pt x="191" y="3835"/>
                    </a:lnTo>
                    <a:lnTo>
                      <a:pt x="205" y="3966"/>
                    </a:lnTo>
                    <a:lnTo>
                      <a:pt x="220" y="4099"/>
                    </a:lnTo>
                    <a:lnTo>
                      <a:pt x="237" y="4232"/>
                    </a:lnTo>
                    <a:lnTo>
                      <a:pt x="237" y="4232"/>
                    </a:lnTo>
                    <a:lnTo>
                      <a:pt x="256" y="4363"/>
                    </a:lnTo>
                    <a:lnTo>
                      <a:pt x="274" y="4496"/>
                    </a:lnTo>
                    <a:lnTo>
                      <a:pt x="292" y="4627"/>
                    </a:lnTo>
                    <a:lnTo>
                      <a:pt x="313" y="4760"/>
                    </a:lnTo>
                    <a:lnTo>
                      <a:pt x="335" y="4892"/>
                    </a:lnTo>
                    <a:lnTo>
                      <a:pt x="357" y="5022"/>
                    </a:lnTo>
                    <a:lnTo>
                      <a:pt x="381" y="5153"/>
                    </a:lnTo>
                    <a:lnTo>
                      <a:pt x="405" y="5284"/>
                    </a:lnTo>
                    <a:lnTo>
                      <a:pt x="405" y="5284"/>
                    </a:lnTo>
                    <a:lnTo>
                      <a:pt x="432" y="5413"/>
                    </a:lnTo>
                    <a:lnTo>
                      <a:pt x="460" y="5543"/>
                    </a:lnTo>
                    <a:lnTo>
                      <a:pt x="490" y="5670"/>
                    </a:lnTo>
                    <a:lnTo>
                      <a:pt x="507" y="5734"/>
                    </a:lnTo>
                    <a:lnTo>
                      <a:pt x="524" y="5796"/>
                    </a:lnTo>
                    <a:lnTo>
                      <a:pt x="534" y="5828"/>
                    </a:lnTo>
                    <a:lnTo>
                      <a:pt x="544" y="5864"/>
                    </a:lnTo>
                    <a:lnTo>
                      <a:pt x="544" y="5864"/>
                    </a:lnTo>
                    <a:lnTo>
                      <a:pt x="552" y="5899"/>
                    </a:lnTo>
                    <a:lnTo>
                      <a:pt x="559" y="5934"/>
                    </a:lnTo>
                    <a:lnTo>
                      <a:pt x="559" y="5934"/>
                    </a:lnTo>
                    <a:lnTo>
                      <a:pt x="573" y="6005"/>
                    </a:lnTo>
                    <a:lnTo>
                      <a:pt x="583" y="6076"/>
                    </a:lnTo>
                    <a:lnTo>
                      <a:pt x="583" y="6076"/>
                    </a:lnTo>
                    <a:lnTo>
                      <a:pt x="590" y="6145"/>
                    </a:lnTo>
                    <a:lnTo>
                      <a:pt x="597" y="6215"/>
                    </a:lnTo>
                    <a:lnTo>
                      <a:pt x="602" y="6285"/>
                    </a:lnTo>
                    <a:lnTo>
                      <a:pt x="604" y="6354"/>
                    </a:lnTo>
                    <a:lnTo>
                      <a:pt x="604" y="6354"/>
                    </a:lnTo>
                    <a:lnTo>
                      <a:pt x="604" y="6423"/>
                    </a:lnTo>
                    <a:lnTo>
                      <a:pt x="606" y="6492"/>
                    </a:lnTo>
                    <a:lnTo>
                      <a:pt x="604" y="6562"/>
                    </a:lnTo>
                    <a:lnTo>
                      <a:pt x="603" y="6629"/>
                    </a:lnTo>
                    <a:lnTo>
                      <a:pt x="597" y="6766"/>
                    </a:lnTo>
                    <a:lnTo>
                      <a:pt x="588" y="6902"/>
                    </a:lnTo>
                    <a:lnTo>
                      <a:pt x="576" y="7039"/>
                    </a:lnTo>
                    <a:lnTo>
                      <a:pt x="562" y="7173"/>
                    </a:lnTo>
                    <a:lnTo>
                      <a:pt x="547" y="7309"/>
                    </a:lnTo>
                    <a:lnTo>
                      <a:pt x="530" y="7443"/>
                    </a:lnTo>
                    <a:lnTo>
                      <a:pt x="530" y="7443"/>
                    </a:lnTo>
                    <a:lnTo>
                      <a:pt x="511" y="7577"/>
                    </a:lnTo>
                    <a:lnTo>
                      <a:pt x="490" y="7712"/>
                    </a:lnTo>
                    <a:lnTo>
                      <a:pt x="469" y="7846"/>
                    </a:lnTo>
                    <a:lnTo>
                      <a:pt x="445" y="7979"/>
                    </a:lnTo>
                    <a:lnTo>
                      <a:pt x="421" y="8112"/>
                    </a:lnTo>
                    <a:lnTo>
                      <a:pt x="395" y="8246"/>
                    </a:lnTo>
                    <a:lnTo>
                      <a:pt x="367" y="8379"/>
                    </a:lnTo>
                    <a:lnTo>
                      <a:pt x="339" y="8511"/>
                    </a:lnTo>
                    <a:lnTo>
                      <a:pt x="339" y="8511"/>
                    </a:lnTo>
                    <a:lnTo>
                      <a:pt x="335" y="8528"/>
                    </a:lnTo>
                    <a:lnTo>
                      <a:pt x="329" y="8544"/>
                    </a:lnTo>
                    <a:lnTo>
                      <a:pt x="321" y="8558"/>
                    </a:lnTo>
                    <a:lnTo>
                      <a:pt x="312" y="8571"/>
                    </a:lnTo>
                    <a:lnTo>
                      <a:pt x="302" y="8583"/>
                    </a:lnTo>
                    <a:lnTo>
                      <a:pt x="292" y="8595"/>
                    </a:lnTo>
                    <a:lnTo>
                      <a:pt x="280" y="8606"/>
                    </a:lnTo>
                    <a:lnTo>
                      <a:pt x="267" y="8615"/>
                    </a:lnTo>
                    <a:lnTo>
                      <a:pt x="253" y="8623"/>
                    </a:lnTo>
                    <a:lnTo>
                      <a:pt x="239" y="8629"/>
                    </a:lnTo>
                    <a:lnTo>
                      <a:pt x="224" y="8634"/>
                    </a:lnTo>
                    <a:lnTo>
                      <a:pt x="209" y="8637"/>
                    </a:lnTo>
                    <a:lnTo>
                      <a:pt x="192" y="8640"/>
                    </a:lnTo>
                    <a:lnTo>
                      <a:pt x="176" y="8640"/>
                    </a:lnTo>
                    <a:lnTo>
                      <a:pt x="159" y="8639"/>
                    </a:lnTo>
                    <a:lnTo>
                      <a:pt x="144" y="8636"/>
                    </a:lnTo>
                    <a:lnTo>
                      <a:pt x="144" y="8636"/>
                    </a:lnTo>
                    <a:lnTo>
                      <a:pt x="127" y="8632"/>
                    </a:lnTo>
                    <a:lnTo>
                      <a:pt x="111" y="8626"/>
                    </a:lnTo>
                    <a:lnTo>
                      <a:pt x="97" y="8619"/>
                    </a:lnTo>
                    <a:lnTo>
                      <a:pt x="83" y="8610"/>
                    </a:lnTo>
                    <a:lnTo>
                      <a:pt x="72" y="8600"/>
                    </a:lnTo>
                    <a:lnTo>
                      <a:pt x="59" y="8589"/>
                    </a:lnTo>
                    <a:lnTo>
                      <a:pt x="49" y="8578"/>
                    </a:lnTo>
                    <a:lnTo>
                      <a:pt x="41" y="8565"/>
                    </a:lnTo>
                    <a:lnTo>
                      <a:pt x="32" y="8551"/>
                    </a:lnTo>
                    <a:lnTo>
                      <a:pt x="27" y="8537"/>
                    </a:lnTo>
                    <a:lnTo>
                      <a:pt x="21" y="8521"/>
                    </a:lnTo>
                    <a:lnTo>
                      <a:pt x="17" y="8506"/>
                    </a:lnTo>
                    <a:lnTo>
                      <a:pt x="15" y="8490"/>
                    </a:lnTo>
                    <a:lnTo>
                      <a:pt x="15" y="8473"/>
                    </a:lnTo>
                    <a:lnTo>
                      <a:pt x="15" y="8458"/>
                    </a:lnTo>
                    <a:lnTo>
                      <a:pt x="18" y="8441"/>
                    </a:lnTo>
                    <a:lnTo>
                      <a:pt x="18" y="8441"/>
                    </a:lnTo>
                    <a:lnTo>
                      <a:pt x="20" y="8435"/>
                    </a:lnTo>
                    <a:lnTo>
                      <a:pt x="21" y="84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27" name="Group 165">
                <a:extLst>
                  <a:ext uri="{FF2B5EF4-FFF2-40B4-BE49-F238E27FC236}">
                    <a16:creationId xmlns:a16="http://schemas.microsoft.com/office/drawing/2014/main" id="{3E4FA4B5-EE68-015F-B8FF-B8FACEA7613B}"/>
                  </a:ext>
                </a:extLst>
              </p:cNvPr>
              <p:cNvGrpSpPr/>
              <p:nvPr/>
            </p:nvGrpSpPr>
            <p:grpSpPr>
              <a:xfrm rot="287009">
                <a:off x="4839585" y="3404730"/>
                <a:ext cx="691194" cy="654470"/>
                <a:chOff x="707853" y="22066"/>
                <a:chExt cx="7200902" cy="6818311"/>
              </a:xfrm>
            </p:grpSpPr>
            <p:sp>
              <p:nvSpPr>
                <p:cNvPr id="141" name="Freeform 5">
                  <a:extLst>
                    <a:ext uri="{FF2B5EF4-FFF2-40B4-BE49-F238E27FC236}">
                      <a16:creationId xmlns:a16="http://schemas.microsoft.com/office/drawing/2014/main" id="{6B249F64-630C-A87C-D3D9-6C8E0780E4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2890" y="118645"/>
                  <a:ext cx="6586538" cy="6713537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" name="Freeform 6">
                  <a:extLst>
                    <a:ext uri="{FF2B5EF4-FFF2-40B4-BE49-F238E27FC236}">
                      <a16:creationId xmlns:a16="http://schemas.microsoft.com/office/drawing/2014/main" id="{D7E02D8E-2302-043D-C0E0-ED547B9BA8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7853" y="22066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8" name="Group 168">
                <a:extLst>
                  <a:ext uri="{FF2B5EF4-FFF2-40B4-BE49-F238E27FC236}">
                    <a16:creationId xmlns:a16="http://schemas.microsoft.com/office/drawing/2014/main" id="{64E51318-52EA-49EB-03E3-587F21614222}"/>
                  </a:ext>
                </a:extLst>
              </p:cNvPr>
              <p:cNvGrpSpPr/>
              <p:nvPr/>
            </p:nvGrpSpPr>
            <p:grpSpPr>
              <a:xfrm rot="19919584">
                <a:off x="4566241" y="1541119"/>
                <a:ext cx="383462" cy="160775"/>
                <a:chOff x="793750" y="0"/>
                <a:chExt cx="7556501" cy="2116991"/>
              </a:xfrm>
            </p:grpSpPr>
            <p:sp>
              <p:nvSpPr>
                <p:cNvPr id="139" name="Freeform 7">
                  <a:extLst>
                    <a:ext uri="{FF2B5EF4-FFF2-40B4-BE49-F238E27FC236}">
                      <a16:creationId xmlns:a16="http://schemas.microsoft.com/office/drawing/2014/main" id="{6C41A5B8-21DC-FBCE-BA25-A17F4A39EA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" name="Freeform 8">
                  <a:extLst>
                    <a:ext uri="{FF2B5EF4-FFF2-40B4-BE49-F238E27FC236}">
                      <a16:creationId xmlns:a16="http://schemas.microsoft.com/office/drawing/2014/main" id="{32112155-14B1-8582-6F25-FD9A0F9C2D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29" name="Freeform 8">
                <a:extLst>
                  <a:ext uri="{FF2B5EF4-FFF2-40B4-BE49-F238E27FC236}">
                    <a16:creationId xmlns:a16="http://schemas.microsoft.com/office/drawing/2014/main" id="{3F482506-E3A5-298A-1339-DE94F961B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7413" y="2971800"/>
                <a:ext cx="1010145" cy="342900"/>
              </a:xfrm>
              <a:custGeom>
                <a:avLst/>
                <a:gdLst/>
                <a:ahLst/>
                <a:cxnLst>
                  <a:cxn ang="0">
                    <a:pos x="38" y="785"/>
                  </a:cxn>
                  <a:cxn ang="0">
                    <a:pos x="90" y="735"/>
                  </a:cxn>
                  <a:cxn ang="0">
                    <a:pos x="165" y="679"/>
                  </a:cxn>
                  <a:cxn ang="0">
                    <a:pos x="281" y="602"/>
                  </a:cxn>
                  <a:cxn ang="0">
                    <a:pos x="361" y="559"/>
                  </a:cxn>
                  <a:cxn ang="0">
                    <a:pos x="486" y="501"/>
                  </a:cxn>
                  <a:cxn ang="0">
                    <a:pos x="613" y="451"/>
                  </a:cxn>
                  <a:cxn ang="0">
                    <a:pos x="699" y="424"/>
                  </a:cxn>
                  <a:cxn ang="0">
                    <a:pos x="830" y="390"/>
                  </a:cxn>
                  <a:cxn ang="0">
                    <a:pos x="1008" y="356"/>
                  </a:cxn>
                  <a:cxn ang="0">
                    <a:pos x="1275" y="330"/>
                  </a:cxn>
                  <a:cxn ang="0">
                    <a:pos x="1452" y="323"/>
                  </a:cxn>
                  <a:cxn ang="0">
                    <a:pos x="1715" y="300"/>
                  </a:cxn>
                  <a:cxn ang="0">
                    <a:pos x="1975" y="258"/>
                  </a:cxn>
                  <a:cxn ang="0">
                    <a:pos x="2146" y="219"/>
                  </a:cxn>
                  <a:cxn ang="0">
                    <a:pos x="2399" y="143"/>
                  </a:cxn>
                  <a:cxn ang="0">
                    <a:pos x="2523" y="96"/>
                  </a:cxn>
                  <a:cxn ang="0">
                    <a:pos x="2643" y="43"/>
                  </a:cxn>
                  <a:cxn ang="0">
                    <a:pos x="2721" y="0"/>
                  </a:cxn>
                  <a:cxn ang="0">
                    <a:pos x="2606" y="68"/>
                  </a:cxn>
                  <a:cxn ang="0">
                    <a:pos x="2486" y="125"/>
                  </a:cxn>
                  <a:cxn ang="0">
                    <a:pos x="2322" y="193"/>
                  </a:cxn>
                  <a:cxn ang="0">
                    <a:pos x="2069" y="275"/>
                  </a:cxn>
                  <a:cxn ang="0">
                    <a:pos x="1897" y="318"/>
                  </a:cxn>
                  <a:cxn ang="0">
                    <a:pos x="1634" y="368"/>
                  </a:cxn>
                  <a:cxn ang="0">
                    <a:pos x="1370" y="400"/>
                  </a:cxn>
                  <a:cxn ang="0">
                    <a:pos x="1195" y="417"/>
                  </a:cxn>
                  <a:cxn ang="0">
                    <a:pos x="939" y="465"/>
                  </a:cxn>
                  <a:cxn ang="0">
                    <a:pos x="774" y="512"/>
                  </a:cxn>
                  <a:cxn ang="0">
                    <a:pos x="692" y="540"/>
                  </a:cxn>
                  <a:cxn ang="0">
                    <a:pos x="573" y="590"/>
                  </a:cxn>
                  <a:cxn ang="0">
                    <a:pos x="459" y="648"/>
                  </a:cxn>
                  <a:cxn ang="0">
                    <a:pos x="385" y="690"/>
                  </a:cxn>
                  <a:cxn ang="0">
                    <a:pos x="281" y="761"/>
                  </a:cxn>
                  <a:cxn ang="0">
                    <a:pos x="215" y="814"/>
                  </a:cxn>
                  <a:cxn ang="0">
                    <a:pos x="155" y="869"/>
                  </a:cxn>
                  <a:cxn ang="0">
                    <a:pos x="130" y="899"/>
                  </a:cxn>
                  <a:cxn ang="0">
                    <a:pos x="94" y="923"/>
                  </a:cxn>
                  <a:cxn ang="0">
                    <a:pos x="53" y="923"/>
                  </a:cxn>
                  <a:cxn ang="0">
                    <a:pos x="27" y="910"/>
                  </a:cxn>
                  <a:cxn ang="0">
                    <a:pos x="3" y="875"/>
                  </a:cxn>
                  <a:cxn ang="0">
                    <a:pos x="3" y="833"/>
                  </a:cxn>
                  <a:cxn ang="0">
                    <a:pos x="17" y="807"/>
                  </a:cxn>
                </a:cxnLst>
                <a:rect l="0" t="0" r="r" b="b"/>
                <a:pathLst>
                  <a:path w="2721" h="926">
                    <a:moveTo>
                      <a:pt x="20" y="804"/>
                    </a:moveTo>
                    <a:lnTo>
                      <a:pt x="20" y="804"/>
                    </a:lnTo>
                    <a:lnTo>
                      <a:pt x="38" y="785"/>
                    </a:lnTo>
                    <a:lnTo>
                      <a:pt x="55" y="768"/>
                    </a:lnTo>
                    <a:lnTo>
                      <a:pt x="90" y="735"/>
                    </a:lnTo>
                    <a:lnTo>
                      <a:pt x="90" y="735"/>
                    </a:lnTo>
                    <a:lnTo>
                      <a:pt x="127" y="705"/>
                    </a:lnTo>
                    <a:lnTo>
                      <a:pt x="165" y="679"/>
                    </a:lnTo>
                    <a:lnTo>
                      <a:pt x="165" y="679"/>
                    </a:lnTo>
                    <a:lnTo>
                      <a:pt x="203" y="652"/>
                    </a:lnTo>
                    <a:lnTo>
                      <a:pt x="241" y="626"/>
                    </a:lnTo>
                    <a:lnTo>
                      <a:pt x="281" y="602"/>
                    </a:lnTo>
                    <a:lnTo>
                      <a:pt x="320" y="580"/>
                    </a:lnTo>
                    <a:lnTo>
                      <a:pt x="320" y="580"/>
                    </a:lnTo>
                    <a:lnTo>
                      <a:pt x="361" y="559"/>
                    </a:lnTo>
                    <a:lnTo>
                      <a:pt x="402" y="537"/>
                    </a:lnTo>
                    <a:lnTo>
                      <a:pt x="443" y="519"/>
                    </a:lnTo>
                    <a:lnTo>
                      <a:pt x="486" y="501"/>
                    </a:lnTo>
                    <a:lnTo>
                      <a:pt x="528" y="482"/>
                    </a:lnTo>
                    <a:lnTo>
                      <a:pt x="571" y="467"/>
                    </a:lnTo>
                    <a:lnTo>
                      <a:pt x="613" y="451"/>
                    </a:lnTo>
                    <a:lnTo>
                      <a:pt x="657" y="437"/>
                    </a:lnTo>
                    <a:lnTo>
                      <a:pt x="657" y="437"/>
                    </a:lnTo>
                    <a:lnTo>
                      <a:pt x="699" y="424"/>
                    </a:lnTo>
                    <a:lnTo>
                      <a:pt x="743" y="412"/>
                    </a:lnTo>
                    <a:lnTo>
                      <a:pt x="787" y="400"/>
                    </a:lnTo>
                    <a:lnTo>
                      <a:pt x="830" y="390"/>
                    </a:lnTo>
                    <a:lnTo>
                      <a:pt x="876" y="380"/>
                    </a:lnTo>
                    <a:lnTo>
                      <a:pt x="919" y="372"/>
                    </a:lnTo>
                    <a:lnTo>
                      <a:pt x="1008" y="356"/>
                    </a:lnTo>
                    <a:lnTo>
                      <a:pt x="1097" y="345"/>
                    </a:lnTo>
                    <a:lnTo>
                      <a:pt x="1186" y="337"/>
                    </a:lnTo>
                    <a:lnTo>
                      <a:pt x="1275" y="330"/>
                    </a:lnTo>
                    <a:lnTo>
                      <a:pt x="1366" y="327"/>
                    </a:lnTo>
                    <a:lnTo>
                      <a:pt x="1366" y="327"/>
                    </a:lnTo>
                    <a:lnTo>
                      <a:pt x="1452" y="323"/>
                    </a:lnTo>
                    <a:lnTo>
                      <a:pt x="1540" y="317"/>
                    </a:lnTo>
                    <a:lnTo>
                      <a:pt x="1627" y="310"/>
                    </a:lnTo>
                    <a:lnTo>
                      <a:pt x="1715" y="300"/>
                    </a:lnTo>
                    <a:lnTo>
                      <a:pt x="1801" y="287"/>
                    </a:lnTo>
                    <a:lnTo>
                      <a:pt x="1889" y="275"/>
                    </a:lnTo>
                    <a:lnTo>
                      <a:pt x="1975" y="258"/>
                    </a:lnTo>
                    <a:lnTo>
                      <a:pt x="2061" y="239"/>
                    </a:lnTo>
                    <a:lnTo>
                      <a:pt x="2061" y="239"/>
                    </a:lnTo>
                    <a:lnTo>
                      <a:pt x="2146" y="219"/>
                    </a:lnTo>
                    <a:lnTo>
                      <a:pt x="2230" y="197"/>
                    </a:lnTo>
                    <a:lnTo>
                      <a:pt x="2315" y="171"/>
                    </a:lnTo>
                    <a:lnTo>
                      <a:pt x="2399" y="143"/>
                    </a:lnTo>
                    <a:lnTo>
                      <a:pt x="2399" y="143"/>
                    </a:lnTo>
                    <a:lnTo>
                      <a:pt x="2482" y="113"/>
                    </a:lnTo>
                    <a:lnTo>
                      <a:pt x="2523" y="96"/>
                    </a:lnTo>
                    <a:lnTo>
                      <a:pt x="2564" y="80"/>
                    </a:lnTo>
                    <a:lnTo>
                      <a:pt x="2603" y="61"/>
                    </a:lnTo>
                    <a:lnTo>
                      <a:pt x="2643" y="43"/>
                    </a:lnTo>
                    <a:lnTo>
                      <a:pt x="2682" y="22"/>
                    </a:lnTo>
                    <a:lnTo>
                      <a:pt x="2721" y="0"/>
                    </a:lnTo>
                    <a:lnTo>
                      <a:pt x="2721" y="0"/>
                    </a:lnTo>
                    <a:lnTo>
                      <a:pt x="2684" y="24"/>
                    </a:lnTo>
                    <a:lnTo>
                      <a:pt x="2646" y="47"/>
                    </a:lnTo>
                    <a:lnTo>
                      <a:pt x="2606" y="68"/>
                    </a:lnTo>
                    <a:lnTo>
                      <a:pt x="2567" y="88"/>
                    </a:lnTo>
                    <a:lnTo>
                      <a:pt x="2527" y="106"/>
                    </a:lnTo>
                    <a:lnTo>
                      <a:pt x="2486" y="125"/>
                    </a:lnTo>
                    <a:lnTo>
                      <a:pt x="2406" y="160"/>
                    </a:lnTo>
                    <a:lnTo>
                      <a:pt x="2406" y="160"/>
                    </a:lnTo>
                    <a:lnTo>
                      <a:pt x="2322" y="193"/>
                    </a:lnTo>
                    <a:lnTo>
                      <a:pt x="2239" y="222"/>
                    </a:lnTo>
                    <a:lnTo>
                      <a:pt x="2154" y="250"/>
                    </a:lnTo>
                    <a:lnTo>
                      <a:pt x="2069" y="275"/>
                    </a:lnTo>
                    <a:lnTo>
                      <a:pt x="2069" y="275"/>
                    </a:lnTo>
                    <a:lnTo>
                      <a:pt x="1983" y="299"/>
                    </a:lnTo>
                    <a:lnTo>
                      <a:pt x="1897" y="318"/>
                    </a:lnTo>
                    <a:lnTo>
                      <a:pt x="1811" y="337"/>
                    </a:lnTo>
                    <a:lnTo>
                      <a:pt x="1723" y="354"/>
                    </a:lnTo>
                    <a:lnTo>
                      <a:pt x="1634" y="368"/>
                    </a:lnTo>
                    <a:lnTo>
                      <a:pt x="1547" y="380"/>
                    </a:lnTo>
                    <a:lnTo>
                      <a:pt x="1458" y="390"/>
                    </a:lnTo>
                    <a:lnTo>
                      <a:pt x="1370" y="400"/>
                    </a:lnTo>
                    <a:lnTo>
                      <a:pt x="1370" y="400"/>
                    </a:lnTo>
                    <a:lnTo>
                      <a:pt x="1283" y="407"/>
                    </a:lnTo>
                    <a:lnTo>
                      <a:pt x="1195" y="417"/>
                    </a:lnTo>
                    <a:lnTo>
                      <a:pt x="1109" y="430"/>
                    </a:lnTo>
                    <a:lnTo>
                      <a:pt x="1024" y="447"/>
                    </a:lnTo>
                    <a:lnTo>
                      <a:pt x="939" y="465"/>
                    </a:lnTo>
                    <a:lnTo>
                      <a:pt x="856" y="486"/>
                    </a:lnTo>
                    <a:lnTo>
                      <a:pt x="815" y="499"/>
                    </a:lnTo>
                    <a:lnTo>
                      <a:pt x="774" y="512"/>
                    </a:lnTo>
                    <a:lnTo>
                      <a:pt x="733" y="526"/>
                    </a:lnTo>
                    <a:lnTo>
                      <a:pt x="692" y="540"/>
                    </a:lnTo>
                    <a:lnTo>
                      <a:pt x="692" y="540"/>
                    </a:lnTo>
                    <a:lnTo>
                      <a:pt x="652" y="556"/>
                    </a:lnTo>
                    <a:lnTo>
                      <a:pt x="613" y="573"/>
                    </a:lnTo>
                    <a:lnTo>
                      <a:pt x="573" y="590"/>
                    </a:lnTo>
                    <a:lnTo>
                      <a:pt x="534" y="608"/>
                    </a:lnTo>
                    <a:lnTo>
                      <a:pt x="496" y="628"/>
                    </a:lnTo>
                    <a:lnTo>
                      <a:pt x="459" y="648"/>
                    </a:lnTo>
                    <a:lnTo>
                      <a:pt x="421" y="667"/>
                    </a:lnTo>
                    <a:lnTo>
                      <a:pt x="385" y="690"/>
                    </a:lnTo>
                    <a:lnTo>
                      <a:pt x="385" y="690"/>
                    </a:lnTo>
                    <a:lnTo>
                      <a:pt x="349" y="713"/>
                    </a:lnTo>
                    <a:lnTo>
                      <a:pt x="315" y="737"/>
                    </a:lnTo>
                    <a:lnTo>
                      <a:pt x="281" y="761"/>
                    </a:lnTo>
                    <a:lnTo>
                      <a:pt x="247" y="787"/>
                    </a:lnTo>
                    <a:lnTo>
                      <a:pt x="247" y="787"/>
                    </a:lnTo>
                    <a:lnTo>
                      <a:pt x="215" y="814"/>
                    </a:lnTo>
                    <a:lnTo>
                      <a:pt x="185" y="841"/>
                    </a:lnTo>
                    <a:lnTo>
                      <a:pt x="185" y="841"/>
                    </a:lnTo>
                    <a:lnTo>
                      <a:pt x="155" y="869"/>
                    </a:lnTo>
                    <a:lnTo>
                      <a:pt x="131" y="898"/>
                    </a:lnTo>
                    <a:lnTo>
                      <a:pt x="130" y="899"/>
                    </a:lnTo>
                    <a:lnTo>
                      <a:pt x="130" y="899"/>
                    </a:lnTo>
                    <a:lnTo>
                      <a:pt x="120" y="909"/>
                    </a:lnTo>
                    <a:lnTo>
                      <a:pt x="107" y="917"/>
                    </a:lnTo>
                    <a:lnTo>
                      <a:pt x="94" y="923"/>
                    </a:lnTo>
                    <a:lnTo>
                      <a:pt x="80" y="926"/>
                    </a:lnTo>
                    <a:lnTo>
                      <a:pt x="66" y="926"/>
                    </a:lnTo>
                    <a:lnTo>
                      <a:pt x="53" y="923"/>
                    </a:lnTo>
                    <a:lnTo>
                      <a:pt x="39" y="917"/>
                    </a:lnTo>
                    <a:lnTo>
                      <a:pt x="27" y="910"/>
                    </a:lnTo>
                    <a:lnTo>
                      <a:pt x="27" y="910"/>
                    </a:lnTo>
                    <a:lnTo>
                      <a:pt x="17" y="899"/>
                    </a:lnTo>
                    <a:lnTo>
                      <a:pt x="8" y="888"/>
                    </a:lnTo>
                    <a:lnTo>
                      <a:pt x="3" y="875"/>
                    </a:lnTo>
                    <a:lnTo>
                      <a:pt x="0" y="861"/>
                    </a:lnTo>
                    <a:lnTo>
                      <a:pt x="0" y="847"/>
                    </a:lnTo>
                    <a:lnTo>
                      <a:pt x="3" y="833"/>
                    </a:lnTo>
                    <a:lnTo>
                      <a:pt x="8" y="820"/>
                    </a:lnTo>
                    <a:lnTo>
                      <a:pt x="17" y="807"/>
                    </a:lnTo>
                    <a:lnTo>
                      <a:pt x="17" y="807"/>
                    </a:lnTo>
                    <a:lnTo>
                      <a:pt x="20" y="804"/>
                    </a:lnTo>
                    <a:lnTo>
                      <a:pt x="20" y="80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30" name="Group 168">
                <a:extLst>
                  <a:ext uri="{FF2B5EF4-FFF2-40B4-BE49-F238E27FC236}">
                    <a16:creationId xmlns:a16="http://schemas.microsoft.com/office/drawing/2014/main" id="{A0EA3A93-9726-94A0-DC2C-330780CC8800}"/>
                  </a:ext>
                </a:extLst>
              </p:cNvPr>
              <p:cNvGrpSpPr/>
              <p:nvPr/>
            </p:nvGrpSpPr>
            <p:grpSpPr>
              <a:xfrm rot="18617175">
                <a:off x="4952774" y="2906824"/>
                <a:ext cx="340137" cy="167559"/>
                <a:chOff x="793750" y="0"/>
                <a:chExt cx="7556501" cy="2116991"/>
              </a:xfrm>
            </p:grpSpPr>
            <p:sp>
              <p:nvSpPr>
                <p:cNvPr id="137" name="Freeform 7">
                  <a:extLst>
                    <a:ext uri="{FF2B5EF4-FFF2-40B4-BE49-F238E27FC236}">
                      <a16:creationId xmlns:a16="http://schemas.microsoft.com/office/drawing/2014/main" id="{238C7150-7503-9831-68A5-1CDB9A8661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" name="Freeform 8">
                  <a:extLst>
                    <a:ext uri="{FF2B5EF4-FFF2-40B4-BE49-F238E27FC236}">
                      <a16:creationId xmlns:a16="http://schemas.microsoft.com/office/drawing/2014/main" id="{4E76A860-47A6-6216-C2A2-C9B773BF7C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1" name="Group 168">
                <a:extLst>
                  <a:ext uri="{FF2B5EF4-FFF2-40B4-BE49-F238E27FC236}">
                    <a16:creationId xmlns:a16="http://schemas.microsoft.com/office/drawing/2014/main" id="{A95A4A19-FF70-38EC-B025-AFEC204653F4}"/>
                  </a:ext>
                </a:extLst>
              </p:cNvPr>
              <p:cNvGrpSpPr/>
              <p:nvPr/>
            </p:nvGrpSpPr>
            <p:grpSpPr>
              <a:xfrm rot="2057568">
                <a:off x="4143922" y="2068330"/>
                <a:ext cx="515275" cy="144357"/>
                <a:chOff x="793750" y="0"/>
                <a:chExt cx="7556501" cy="2116991"/>
              </a:xfrm>
            </p:grpSpPr>
            <p:sp>
              <p:nvSpPr>
                <p:cNvPr id="135" name="Freeform 7">
                  <a:extLst>
                    <a:ext uri="{FF2B5EF4-FFF2-40B4-BE49-F238E27FC236}">
                      <a16:creationId xmlns:a16="http://schemas.microsoft.com/office/drawing/2014/main" id="{F38C721E-C975-B523-97DE-2E7B924C8C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Freeform 8">
                  <a:extLst>
                    <a:ext uri="{FF2B5EF4-FFF2-40B4-BE49-F238E27FC236}">
                      <a16:creationId xmlns:a16="http://schemas.microsoft.com/office/drawing/2014/main" id="{41EBD749-2286-3157-26AA-08F58CE72D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2" name="Group 168">
                <a:extLst>
                  <a:ext uri="{FF2B5EF4-FFF2-40B4-BE49-F238E27FC236}">
                    <a16:creationId xmlns:a16="http://schemas.microsoft.com/office/drawing/2014/main" id="{98443D15-B39F-80EA-318E-FB5D53F46E33}"/>
                  </a:ext>
                </a:extLst>
              </p:cNvPr>
              <p:cNvGrpSpPr/>
              <p:nvPr/>
            </p:nvGrpSpPr>
            <p:grpSpPr>
              <a:xfrm rot="14856880">
                <a:off x="4309108" y="3275124"/>
                <a:ext cx="340137" cy="167559"/>
                <a:chOff x="793750" y="0"/>
                <a:chExt cx="7556501" cy="2116991"/>
              </a:xfrm>
            </p:grpSpPr>
            <p:sp>
              <p:nvSpPr>
                <p:cNvPr id="133" name="Freeform 7">
                  <a:extLst>
                    <a:ext uri="{FF2B5EF4-FFF2-40B4-BE49-F238E27FC236}">
                      <a16:creationId xmlns:a16="http://schemas.microsoft.com/office/drawing/2014/main" id="{6065D857-AE4E-2235-EE4C-7BD49C80BC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Freeform 8">
                  <a:extLst>
                    <a:ext uri="{FF2B5EF4-FFF2-40B4-BE49-F238E27FC236}">
                      <a16:creationId xmlns:a16="http://schemas.microsoft.com/office/drawing/2014/main" id="{C467D242-57DF-5E25-4660-987091C1F5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65C1F84-A7A0-6EF8-DA23-8BAAF9EBD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57740" y="3129218"/>
            <a:ext cx="961860" cy="3287903"/>
            <a:chOff x="3610140" y="3341974"/>
            <a:chExt cx="961860" cy="3287903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3BCF7213-7FC4-DF34-BB20-21FC2B9D638D}"/>
                </a:ext>
              </a:extLst>
            </p:cNvPr>
            <p:cNvGrpSpPr/>
            <p:nvPr/>
          </p:nvGrpSpPr>
          <p:grpSpPr>
            <a:xfrm>
              <a:off x="3737331" y="5360827"/>
              <a:ext cx="499533" cy="1269050"/>
              <a:chOff x="3737331" y="5360827"/>
              <a:chExt cx="499533" cy="1269050"/>
            </a:xfrm>
          </p:grpSpPr>
          <p:grpSp>
            <p:nvGrpSpPr>
              <p:cNvPr id="176" name="Group 93">
                <a:extLst>
                  <a:ext uri="{FF2B5EF4-FFF2-40B4-BE49-F238E27FC236}">
                    <a16:creationId xmlns:a16="http://schemas.microsoft.com/office/drawing/2014/main" id="{F455F4DD-6864-45AE-194B-A14BA595803C}"/>
                  </a:ext>
                </a:extLst>
              </p:cNvPr>
              <p:cNvGrpSpPr/>
              <p:nvPr/>
            </p:nvGrpSpPr>
            <p:grpSpPr>
              <a:xfrm rot="186992">
                <a:off x="3737331" y="5459153"/>
                <a:ext cx="499533" cy="1170724"/>
                <a:chOff x="1346198" y="3640666"/>
                <a:chExt cx="755162" cy="3117518"/>
              </a:xfrm>
            </p:grpSpPr>
            <p:sp>
              <p:nvSpPr>
                <p:cNvPr id="178" name="Freeform 7">
                  <a:extLst>
                    <a:ext uri="{FF2B5EF4-FFF2-40B4-BE49-F238E27FC236}">
                      <a16:creationId xmlns:a16="http://schemas.microsoft.com/office/drawing/2014/main" id="{FB376941-AE49-FAF6-BAE6-B417FC3DC3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430" y="3674533"/>
                  <a:ext cx="318052" cy="3083651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" name="Freeform 5">
                  <a:extLst>
                    <a:ext uri="{FF2B5EF4-FFF2-40B4-BE49-F238E27FC236}">
                      <a16:creationId xmlns:a16="http://schemas.microsoft.com/office/drawing/2014/main" id="{6AFBC571-FD98-5FDB-801B-BA61C72450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2034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" name="Freeform 6">
                  <a:extLst>
                    <a:ext uri="{FF2B5EF4-FFF2-40B4-BE49-F238E27FC236}">
                      <a16:creationId xmlns:a16="http://schemas.microsoft.com/office/drawing/2014/main" id="{5368CC57-36C8-8480-C99A-69C1EF4B2F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400286">
                  <a:off x="1517122" y="3676651"/>
                  <a:ext cx="584238" cy="2470150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" name="Freeform 8">
                  <a:extLst>
                    <a:ext uri="{FF2B5EF4-FFF2-40B4-BE49-F238E27FC236}">
                      <a16:creationId xmlns:a16="http://schemas.microsoft.com/office/drawing/2014/main" id="{F9DDE871-8B09-BBCC-5933-3F5A8D8426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7266" y="4109509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Freeform 7">
                  <a:extLst>
                    <a:ext uri="{FF2B5EF4-FFF2-40B4-BE49-F238E27FC236}">
                      <a16:creationId xmlns:a16="http://schemas.microsoft.com/office/drawing/2014/main" id="{69E2D84D-6D38-E9A3-1EF0-381F3EF09F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316019" flipH="1">
                  <a:off x="1500486" y="3662715"/>
                  <a:ext cx="268985" cy="2560804"/>
                </a:xfrm>
                <a:custGeom>
                  <a:avLst/>
                  <a:gdLst/>
                  <a:ahLst/>
                  <a:cxnLst>
                    <a:cxn ang="0">
                      <a:pos x="105" y="161"/>
                    </a:cxn>
                    <a:cxn ang="0">
                      <a:pos x="107" y="164"/>
                    </a:cxn>
                    <a:cxn ang="0">
                      <a:pos x="184" y="518"/>
                    </a:cxn>
                    <a:cxn ang="0">
                      <a:pos x="183" y="1119"/>
                    </a:cxn>
                    <a:cxn ang="0">
                      <a:pos x="300" y="1431"/>
                    </a:cxn>
                    <a:cxn ang="0">
                      <a:pos x="300" y="1433"/>
                    </a:cxn>
                    <a:cxn ang="0">
                      <a:pos x="352" y="1890"/>
                    </a:cxn>
                    <a:cxn ang="0">
                      <a:pos x="351" y="2256"/>
                    </a:cxn>
                    <a:cxn ang="0">
                      <a:pos x="394" y="2456"/>
                    </a:cxn>
                    <a:cxn ang="0">
                      <a:pos x="394" y="2458"/>
                    </a:cxn>
                    <a:cxn ang="0">
                      <a:pos x="349" y="2733"/>
                    </a:cxn>
                    <a:cxn ang="0">
                      <a:pos x="351" y="3132"/>
                    </a:cxn>
                    <a:cxn ang="0">
                      <a:pos x="391" y="3474"/>
                    </a:cxn>
                    <a:cxn ang="0">
                      <a:pos x="346" y="3820"/>
                    </a:cxn>
                    <a:cxn ang="0">
                      <a:pos x="389" y="3474"/>
                    </a:cxn>
                    <a:cxn ang="0">
                      <a:pos x="346" y="3132"/>
                    </a:cxn>
                    <a:cxn ang="0">
                      <a:pos x="342" y="2733"/>
                    </a:cxn>
                    <a:cxn ang="0">
                      <a:pos x="342" y="2732"/>
                    </a:cxn>
                    <a:cxn ang="0">
                      <a:pos x="386" y="2458"/>
                    </a:cxn>
                    <a:cxn ang="0">
                      <a:pos x="340" y="2256"/>
                    </a:cxn>
                    <a:cxn ang="0">
                      <a:pos x="339" y="1891"/>
                    </a:cxn>
                    <a:cxn ang="0">
                      <a:pos x="284" y="1434"/>
                    </a:cxn>
                    <a:cxn ang="0">
                      <a:pos x="165" y="1122"/>
                    </a:cxn>
                    <a:cxn ang="0">
                      <a:pos x="164" y="1119"/>
                    </a:cxn>
                    <a:cxn ang="0">
                      <a:pos x="163" y="521"/>
                    </a:cxn>
                    <a:cxn ang="0">
                      <a:pos x="83" y="172"/>
                    </a:cxn>
                    <a:cxn ang="0">
                      <a:pos x="1" y="19"/>
                    </a:cxn>
                    <a:cxn ang="0">
                      <a:pos x="0" y="9"/>
                    </a:cxn>
                    <a:cxn ang="0">
                      <a:pos x="7" y="1"/>
                    </a:cxn>
                    <a:cxn ang="0">
                      <a:pos x="11" y="0"/>
                    </a:cxn>
                    <a:cxn ang="0">
                      <a:pos x="21" y="2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394" h="3820">
                      <a:moveTo>
                        <a:pt x="24" y="7"/>
                      </a:moveTo>
                      <a:lnTo>
                        <a:pt x="105" y="161"/>
                      </a:lnTo>
                      <a:lnTo>
                        <a:pt x="105" y="162"/>
                      </a:lnTo>
                      <a:lnTo>
                        <a:pt x="107" y="164"/>
                      </a:lnTo>
                      <a:lnTo>
                        <a:pt x="184" y="516"/>
                      </a:lnTo>
                      <a:lnTo>
                        <a:pt x="184" y="518"/>
                      </a:lnTo>
                      <a:lnTo>
                        <a:pt x="184" y="519"/>
                      </a:lnTo>
                      <a:lnTo>
                        <a:pt x="183" y="1119"/>
                      </a:lnTo>
                      <a:lnTo>
                        <a:pt x="182" y="1116"/>
                      </a:lnTo>
                      <a:lnTo>
                        <a:pt x="300" y="1431"/>
                      </a:lnTo>
                      <a:lnTo>
                        <a:pt x="300" y="1432"/>
                      </a:lnTo>
                      <a:lnTo>
                        <a:pt x="300" y="1433"/>
                      </a:lnTo>
                      <a:lnTo>
                        <a:pt x="352" y="1890"/>
                      </a:lnTo>
                      <a:lnTo>
                        <a:pt x="352" y="1890"/>
                      </a:lnTo>
                      <a:lnTo>
                        <a:pt x="352" y="1891"/>
                      </a:lnTo>
                      <a:lnTo>
                        <a:pt x="351" y="2256"/>
                      </a:lnTo>
                      <a:lnTo>
                        <a:pt x="350" y="2254"/>
                      </a:lnTo>
                      <a:lnTo>
                        <a:pt x="394" y="2456"/>
                      </a:lnTo>
                      <a:lnTo>
                        <a:pt x="394" y="2457"/>
                      </a:lnTo>
                      <a:lnTo>
                        <a:pt x="394" y="2458"/>
                      </a:lnTo>
                      <a:lnTo>
                        <a:pt x="349" y="2733"/>
                      </a:lnTo>
                      <a:lnTo>
                        <a:pt x="349" y="2733"/>
                      </a:lnTo>
                      <a:lnTo>
                        <a:pt x="351" y="3132"/>
                      </a:lnTo>
                      <a:lnTo>
                        <a:pt x="351" y="3132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91" y="3474"/>
                      </a:lnTo>
                      <a:lnTo>
                        <a:pt x="346" y="3820"/>
                      </a:lnTo>
                      <a:lnTo>
                        <a:pt x="389" y="3474"/>
                      </a:lnTo>
                      <a:lnTo>
                        <a:pt x="389" y="3474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6" y="3132"/>
                      </a:lnTo>
                      <a:lnTo>
                        <a:pt x="342" y="2733"/>
                      </a:lnTo>
                      <a:lnTo>
                        <a:pt x="342" y="2733"/>
                      </a:lnTo>
                      <a:lnTo>
                        <a:pt x="342" y="2732"/>
                      </a:lnTo>
                      <a:lnTo>
                        <a:pt x="386" y="2456"/>
                      </a:lnTo>
                      <a:lnTo>
                        <a:pt x="386" y="2458"/>
                      </a:lnTo>
                      <a:lnTo>
                        <a:pt x="340" y="2257"/>
                      </a:lnTo>
                      <a:lnTo>
                        <a:pt x="340" y="2256"/>
                      </a:lnTo>
                      <a:lnTo>
                        <a:pt x="340" y="2256"/>
                      </a:lnTo>
                      <a:lnTo>
                        <a:pt x="339" y="1891"/>
                      </a:lnTo>
                      <a:lnTo>
                        <a:pt x="339" y="1891"/>
                      </a:lnTo>
                      <a:lnTo>
                        <a:pt x="284" y="1434"/>
                      </a:lnTo>
                      <a:lnTo>
                        <a:pt x="286" y="1437"/>
                      </a:lnTo>
                      <a:lnTo>
                        <a:pt x="165" y="1122"/>
                      </a:lnTo>
                      <a:lnTo>
                        <a:pt x="164" y="1120"/>
                      </a:lnTo>
                      <a:lnTo>
                        <a:pt x="164" y="1119"/>
                      </a:lnTo>
                      <a:lnTo>
                        <a:pt x="162" y="519"/>
                      </a:lnTo>
                      <a:lnTo>
                        <a:pt x="163" y="521"/>
                      </a:lnTo>
                      <a:lnTo>
                        <a:pt x="82" y="170"/>
                      </a:lnTo>
                      <a:lnTo>
                        <a:pt x="83" y="172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3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1" y="2"/>
                      </a:lnTo>
                      <a:lnTo>
                        <a:pt x="24" y="7"/>
                      </a:lnTo>
                      <a:lnTo>
                        <a:pt x="24" y="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" name="Freeform 5">
                  <a:extLst>
                    <a:ext uri="{FF2B5EF4-FFF2-40B4-BE49-F238E27FC236}">
                      <a16:creationId xmlns:a16="http://schemas.microsoft.com/office/drawing/2014/main" id="{16DA4229-E9D4-94BD-1556-26CFB4DE28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854508" y="3640666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Freeform 8">
                  <a:extLst>
                    <a:ext uri="{FF2B5EF4-FFF2-40B4-BE49-F238E27FC236}">
                      <a16:creationId xmlns:a16="http://schemas.microsoft.com/office/drawing/2014/main" id="{BF24FD5F-8FCB-AA01-3C74-44F4BE84E9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6198" y="4101042"/>
                  <a:ext cx="155327" cy="657224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" name="Freeform 8">
                  <a:extLst>
                    <a:ext uri="{FF2B5EF4-FFF2-40B4-BE49-F238E27FC236}">
                      <a16:creationId xmlns:a16="http://schemas.microsoft.com/office/drawing/2014/main" id="{A0F4F4CB-63E9-DC96-FE83-50C8CEA376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08441" flipH="1">
                  <a:off x="1634063" y="3662892"/>
                  <a:ext cx="194736" cy="1359958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Freeform 5">
                  <a:extLst>
                    <a:ext uri="{FF2B5EF4-FFF2-40B4-BE49-F238E27FC236}">
                      <a16:creationId xmlns:a16="http://schemas.microsoft.com/office/drawing/2014/main" id="{A3DBE314-55CE-1EC1-4AE1-E1435A357A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448727">
                  <a:off x="1720850" y="3651250"/>
                  <a:ext cx="169025" cy="2623558"/>
                </a:xfrm>
                <a:custGeom>
                  <a:avLst/>
                  <a:gdLst/>
                  <a:ahLst/>
                  <a:cxnLst>
                    <a:cxn ang="0">
                      <a:pos x="53" y="517"/>
                    </a:cxn>
                    <a:cxn ang="0">
                      <a:pos x="69" y="664"/>
                    </a:cxn>
                    <a:cxn ang="0">
                      <a:pos x="74" y="774"/>
                    </a:cxn>
                    <a:cxn ang="0">
                      <a:pos x="73" y="849"/>
                    </a:cxn>
                    <a:cxn ang="0">
                      <a:pos x="64" y="923"/>
                    </a:cxn>
                    <a:cxn ang="0">
                      <a:pos x="54" y="960"/>
                    </a:cxn>
                    <a:cxn ang="0">
                      <a:pos x="37" y="1011"/>
                    </a:cxn>
                    <a:cxn ang="0">
                      <a:pos x="33" y="1063"/>
                    </a:cxn>
                    <a:cxn ang="0">
                      <a:pos x="36" y="1100"/>
                    </a:cxn>
                    <a:cxn ang="0">
                      <a:pos x="53" y="1209"/>
                    </a:cxn>
                    <a:cxn ang="0">
                      <a:pos x="56" y="1247"/>
                    </a:cxn>
                    <a:cxn ang="0">
                      <a:pos x="51" y="1284"/>
                    </a:cxn>
                    <a:cxn ang="0">
                      <a:pos x="43" y="1320"/>
                    </a:cxn>
                    <a:cxn ang="0">
                      <a:pos x="34" y="1392"/>
                    </a:cxn>
                    <a:cxn ang="0">
                      <a:pos x="30" y="1466"/>
                    </a:cxn>
                    <a:cxn ang="0">
                      <a:pos x="30" y="1576"/>
                    </a:cxn>
                    <a:cxn ang="0">
                      <a:pos x="32" y="1687"/>
                    </a:cxn>
                    <a:cxn ang="0">
                      <a:pos x="28" y="1908"/>
                    </a:cxn>
                    <a:cxn ang="0">
                      <a:pos x="21" y="2054"/>
                    </a:cxn>
                    <a:cxn ang="0">
                      <a:pos x="8" y="2201"/>
                    </a:cxn>
                    <a:cxn ang="0">
                      <a:pos x="4" y="2274"/>
                    </a:cxn>
                    <a:cxn ang="0">
                      <a:pos x="10" y="2329"/>
                    </a:cxn>
                    <a:cxn ang="0">
                      <a:pos x="20" y="2364"/>
                    </a:cxn>
                    <a:cxn ang="0">
                      <a:pos x="38" y="2417"/>
                    </a:cxn>
                    <a:cxn ang="0">
                      <a:pos x="52" y="2489"/>
                    </a:cxn>
                    <a:cxn ang="0">
                      <a:pos x="63" y="2562"/>
                    </a:cxn>
                    <a:cxn ang="0">
                      <a:pos x="82" y="2782"/>
                    </a:cxn>
                    <a:cxn ang="0">
                      <a:pos x="82" y="2782"/>
                    </a:cxn>
                    <a:cxn ang="0">
                      <a:pos x="60" y="2562"/>
                    </a:cxn>
                    <a:cxn ang="0">
                      <a:pos x="50" y="2489"/>
                    </a:cxn>
                    <a:cxn ang="0">
                      <a:pos x="34" y="2418"/>
                    </a:cxn>
                    <a:cxn ang="0">
                      <a:pos x="16" y="2366"/>
                    </a:cxn>
                    <a:cxn ang="0">
                      <a:pos x="6" y="2330"/>
                    </a:cxn>
                    <a:cxn ang="0">
                      <a:pos x="0" y="2274"/>
                    </a:cxn>
                    <a:cxn ang="0">
                      <a:pos x="2" y="2201"/>
                    </a:cxn>
                    <a:cxn ang="0">
                      <a:pos x="13" y="2054"/>
                    </a:cxn>
                    <a:cxn ang="0">
                      <a:pos x="20" y="1907"/>
                    </a:cxn>
                    <a:cxn ang="0">
                      <a:pos x="21" y="1687"/>
                    </a:cxn>
                    <a:cxn ang="0">
                      <a:pos x="19" y="1577"/>
                    </a:cxn>
                    <a:cxn ang="0">
                      <a:pos x="18" y="1466"/>
                    </a:cxn>
                    <a:cxn ang="0">
                      <a:pos x="21" y="1391"/>
                    </a:cxn>
                    <a:cxn ang="0">
                      <a:pos x="29" y="1318"/>
                    </a:cxn>
                    <a:cxn ang="0">
                      <a:pos x="38" y="1281"/>
                    </a:cxn>
                    <a:cxn ang="0">
                      <a:pos x="41" y="1247"/>
                    </a:cxn>
                    <a:cxn ang="0">
                      <a:pos x="32" y="1174"/>
                    </a:cxn>
                    <a:cxn ang="0">
                      <a:pos x="20" y="1102"/>
                    </a:cxn>
                    <a:cxn ang="0">
                      <a:pos x="17" y="1046"/>
                    </a:cxn>
                    <a:cxn ang="0">
                      <a:pos x="20" y="1008"/>
                    </a:cxn>
                    <a:cxn ang="0">
                      <a:pos x="28" y="980"/>
                    </a:cxn>
                    <a:cxn ang="0">
                      <a:pos x="38" y="953"/>
                    </a:cxn>
                    <a:cxn ang="0">
                      <a:pos x="51" y="902"/>
                    </a:cxn>
                    <a:cxn ang="0">
                      <a:pos x="57" y="812"/>
                    </a:cxn>
                    <a:cxn ang="0">
                      <a:pos x="54" y="739"/>
                    </a:cxn>
                    <a:cxn ang="0">
                      <a:pos x="42" y="592"/>
                    </a:cxn>
                    <a:cxn ang="0">
                      <a:pos x="32" y="516"/>
                    </a:cxn>
                    <a:cxn ang="0">
                      <a:pos x="161" y="4"/>
                    </a:cxn>
                    <a:cxn ang="0">
                      <a:pos x="174" y="0"/>
                    </a:cxn>
                    <a:cxn ang="0">
                      <a:pos x="182" y="6"/>
                    </a:cxn>
                    <a:cxn ang="0">
                      <a:pos x="184" y="16"/>
                    </a:cxn>
                  </a:cxnLst>
                  <a:rect l="0" t="0" r="r" b="b"/>
                  <a:pathLst>
                    <a:path w="184" h="2856">
                      <a:moveTo>
                        <a:pt x="183" y="16"/>
                      </a:moveTo>
                      <a:lnTo>
                        <a:pt x="53" y="521"/>
                      </a:lnTo>
                      <a:lnTo>
                        <a:pt x="53" y="517"/>
                      </a:lnTo>
                      <a:lnTo>
                        <a:pt x="53" y="517"/>
                      </a:lnTo>
                      <a:lnTo>
                        <a:pt x="62" y="590"/>
                      </a:lnTo>
                      <a:lnTo>
                        <a:pt x="69" y="664"/>
                      </a:lnTo>
                      <a:lnTo>
                        <a:pt x="72" y="701"/>
                      </a:lnTo>
                      <a:lnTo>
                        <a:pt x="73" y="738"/>
                      </a:lnTo>
                      <a:lnTo>
                        <a:pt x="74" y="774"/>
                      </a:lnTo>
                      <a:lnTo>
                        <a:pt x="74" y="812"/>
                      </a:lnTo>
                      <a:lnTo>
                        <a:pt x="74" y="812"/>
                      </a:lnTo>
                      <a:lnTo>
                        <a:pt x="73" y="849"/>
                      </a:lnTo>
                      <a:lnTo>
                        <a:pt x="71" y="887"/>
                      </a:lnTo>
                      <a:lnTo>
                        <a:pt x="68" y="904"/>
                      </a:lnTo>
                      <a:lnTo>
                        <a:pt x="64" y="923"/>
                      </a:lnTo>
                      <a:lnTo>
                        <a:pt x="60" y="942"/>
                      </a:lnTo>
                      <a:lnTo>
                        <a:pt x="54" y="960"/>
                      </a:lnTo>
                      <a:lnTo>
                        <a:pt x="54" y="960"/>
                      </a:lnTo>
                      <a:lnTo>
                        <a:pt x="47" y="977"/>
                      </a:lnTo>
                      <a:lnTo>
                        <a:pt x="40" y="993"/>
                      </a:lnTo>
                      <a:lnTo>
                        <a:pt x="37" y="1011"/>
                      </a:lnTo>
                      <a:lnTo>
                        <a:pt x="34" y="1028"/>
                      </a:lnTo>
                      <a:lnTo>
                        <a:pt x="33" y="1046"/>
                      </a:lnTo>
                      <a:lnTo>
                        <a:pt x="33" y="1063"/>
                      </a:lnTo>
                      <a:lnTo>
                        <a:pt x="34" y="1082"/>
                      </a:lnTo>
                      <a:lnTo>
                        <a:pt x="36" y="1100"/>
                      </a:lnTo>
                      <a:lnTo>
                        <a:pt x="36" y="1100"/>
                      </a:lnTo>
                      <a:lnTo>
                        <a:pt x="41" y="1136"/>
                      </a:lnTo>
                      <a:lnTo>
                        <a:pt x="48" y="1172"/>
                      </a:lnTo>
                      <a:lnTo>
                        <a:pt x="53" y="1209"/>
                      </a:lnTo>
                      <a:lnTo>
                        <a:pt x="54" y="1228"/>
                      </a:lnTo>
                      <a:lnTo>
                        <a:pt x="56" y="1247"/>
                      </a:lnTo>
                      <a:lnTo>
                        <a:pt x="56" y="1247"/>
                      </a:lnTo>
                      <a:lnTo>
                        <a:pt x="54" y="1266"/>
                      </a:lnTo>
                      <a:lnTo>
                        <a:pt x="53" y="1276"/>
                      </a:lnTo>
                      <a:lnTo>
                        <a:pt x="51" y="1284"/>
                      </a:lnTo>
                      <a:lnTo>
                        <a:pt x="51" y="1284"/>
                      </a:lnTo>
                      <a:lnTo>
                        <a:pt x="47" y="1302"/>
                      </a:lnTo>
                      <a:lnTo>
                        <a:pt x="43" y="1320"/>
                      </a:lnTo>
                      <a:lnTo>
                        <a:pt x="43" y="1320"/>
                      </a:lnTo>
                      <a:lnTo>
                        <a:pt x="38" y="1357"/>
                      </a:lnTo>
                      <a:lnTo>
                        <a:pt x="34" y="1392"/>
                      </a:lnTo>
                      <a:lnTo>
                        <a:pt x="34" y="1392"/>
                      </a:lnTo>
                      <a:lnTo>
                        <a:pt x="32" y="1429"/>
                      </a:lnTo>
                      <a:lnTo>
                        <a:pt x="30" y="1466"/>
                      </a:lnTo>
                      <a:lnTo>
                        <a:pt x="30" y="1539"/>
                      </a:lnTo>
                      <a:lnTo>
                        <a:pt x="30" y="1539"/>
                      </a:lnTo>
                      <a:lnTo>
                        <a:pt x="30" y="1576"/>
                      </a:lnTo>
                      <a:lnTo>
                        <a:pt x="31" y="1612"/>
                      </a:lnTo>
                      <a:lnTo>
                        <a:pt x="31" y="1612"/>
                      </a:lnTo>
                      <a:lnTo>
                        <a:pt x="32" y="1687"/>
                      </a:lnTo>
                      <a:lnTo>
                        <a:pt x="32" y="1687"/>
                      </a:lnTo>
                      <a:lnTo>
                        <a:pt x="30" y="1833"/>
                      </a:lnTo>
                      <a:lnTo>
                        <a:pt x="28" y="1908"/>
                      </a:lnTo>
                      <a:lnTo>
                        <a:pt x="26" y="1981"/>
                      </a:lnTo>
                      <a:lnTo>
                        <a:pt x="26" y="1981"/>
                      </a:lnTo>
                      <a:lnTo>
                        <a:pt x="21" y="2054"/>
                      </a:lnTo>
                      <a:lnTo>
                        <a:pt x="14" y="2128"/>
                      </a:lnTo>
                      <a:lnTo>
                        <a:pt x="14" y="2128"/>
                      </a:lnTo>
                      <a:lnTo>
                        <a:pt x="8" y="2201"/>
                      </a:lnTo>
                      <a:lnTo>
                        <a:pt x="6" y="2238"/>
                      </a:lnTo>
                      <a:lnTo>
                        <a:pt x="4" y="2274"/>
                      </a:lnTo>
                      <a:lnTo>
                        <a:pt x="4" y="2274"/>
                      </a:lnTo>
                      <a:lnTo>
                        <a:pt x="6" y="2293"/>
                      </a:lnTo>
                      <a:lnTo>
                        <a:pt x="7" y="2311"/>
                      </a:lnTo>
                      <a:lnTo>
                        <a:pt x="10" y="2329"/>
                      </a:lnTo>
                      <a:lnTo>
                        <a:pt x="14" y="2347"/>
                      </a:lnTo>
                      <a:lnTo>
                        <a:pt x="14" y="2347"/>
                      </a:lnTo>
                      <a:lnTo>
                        <a:pt x="20" y="2364"/>
                      </a:lnTo>
                      <a:lnTo>
                        <a:pt x="27" y="2381"/>
                      </a:lnTo>
                      <a:lnTo>
                        <a:pt x="33" y="2399"/>
                      </a:lnTo>
                      <a:lnTo>
                        <a:pt x="38" y="2417"/>
                      </a:lnTo>
                      <a:lnTo>
                        <a:pt x="38" y="2417"/>
                      </a:lnTo>
                      <a:lnTo>
                        <a:pt x="47" y="2452"/>
                      </a:lnTo>
                      <a:lnTo>
                        <a:pt x="52" y="2489"/>
                      </a:lnTo>
                      <a:lnTo>
                        <a:pt x="58" y="2526"/>
                      </a:lnTo>
                      <a:lnTo>
                        <a:pt x="63" y="2562"/>
                      </a:lnTo>
                      <a:lnTo>
                        <a:pt x="63" y="2562"/>
                      </a:lnTo>
                      <a:lnTo>
                        <a:pt x="71" y="2634"/>
                      </a:lnTo>
                      <a:lnTo>
                        <a:pt x="78" y="2708"/>
                      </a:lnTo>
                      <a:lnTo>
                        <a:pt x="82" y="2782"/>
                      </a:lnTo>
                      <a:lnTo>
                        <a:pt x="87" y="2856"/>
                      </a:lnTo>
                      <a:lnTo>
                        <a:pt x="87" y="2856"/>
                      </a:lnTo>
                      <a:lnTo>
                        <a:pt x="82" y="2782"/>
                      </a:lnTo>
                      <a:lnTo>
                        <a:pt x="76" y="2709"/>
                      </a:lnTo>
                      <a:lnTo>
                        <a:pt x="69" y="2636"/>
                      </a:lnTo>
                      <a:lnTo>
                        <a:pt x="60" y="2562"/>
                      </a:lnTo>
                      <a:lnTo>
                        <a:pt x="60" y="2562"/>
                      </a:lnTo>
                      <a:lnTo>
                        <a:pt x="56" y="2526"/>
                      </a:lnTo>
                      <a:lnTo>
                        <a:pt x="50" y="2489"/>
                      </a:lnTo>
                      <a:lnTo>
                        <a:pt x="42" y="2453"/>
                      </a:lnTo>
                      <a:lnTo>
                        <a:pt x="34" y="2418"/>
                      </a:lnTo>
                      <a:lnTo>
                        <a:pt x="34" y="2418"/>
                      </a:lnTo>
                      <a:lnTo>
                        <a:pt x="29" y="2400"/>
                      </a:lnTo>
                      <a:lnTo>
                        <a:pt x="22" y="2383"/>
                      </a:lnTo>
                      <a:lnTo>
                        <a:pt x="16" y="2366"/>
                      </a:lnTo>
                      <a:lnTo>
                        <a:pt x="10" y="2348"/>
                      </a:lnTo>
                      <a:lnTo>
                        <a:pt x="10" y="2348"/>
                      </a:lnTo>
                      <a:lnTo>
                        <a:pt x="6" y="2330"/>
                      </a:lnTo>
                      <a:lnTo>
                        <a:pt x="2" y="2312"/>
                      </a:lnTo>
                      <a:lnTo>
                        <a:pt x="0" y="2293"/>
                      </a:lnTo>
                      <a:lnTo>
                        <a:pt x="0" y="2274"/>
                      </a:lnTo>
                      <a:lnTo>
                        <a:pt x="0" y="2274"/>
                      </a:lnTo>
                      <a:lnTo>
                        <a:pt x="0" y="2238"/>
                      </a:lnTo>
                      <a:lnTo>
                        <a:pt x="2" y="2201"/>
                      </a:lnTo>
                      <a:lnTo>
                        <a:pt x="9" y="2128"/>
                      </a:lnTo>
                      <a:lnTo>
                        <a:pt x="9" y="2128"/>
                      </a:lnTo>
                      <a:lnTo>
                        <a:pt x="13" y="2054"/>
                      </a:lnTo>
                      <a:lnTo>
                        <a:pt x="18" y="1981"/>
                      </a:lnTo>
                      <a:lnTo>
                        <a:pt x="18" y="1981"/>
                      </a:lnTo>
                      <a:lnTo>
                        <a:pt x="20" y="1907"/>
                      </a:lnTo>
                      <a:lnTo>
                        <a:pt x="21" y="1833"/>
                      </a:lnTo>
                      <a:lnTo>
                        <a:pt x="21" y="1687"/>
                      </a:lnTo>
                      <a:lnTo>
                        <a:pt x="21" y="1687"/>
                      </a:lnTo>
                      <a:lnTo>
                        <a:pt x="20" y="1613"/>
                      </a:lnTo>
                      <a:lnTo>
                        <a:pt x="20" y="1613"/>
                      </a:lnTo>
                      <a:lnTo>
                        <a:pt x="19" y="1577"/>
                      </a:lnTo>
                      <a:lnTo>
                        <a:pt x="18" y="1539"/>
                      </a:lnTo>
                      <a:lnTo>
                        <a:pt x="18" y="1539"/>
                      </a:lnTo>
                      <a:lnTo>
                        <a:pt x="18" y="1466"/>
                      </a:lnTo>
                      <a:lnTo>
                        <a:pt x="19" y="1429"/>
                      </a:lnTo>
                      <a:lnTo>
                        <a:pt x="21" y="1391"/>
                      </a:lnTo>
                      <a:lnTo>
                        <a:pt x="21" y="1391"/>
                      </a:lnTo>
                      <a:lnTo>
                        <a:pt x="24" y="1354"/>
                      </a:lnTo>
                      <a:lnTo>
                        <a:pt x="29" y="1318"/>
                      </a:lnTo>
                      <a:lnTo>
                        <a:pt x="29" y="1318"/>
                      </a:lnTo>
                      <a:lnTo>
                        <a:pt x="33" y="1299"/>
                      </a:lnTo>
                      <a:lnTo>
                        <a:pt x="38" y="1281"/>
                      </a:lnTo>
                      <a:lnTo>
                        <a:pt x="38" y="1281"/>
                      </a:lnTo>
                      <a:lnTo>
                        <a:pt x="40" y="1264"/>
                      </a:lnTo>
                      <a:lnTo>
                        <a:pt x="41" y="1247"/>
                      </a:lnTo>
                      <a:lnTo>
                        <a:pt x="41" y="1247"/>
                      </a:lnTo>
                      <a:lnTo>
                        <a:pt x="40" y="1229"/>
                      </a:lnTo>
                      <a:lnTo>
                        <a:pt x="38" y="1211"/>
                      </a:lnTo>
                      <a:lnTo>
                        <a:pt x="32" y="1174"/>
                      </a:lnTo>
                      <a:lnTo>
                        <a:pt x="26" y="1139"/>
                      </a:lnTo>
                      <a:lnTo>
                        <a:pt x="20" y="1102"/>
                      </a:lnTo>
                      <a:lnTo>
                        <a:pt x="20" y="1102"/>
                      </a:lnTo>
                      <a:lnTo>
                        <a:pt x="18" y="1083"/>
                      </a:lnTo>
                      <a:lnTo>
                        <a:pt x="17" y="1064"/>
                      </a:lnTo>
                      <a:lnTo>
                        <a:pt x="17" y="1046"/>
                      </a:lnTo>
                      <a:lnTo>
                        <a:pt x="18" y="1027"/>
                      </a:lnTo>
                      <a:lnTo>
                        <a:pt x="18" y="1027"/>
                      </a:lnTo>
                      <a:lnTo>
                        <a:pt x="20" y="1008"/>
                      </a:lnTo>
                      <a:lnTo>
                        <a:pt x="24" y="989"/>
                      </a:lnTo>
                      <a:lnTo>
                        <a:pt x="24" y="989"/>
                      </a:lnTo>
                      <a:lnTo>
                        <a:pt x="28" y="980"/>
                      </a:lnTo>
                      <a:lnTo>
                        <a:pt x="31" y="970"/>
                      </a:lnTo>
                      <a:lnTo>
                        <a:pt x="38" y="953"/>
                      </a:lnTo>
                      <a:lnTo>
                        <a:pt x="38" y="953"/>
                      </a:lnTo>
                      <a:lnTo>
                        <a:pt x="43" y="937"/>
                      </a:lnTo>
                      <a:lnTo>
                        <a:pt x="48" y="920"/>
                      </a:lnTo>
                      <a:lnTo>
                        <a:pt x="51" y="902"/>
                      </a:lnTo>
                      <a:lnTo>
                        <a:pt x="53" y="884"/>
                      </a:lnTo>
                      <a:lnTo>
                        <a:pt x="56" y="848"/>
                      </a:lnTo>
                      <a:lnTo>
                        <a:pt x="57" y="812"/>
                      </a:lnTo>
                      <a:lnTo>
                        <a:pt x="57" y="812"/>
                      </a:lnTo>
                      <a:lnTo>
                        <a:pt x="56" y="776"/>
                      </a:lnTo>
                      <a:lnTo>
                        <a:pt x="54" y="739"/>
                      </a:lnTo>
                      <a:lnTo>
                        <a:pt x="52" y="702"/>
                      </a:lnTo>
                      <a:lnTo>
                        <a:pt x="50" y="666"/>
                      </a:lnTo>
                      <a:lnTo>
                        <a:pt x="42" y="592"/>
                      </a:lnTo>
                      <a:lnTo>
                        <a:pt x="32" y="520"/>
                      </a:lnTo>
                      <a:lnTo>
                        <a:pt x="32" y="518"/>
                      </a:lnTo>
                      <a:lnTo>
                        <a:pt x="32" y="516"/>
                      </a:lnTo>
                      <a:lnTo>
                        <a:pt x="159" y="9"/>
                      </a:lnTo>
                      <a:lnTo>
                        <a:pt x="159" y="9"/>
                      </a:lnTo>
                      <a:lnTo>
                        <a:pt x="161" y="4"/>
                      </a:lnTo>
                      <a:lnTo>
                        <a:pt x="164" y="1"/>
                      </a:lnTo>
                      <a:lnTo>
                        <a:pt x="169" y="0"/>
                      </a:lnTo>
                      <a:lnTo>
                        <a:pt x="174" y="0"/>
                      </a:lnTo>
                      <a:lnTo>
                        <a:pt x="174" y="0"/>
                      </a:lnTo>
                      <a:lnTo>
                        <a:pt x="179" y="2"/>
                      </a:lnTo>
                      <a:lnTo>
                        <a:pt x="182" y="6"/>
                      </a:lnTo>
                      <a:lnTo>
                        <a:pt x="184" y="10"/>
                      </a:lnTo>
                      <a:lnTo>
                        <a:pt x="184" y="16"/>
                      </a:lnTo>
                      <a:lnTo>
                        <a:pt x="184" y="16"/>
                      </a:lnTo>
                      <a:lnTo>
                        <a:pt x="183" y="16"/>
                      </a:lnTo>
                      <a:lnTo>
                        <a:pt x="183" y="1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7" name="Freeform 6">
                  <a:extLst>
                    <a:ext uri="{FF2B5EF4-FFF2-40B4-BE49-F238E27FC236}">
                      <a16:creationId xmlns:a16="http://schemas.microsoft.com/office/drawing/2014/main" id="{724CAAD8-A15B-92EE-3B0A-292347C383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099981" flipH="1">
                  <a:off x="1589359" y="3674975"/>
                  <a:ext cx="430796" cy="2259597"/>
                </a:xfrm>
                <a:custGeom>
                  <a:avLst/>
                  <a:gdLst/>
                  <a:ahLst/>
                  <a:cxnLst>
                    <a:cxn ang="0">
                      <a:pos x="26" y="13"/>
                    </a:cxn>
                    <a:cxn ang="0">
                      <a:pos x="25" y="244"/>
                    </a:cxn>
                    <a:cxn ang="0">
                      <a:pos x="23" y="239"/>
                    </a:cxn>
                    <a:cxn ang="0">
                      <a:pos x="166" y="496"/>
                    </a:cxn>
                    <a:cxn ang="0">
                      <a:pos x="165" y="495"/>
                    </a:cxn>
                    <a:cxn ang="0">
                      <a:pos x="285" y="635"/>
                    </a:cxn>
                    <a:cxn ang="0">
                      <a:pos x="286" y="638"/>
                    </a:cxn>
                    <a:cxn ang="0">
                      <a:pos x="287" y="639"/>
                    </a:cxn>
                    <a:cxn ang="0">
                      <a:pos x="385" y="911"/>
                    </a:cxn>
                    <a:cxn ang="0">
                      <a:pos x="386" y="912"/>
                    </a:cxn>
                    <a:cxn ang="0">
                      <a:pos x="386" y="914"/>
                    </a:cxn>
                    <a:cxn ang="0">
                      <a:pos x="354" y="1351"/>
                    </a:cxn>
                    <a:cxn ang="0">
                      <a:pos x="354" y="1350"/>
                    </a:cxn>
                    <a:cxn ang="0">
                      <a:pos x="401" y="1665"/>
                    </a:cxn>
                    <a:cxn ang="0">
                      <a:pos x="400" y="1663"/>
                    </a:cxn>
                    <a:cxn ang="0">
                      <a:pos x="567" y="1939"/>
                    </a:cxn>
                    <a:cxn ang="0">
                      <a:pos x="567" y="1939"/>
                    </a:cxn>
                    <a:cxn ang="0">
                      <a:pos x="567" y="1940"/>
                    </a:cxn>
                    <a:cxn ang="0">
                      <a:pos x="567" y="1940"/>
                    </a:cxn>
                    <a:cxn ang="0">
                      <a:pos x="586" y="2041"/>
                    </a:cxn>
                    <a:cxn ang="0">
                      <a:pos x="603" y="2142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6" y="2345"/>
                    </a:cxn>
                    <a:cxn ang="0">
                      <a:pos x="635" y="2689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633" y="2345"/>
                    </a:cxn>
                    <a:cxn ang="0">
                      <a:pos x="598" y="2143"/>
                    </a:cxn>
                    <a:cxn ang="0">
                      <a:pos x="580" y="2042"/>
                    </a:cxn>
                    <a:cxn ang="0">
                      <a:pos x="560" y="1941"/>
                    </a:cxn>
                    <a:cxn ang="0">
                      <a:pos x="562" y="1942"/>
                    </a:cxn>
                    <a:cxn ang="0">
                      <a:pos x="393" y="1669"/>
                    </a:cxn>
                    <a:cxn ang="0">
                      <a:pos x="391" y="1668"/>
                    </a:cxn>
                    <a:cxn ang="0">
                      <a:pos x="391" y="1666"/>
                    </a:cxn>
                    <a:cxn ang="0">
                      <a:pos x="341" y="1352"/>
                    </a:cxn>
                    <a:cxn ang="0">
                      <a:pos x="341" y="1351"/>
                    </a:cxn>
                    <a:cxn ang="0">
                      <a:pos x="341" y="1351"/>
                    </a:cxn>
                    <a:cxn ang="0">
                      <a:pos x="369" y="913"/>
                    </a:cxn>
                    <a:cxn ang="0">
                      <a:pos x="369" y="916"/>
                    </a:cxn>
                    <a:cxn ang="0">
                      <a:pos x="269" y="645"/>
                    </a:cxn>
                    <a:cxn ang="0">
                      <a:pos x="270" y="649"/>
                    </a:cxn>
                    <a:cxn ang="0">
                      <a:pos x="148" y="509"/>
                    </a:cxn>
                    <a:cxn ang="0">
                      <a:pos x="148" y="508"/>
                    </a:cxn>
                    <a:cxn ang="0">
                      <a:pos x="147" y="506"/>
                    </a:cxn>
                    <a:cxn ang="0">
                      <a:pos x="3" y="250"/>
                    </a:cxn>
                    <a:cxn ang="0">
                      <a:pos x="0" y="248"/>
                    </a:cxn>
                    <a:cxn ang="0">
                      <a:pos x="0" y="244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8"/>
                    </a:cxn>
                    <a:cxn ang="0">
                      <a:pos x="4" y="4"/>
                    </a:cxn>
                    <a:cxn ang="0">
                      <a:pos x="8" y="1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8" y="1"/>
                    </a:cxn>
                    <a:cxn ang="0">
                      <a:pos x="21" y="4"/>
                    </a:cxn>
                    <a:cxn ang="0">
                      <a:pos x="25" y="8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  <a:cxn ang="0">
                      <a:pos x="26" y="13"/>
                    </a:cxn>
                  </a:cxnLst>
                  <a:rect l="0" t="0" r="r" b="b"/>
                  <a:pathLst>
                    <a:path w="636" h="2689">
                      <a:moveTo>
                        <a:pt x="26" y="13"/>
                      </a:moveTo>
                      <a:lnTo>
                        <a:pt x="25" y="244"/>
                      </a:lnTo>
                      <a:lnTo>
                        <a:pt x="23" y="239"/>
                      </a:lnTo>
                      <a:lnTo>
                        <a:pt x="166" y="496"/>
                      </a:lnTo>
                      <a:lnTo>
                        <a:pt x="165" y="495"/>
                      </a:lnTo>
                      <a:lnTo>
                        <a:pt x="285" y="635"/>
                      </a:lnTo>
                      <a:lnTo>
                        <a:pt x="286" y="638"/>
                      </a:lnTo>
                      <a:lnTo>
                        <a:pt x="287" y="639"/>
                      </a:lnTo>
                      <a:lnTo>
                        <a:pt x="385" y="911"/>
                      </a:lnTo>
                      <a:lnTo>
                        <a:pt x="386" y="912"/>
                      </a:lnTo>
                      <a:lnTo>
                        <a:pt x="386" y="914"/>
                      </a:lnTo>
                      <a:lnTo>
                        <a:pt x="354" y="1351"/>
                      </a:lnTo>
                      <a:lnTo>
                        <a:pt x="354" y="1350"/>
                      </a:lnTo>
                      <a:lnTo>
                        <a:pt x="401" y="1665"/>
                      </a:lnTo>
                      <a:lnTo>
                        <a:pt x="400" y="1663"/>
                      </a:lnTo>
                      <a:lnTo>
                        <a:pt x="567" y="1939"/>
                      </a:lnTo>
                      <a:lnTo>
                        <a:pt x="567" y="1939"/>
                      </a:lnTo>
                      <a:lnTo>
                        <a:pt x="567" y="1940"/>
                      </a:lnTo>
                      <a:lnTo>
                        <a:pt x="567" y="1940"/>
                      </a:lnTo>
                      <a:lnTo>
                        <a:pt x="586" y="2041"/>
                      </a:lnTo>
                      <a:lnTo>
                        <a:pt x="603" y="2142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6" y="2345"/>
                      </a:lnTo>
                      <a:lnTo>
                        <a:pt x="635" y="2689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633" y="2345"/>
                      </a:lnTo>
                      <a:lnTo>
                        <a:pt x="598" y="2143"/>
                      </a:lnTo>
                      <a:lnTo>
                        <a:pt x="580" y="2042"/>
                      </a:lnTo>
                      <a:lnTo>
                        <a:pt x="560" y="1941"/>
                      </a:lnTo>
                      <a:lnTo>
                        <a:pt x="562" y="1942"/>
                      </a:lnTo>
                      <a:lnTo>
                        <a:pt x="393" y="1669"/>
                      </a:lnTo>
                      <a:lnTo>
                        <a:pt x="391" y="1668"/>
                      </a:lnTo>
                      <a:lnTo>
                        <a:pt x="391" y="1666"/>
                      </a:lnTo>
                      <a:lnTo>
                        <a:pt x="341" y="1352"/>
                      </a:lnTo>
                      <a:lnTo>
                        <a:pt x="341" y="1351"/>
                      </a:lnTo>
                      <a:lnTo>
                        <a:pt x="341" y="1351"/>
                      </a:lnTo>
                      <a:lnTo>
                        <a:pt x="369" y="913"/>
                      </a:lnTo>
                      <a:lnTo>
                        <a:pt x="369" y="916"/>
                      </a:lnTo>
                      <a:lnTo>
                        <a:pt x="269" y="645"/>
                      </a:lnTo>
                      <a:lnTo>
                        <a:pt x="270" y="649"/>
                      </a:lnTo>
                      <a:lnTo>
                        <a:pt x="148" y="509"/>
                      </a:lnTo>
                      <a:lnTo>
                        <a:pt x="148" y="508"/>
                      </a:lnTo>
                      <a:lnTo>
                        <a:pt x="147" y="506"/>
                      </a:lnTo>
                      <a:lnTo>
                        <a:pt x="3" y="250"/>
                      </a:lnTo>
                      <a:lnTo>
                        <a:pt x="0" y="248"/>
                      </a:lnTo>
                      <a:lnTo>
                        <a:pt x="0" y="244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8" y="1"/>
                      </a:lnTo>
                      <a:lnTo>
                        <a:pt x="21" y="4"/>
                      </a:lnTo>
                      <a:lnTo>
                        <a:pt x="25" y="8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6" y="1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8" name="Freeform 8">
                  <a:extLst>
                    <a:ext uri="{FF2B5EF4-FFF2-40B4-BE49-F238E27FC236}">
                      <a16:creationId xmlns:a16="http://schemas.microsoft.com/office/drawing/2014/main" id="{7B71FFF5-B6D4-9962-080B-D708BFFFD9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96999" y="4907492"/>
                  <a:ext cx="82551" cy="510506"/>
                </a:xfrm>
                <a:custGeom>
                  <a:avLst/>
                  <a:gdLst/>
                  <a:ahLst/>
                  <a:cxnLst>
                    <a:cxn ang="0">
                      <a:pos x="175" y="17"/>
                    </a:cxn>
                    <a:cxn ang="0">
                      <a:pos x="130" y="143"/>
                    </a:cxn>
                    <a:cxn ang="0">
                      <a:pos x="130" y="144"/>
                    </a:cxn>
                    <a:cxn ang="0">
                      <a:pos x="129" y="146"/>
                    </a:cxn>
                    <a:cxn ang="0">
                      <a:pos x="86" y="194"/>
                    </a:cxn>
                    <a:cxn ang="0">
                      <a:pos x="88" y="188"/>
                    </a:cxn>
                    <a:cxn ang="0">
                      <a:pos x="84" y="418"/>
                    </a:cxn>
                    <a:cxn ang="0">
                      <a:pos x="84" y="419"/>
                    </a:cxn>
                    <a:cxn ang="0">
                      <a:pos x="83" y="420"/>
                    </a:cxn>
                    <a:cxn ang="0">
                      <a:pos x="33" y="489"/>
                    </a:cxn>
                    <a:cxn ang="0">
                      <a:pos x="33" y="489"/>
                    </a:cxn>
                    <a:cxn ang="0">
                      <a:pos x="4" y="537"/>
                    </a:cxn>
                    <a:cxn ang="0">
                      <a:pos x="4" y="537"/>
                    </a:cxn>
                    <a:cxn ang="0">
                      <a:pos x="3" y="614"/>
                    </a:cxn>
                    <a:cxn ang="0">
                      <a:pos x="0" y="537"/>
                    </a:cxn>
                    <a:cxn ang="0">
                      <a:pos x="0" y="536"/>
                    </a:cxn>
                    <a:cxn ang="0">
                      <a:pos x="1" y="536"/>
                    </a:cxn>
                    <a:cxn ang="0">
                      <a:pos x="28" y="487"/>
                    </a:cxn>
                    <a:cxn ang="0">
                      <a:pos x="28" y="486"/>
                    </a:cxn>
                    <a:cxn ang="0">
                      <a:pos x="28" y="486"/>
                    </a:cxn>
                    <a:cxn ang="0">
                      <a:pos x="76" y="416"/>
                    </a:cxn>
                    <a:cxn ang="0">
                      <a:pos x="75" y="418"/>
                    </a:cxn>
                    <a:cxn ang="0">
                      <a:pos x="70" y="188"/>
                    </a:cxn>
                    <a:cxn ang="0">
                      <a:pos x="70" y="185"/>
                    </a:cxn>
                    <a:cxn ang="0">
                      <a:pos x="73" y="183"/>
                    </a:cxn>
                    <a:cxn ang="0">
                      <a:pos x="114" y="133"/>
                    </a:cxn>
                    <a:cxn ang="0">
                      <a:pos x="111" y="136"/>
                    </a:cxn>
                    <a:cxn ang="0">
                      <a:pos x="150" y="9"/>
                    </a:cxn>
                    <a:cxn ang="0">
                      <a:pos x="150" y="9"/>
                    </a:cxn>
                    <a:cxn ang="0">
                      <a:pos x="154" y="5"/>
                    </a:cxn>
                    <a:cxn ang="0">
                      <a:pos x="157" y="2"/>
                    </a:cxn>
                    <a:cxn ang="0">
                      <a:pos x="161" y="0"/>
                    </a:cxn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71" y="3"/>
                    </a:cxn>
                    <a:cxn ang="0">
                      <a:pos x="175" y="7"/>
                    </a:cxn>
                    <a:cxn ang="0">
                      <a:pos x="176" y="12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  <a:cxn ang="0">
                      <a:pos x="175" y="17"/>
                    </a:cxn>
                  </a:cxnLst>
                  <a:rect l="0" t="0" r="r" b="b"/>
                  <a:pathLst>
                    <a:path w="176" h="614">
                      <a:moveTo>
                        <a:pt x="175" y="17"/>
                      </a:moveTo>
                      <a:lnTo>
                        <a:pt x="130" y="143"/>
                      </a:lnTo>
                      <a:lnTo>
                        <a:pt x="130" y="144"/>
                      </a:lnTo>
                      <a:lnTo>
                        <a:pt x="129" y="146"/>
                      </a:lnTo>
                      <a:lnTo>
                        <a:pt x="86" y="194"/>
                      </a:lnTo>
                      <a:lnTo>
                        <a:pt x="88" y="188"/>
                      </a:lnTo>
                      <a:lnTo>
                        <a:pt x="84" y="418"/>
                      </a:lnTo>
                      <a:lnTo>
                        <a:pt x="84" y="419"/>
                      </a:lnTo>
                      <a:lnTo>
                        <a:pt x="83" y="420"/>
                      </a:lnTo>
                      <a:lnTo>
                        <a:pt x="33" y="489"/>
                      </a:lnTo>
                      <a:lnTo>
                        <a:pt x="33" y="489"/>
                      </a:lnTo>
                      <a:lnTo>
                        <a:pt x="4" y="537"/>
                      </a:lnTo>
                      <a:lnTo>
                        <a:pt x="4" y="537"/>
                      </a:lnTo>
                      <a:lnTo>
                        <a:pt x="3" y="614"/>
                      </a:lnTo>
                      <a:lnTo>
                        <a:pt x="0" y="537"/>
                      </a:lnTo>
                      <a:lnTo>
                        <a:pt x="0" y="536"/>
                      </a:lnTo>
                      <a:lnTo>
                        <a:pt x="1" y="536"/>
                      </a:lnTo>
                      <a:lnTo>
                        <a:pt x="28" y="487"/>
                      </a:lnTo>
                      <a:lnTo>
                        <a:pt x="28" y="486"/>
                      </a:lnTo>
                      <a:lnTo>
                        <a:pt x="28" y="486"/>
                      </a:lnTo>
                      <a:lnTo>
                        <a:pt x="76" y="416"/>
                      </a:lnTo>
                      <a:lnTo>
                        <a:pt x="75" y="418"/>
                      </a:lnTo>
                      <a:lnTo>
                        <a:pt x="70" y="188"/>
                      </a:lnTo>
                      <a:lnTo>
                        <a:pt x="70" y="185"/>
                      </a:lnTo>
                      <a:lnTo>
                        <a:pt x="73" y="183"/>
                      </a:lnTo>
                      <a:lnTo>
                        <a:pt x="114" y="133"/>
                      </a:lnTo>
                      <a:lnTo>
                        <a:pt x="111" y="136"/>
                      </a:lnTo>
                      <a:lnTo>
                        <a:pt x="150" y="9"/>
                      </a:lnTo>
                      <a:lnTo>
                        <a:pt x="150" y="9"/>
                      </a:lnTo>
                      <a:lnTo>
                        <a:pt x="154" y="5"/>
                      </a:lnTo>
                      <a:lnTo>
                        <a:pt x="157" y="2"/>
                      </a:lnTo>
                      <a:lnTo>
                        <a:pt x="161" y="0"/>
                      </a:lnTo>
                      <a:lnTo>
                        <a:pt x="167" y="0"/>
                      </a:lnTo>
                      <a:lnTo>
                        <a:pt x="167" y="0"/>
                      </a:lnTo>
                      <a:lnTo>
                        <a:pt x="171" y="3"/>
                      </a:lnTo>
                      <a:lnTo>
                        <a:pt x="175" y="7"/>
                      </a:lnTo>
                      <a:lnTo>
                        <a:pt x="176" y="12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lnTo>
                        <a:pt x="175" y="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39375"/>
                    </a:gs>
                    <a:gs pos="100000">
                      <a:srgbClr val="3E3619"/>
                    </a:gs>
                  </a:gsLst>
                  <a:lin ang="6240000" scaled="0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innerShdw blurRad="63500" dist="50800" dir="60000">
                    <a:srgbClr val="000000">
                      <a:alpha val="38000"/>
                    </a:srgb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77" name="Freeform 9">
                <a:extLst>
                  <a:ext uri="{FF2B5EF4-FFF2-40B4-BE49-F238E27FC236}">
                    <a16:creationId xmlns:a16="http://schemas.microsoft.com/office/drawing/2014/main" id="{837783A5-094D-9D7B-8717-5CE129835D80}"/>
                  </a:ext>
                </a:extLst>
              </p:cNvPr>
              <p:cNvSpPr>
                <a:spLocks/>
              </p:cNvSpPr>
              <p:nvPr/>
            </p:nvSpPr>
            <p:spPr bwMode="auto">
              <a:xfrm rot="186992">
                <a:off x="3914052" y="5360827"/>
                <a:ext cx="266765" cy="135464"/>
              </a:xfrm>
              <a:custGeom>
                <a:avLst/>
                <a:gdLst/>
                <a:ahLst/>
                <a:cxnLst>
                  <a:cxn ang="0">
                    <a:pos x="125" y="78"/>
                  </a:cxn>
                  <a:cxn ang="0">
                    <a:pos x="70" y="141"/>
                  </a:cxn>
                  <a:cxn ang="0">
                    <a:pos x="29" y="176"/>
                  </a:cxn>
                  <a:cxn ang="0">
                    <a:pos x="15" y="181"/>
                  </a:cxn>
                  <a:cxn ang="0">
                    <a:pos x="3" y="189"/>
                  </a:cxn>
                  <a:cxn ang="0">
                    <a:pos x="0" y="194"/>
                  </a:cxn>
                  <a:cxn ang="0">
                    <a:pos x="1" y="200"/>
                  </a:cxn>
                  <a:cxn ang="0">
                    <a:pos x="8" y="207"/>
                  </a:cxn>
                  <a:cxn ang="0">
                    <a:pos x="70" y="250"/>
                  </a:cxn>
                  <a:cxn ang="0">
                    <a:pos x="74" y="249"/>
                  </a:cxn>
                  <a:cxn ang="0">
                    <a:pos x="102" y="249"/>
                  </a:cxn>
                  <a:cxn ang="0">
                    <a:pos x="125" y="252"/>
                  </a:cxn>
                  <a:cxn ang="0">
                    <a:pos x="138" y="253"/>
                  </a:cxn>
                  <a:cxn ang="0">
                    <a:pos x="154" y="252"/>
                  </a:cxn>
                  <a:cxn ang="0">
                    <a:pos x="168" y="248"/>
                  </a:cxn>
                  <a:cxn ang="0">
                    <a:pos x="184" y="249"/>
                  </a:cxn>
                  <a:cxn ang="0">
                    <a:pos x="195" y="252"/>
                  </a:cxn>
                  <a:cxn ang="0">
                    <a:pos x="208" y="256"/>
                  </a:cxn>
                  <a:cxn ang="0">
                    <a:pos x="218" y="254"/>
                  </a:cxn>
                  <a:cxn ang="0">
                    <a:pos x="233" y="249"/>
                  </a:cxn>
                  <a:cxn ang="0">
                    <a:pos x="244" y="244"/>
                  </a:cxn>
                  <a:cxn ang="0">
                    <a:pos x="251" y="246"/>
                  </a:cxn>
                  <a:cxn ang="0">
                    <a:pos x="260" y="250"/>
                  </a:cxn>
                  <a:cxn ang="0">
                    <a:pos x="265" y="254"/>
                  </a:cxn>
                  <a:cxn ang="0">
                    <a:pos x="280" y="264"/>
                  </a:cxn>
                  <a:cxn ang="0">
                    <a:pos x="284" y="263"/>
                  </a:cxn>
                  <a:cxn ang="0">
                    <a:pos x="293" y="258"/>
                  </a:cxn>
                  <a:cxn ang="0">
                    <a:pos x="307" y="253"/>
                  </a:cxn>
                  <a:cxn ang="0">
                    <a:pos x="322" y="252"/>
                  </a:cxn>
                  <a:cxn ang="0">
                    <a:pos x="331" y="253"/>
                  </a:cxn>
                  <a:cxn ang="0">
                    <a:pos x="364" y="254"/>
                  </a:cxn>
                  <a:cxn ang="0">
                    <a:pos x="382" y="249"/>
                  </a:cxn>
                  <a:cxn ang="0">
                    <a:pos x="390" y="242"/>
                  </a:cxn>
                  <a:cxn ang="0">
                    <a:pos x="486" y="227"/>
                  </a:cxn>
                  <a:cxn ang="0">
                    <a:pos x="494" y="222"/>
                  </a:cxn>
                  <a:cxn ang="0">
                    <a:pos x="542" y="193"/>
                  </a:cxn>
                  <a:cxn ang="0">
                    <a:pos x="566" y="176"/>
                  </a:cxn>
                  <a:cxn ang="0">
                    <a:pos x="568" y="173"/>
                  </a:cxn>
                  <a:cxn ang="0">
                    <a:pos x="569" y="168"/>
                  </a:cxn>
                  <a:cxn ang="0">
                    <a:pos x="563" y="159"/>
                  </a:cxn>
                  <a:cxn ang="0">
                    <a:pos x="548" y="146"/>
                  </a:cxn>
                  <a:cxn ang="0">
                    <a:pos x="512" y="126"/>
                  </a:cxn>
                  <a:cxn ang="0">
                    <a:pos x="463" y="102"/>
                  </a:cxn>
                  <a:cxn ang="0">
                    <a:pos x="370" y="71"/>
                  </a:cxn>
                  <a:cxn ang="0">
                    <a:pos x="293" y="36"/>
                  </a:cxn>
                  <a:cxn ang="0">
                    <a:pos x="289" y="20"/>
                  </a:cxn>
                  <a:cxn ang="0">
                    <a:pos x="281" y="8"/>
                  </a:cxn>
                  <a:cxn ang="0">
                    <a:pos x="273" y="2"/>
                  </a:cxn>
                  <a:cxn ang="0">
                    <a:pos x="262" y="0"/>
                  </a:cxn>
                  <a:cxn ang="0">
                    <a:pos x="249" y="3"/>
                  </a:cxn>
                  <a:cxn ang="0">
                    <a:pos x="241" y="8"/>
                  </a:cxn>
                  <a:cxn ang="0">
                    <a:pos x="195" y="36"/>
                  </a:cxn>
                </a:cxnLst>
                <a:rect l="0" t="0" r="r" b="b"/>
                <a:pathLst>
                  <a:path w="569" h="264">
                    <a:moveTo>
                      <a:pt x="195" y="36"/>
                    </a:moveTo>
                    <a:lnTo>
                      <a:pt x="125" y="78"/>
                    </a:lnTo>
                    <a:lnTo>
                      <a:pt x="125" y="78"/>
                    </a:lnTo>
                    <a:lnTo>
                      <a:pt x="70" y="141"/>
                    </a:lnTo>
                    <a:lnTo>
                      <a:pt x="29" y="176"/>
                    </a:lnTo>
                    <a:lnTo>
                      <a:pt x="29" y="176"/>
                    </a:lnTo>
                    <a:lnTo>
                      <a:pt x="22" y="178"/>
                    </a:lnTo>
                    <a:lnTo>
                      <a:pt x="15" y="181"/>
                    </a:lnTo>
                    <a:lnTo>
                      <a:pt x="9" y="184"/>
                    </a:lnTo>
                    <a:lnTo>
                      <a:pt x="3" y="189"/>
                    </a:lnTo>
                    <a:lnTo>
                      <a:pt x="1" y="191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1" y="200"/>
                    </a:lnTo>
                    <a:lnTo>
                      <a:pt x="3" y="203"/>
                    </a:lnTo>
                    <a:lnTo>
                      <a:pt x="8" y="207"/>
                    </a:lnTo>
                    <a:lnTo>
                      <a:pt x="8" y="207"/>
                    </a:lnTo>
                    <a:lnTo>
                      <a:pt x="70" y="250"/>
                    </a:lnTo>
                    <a:lnTo>
                      <a:pt x="70" y="250"/>
                    </a:lnTo>
                    <a:lnTo>
                      <a:pt x="74" y="249"/>
                    </a:lnTo>
                    <a:lnTo>
                      <a:pt x="85" y="249"/>
                    </a:lnTo>
                    <a:lnTo>
                      <a:pt x="102" y="249"/>
                    </a:lnTo>
                    <a:lnTo>
                      <a:pt x="113" y="250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38" y="253"/>
                    </a:lnTo>
                    <a:lnTo>
                      <a:pt x="147" y="253"/>
                    </a:lnTo>
                    <a:lnTo>
                      <a:pt x="154" y="252"/>
                    </a:lnTo>
                    <a:lnTo>
                      <a:pt x="161" y="250"/>
                    </a:lnTo>
                    <a:lnTo>
                      <a:pt x="168" y="248"/>
                    </a:lnTo>
                    <a:lnTo>
                      <a:pt x="174" y="248"/>
                    </a:lnTo>
                    <a:lnTo>
                      <a:pt x="184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202" y="254"/>
                    </a:lnTo>
                    <a:lnTo>
                      <a:pt x="208" y="256"/>
                    </a:lnTo>
                    <a:lnTo>
                      <a:pt x="212" y="256"/>
                    </a:lnTo>
                    <a:lnTo>
                      <a:pt x="218" y="254"/>
                    </a:lnTo>
                    <a:lnTo>
                      <a:pt x="225" y="252"/>
                    </a:lnTo>
                    <a:lnTo>
                      <a:pt x="233" y="249"/>
                    </a:lnTo>
                    <a:lnTo>
                      <a:pt x="240" y="246"/>
                    </a:lnTo>
                    <a:lnTo>
                      <a:pt x="244" y="244"/>
                    </a:lnTo>
                    <a:lnTo>
                      <a:pt x="248" y="244"/>
                    </a:lnTo>
                    <a:lnTo>
                      <a:pt x="251" y="246"/>
                    </a:lnTo>
                    <a:lnTo>
                      <a:pt x="255" y="247"/>
                    </a:lnTo>
                    <a:lnTo>
                      <a:pt x="260" y="250"/>
                    </a:lnTo>
                    <a:lnTo>
                      <a:pt x="265" y="254"/>
                    </a:lnTo>
                    <a:lnTo>
                      <a:pt x="265" y="254"/>
                    </a:lnTo>
                    <a:lnTo>
                      <a:pt x="274" y="261"/>
                    </a:lnTo>
                    <a:lnTo>
                      <a:pt x="280" y="264"/>
                    </a:lnTo>
                    <a:lnTo>
                      <a:pt x="282" y="264"/>
                    </a:lnTo>
                    <a:lnTo>
                      <a:pt x="284" y="263"/>
                    </a:lnTo>
                    <a:lnTo>
                      <a:pt x="288" y="261"/>
                    </a:lnTo>
                    <a:lnTo>
                      <a:pt x="293" y="258"/>
                    </a:lnTo>
                    <a:lnTo>
                      <a:pt x="301" y="254"/>
                    </a:lnTo>
                    <a:lnTo>
                      <a:pt x="307" y="253"/>
                    </a:lnTo>
                    <a:lnTo>
                      <a:pt x="313" y="252"/>
                    </a:lnTo>
                    <a:lnTo>
                      <a:pt x="322" y="252"/>
                    </a:lnTo>
                    <a:lnTo>
                      <a:pt x="331" y="253"/>
                    </a:lnTo>
                    <a:lnTo>
                      <a:pt x="331" y="253"/>
                    </a:lnTo>
                    <a:lnTo>
                      <a:pt x="350" y="254"/>
                    </a:lnTo>
                    <a:lnTo>
                      <a:pt x="364" y="254"/>
                    </a:lnTo>
                    <a:lnTo>
                      <a:pt x="374" y="252"/>
                    </a:lnTo>
                    <a:lnTo>
                      <a:pt x="382" y="249"/>
                    </a:lnTo>
                    <a:lnTo>
                      <a:pt x="387" y="246"/>
                    </a:lnTo>
                    <a:lnTo>
                      <a:pt x="390" y="242"/>
                    </a:lnTo>
                    <a:lnTo>
                      <a:pt x="391" y="239"/>
                    </a:lnTo>
                    <a:lnTo>
                      <a:pt x="486" y="227"/>
                    </a:lnTo>
                    <a:lnTo>
                      <a:pt x="486" y="227"/>
                    </a:lnTo>
                    <a:lnTo>
                      <a:pt x="494" y="222"/>
                    </a:lnTo>
                    <a:lnTo>
                      <a:pt x="516" y="210"/>
                    </a:lnTo>
                    <a:lnTo>
                      <a:pt x="542" y="193"/>
                    </a:lnTo>
                    <a:lnTo>
                      <a:pt x="554" y="184"/>
                    </a:lnTo>
                    <a:lnTo>
                      <a:pt x="566" y="176"/>
                    </a:lnTo>
                    <a:lnTo>
                      <a:pt x="566" y="176"/>
                    </a:lnTo>
                    <a:lnTo>
                      <a:pt x="568" y="173"/>
                    </a:lnTo>
                    <a:lnTo>
                      <a:pt x="569" y="171"/>
                    </a:lnTo>
                    <a:lnTo>
                      <a:pt x="569" y="168"/>
                    </a:lnTo>
                    <a:lnTo>
                      <a:pt x="568" y="166"/>
                    </a:lnTo>
                    <a:lnTo>
                      <a:pt x="563" y="159"/>
                    </a:lnTo>
                    <a:lnTo>
                      <a:pt x="557" y="153"/>
                    </a:lnTo>
                    <a:lnTo>
                      <a:pt x="548" y="146"/>
                    </a:lnTo>
                    <a:lnTo>
                      <a:pt x="538" y="139"/>
                    </a:lnTo>
                    <a:lnTo>
                      <a:pt x="512" y="126"/>
                    </a:lnTo>
                    <a:lnTo>
                      <a:pt x="487" y="112"/>
                    </a:lnTo>
                    <a:lnTo>
                      <a:pt x="463" y="102"/>
                    </a:lnTo>
                    <a:lnTo>
                      <a:pt x="440" y="92"/>
                    </a:lnTo>
                    <a:lnTo>
                      <a:pt x="370" y="71"/>
                    </a:lnTo>
                    <a:lnTo>
                      <a:pt x="293" y="36"/>
                    </a:lnTo>
                    <a:lnTo>
                      <a:pt x="293" y="36"/>
                    </a:lnTo>
                    <a:lnTo>
                      <a:pt x="291" y="28"/>
                    </a:lnTo>
                    <a:lnTo>
                      <a:pt x="289" y="20"/>
                    </a:lnTo>
                    <a:lnTo>
                      <a:pt x="284" y="11"/>
                    </a:lnTo>
                    <a:lnTo>
                      <a:pt x="281" y="8"/>
                    </a:lnTo>
                    <a:lnTo>
                      <a:pt x="278" y="4"/>
                    </a:lnTo>
                    <a:lnTo>
                      <a:pt x="273" y="2"/>
                    </a:lnTo>
                    <a:lnTo>
                      <a:pt x="269" y="1"/>
                    </a:lnTo>
                    <a:lnTo>
                      <a:pt x="262" y="0"/>
                    </a:lnTo>
                    <a:lnTo>
                      <a:pt x="257" y="1"/>
                    </a:lnTo>
                    <a:lnTo>
                      <a:pt x="249" y="3"/>
                    </a:lnTo>
                    <a:lnTo>
                      <a:pt x="241" y="8"/>
                    </a:lnTo>
                    <a:lnTo>
                      <a:pt x="241" y="8"/>
                    </a:lnTo>
                    <a:lnTo>
                      <a:pt x="195" y="36"/>
                    </a:lnTo>
                    <a:lnTo>
                      <a:pt x="195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B39375"/>
                  </a:gs>
                  <a:gs pos="100000">
                    <a:srgbClr val="3E3619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136525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64" name="Group 18">
              <a:extLst>
                <a:ext uri="{FF2B5EF4-FFF2-40B4-BE49-F238E27FC236}">
                  <a16:creationId xmlns:a16="http://schemas.microsoft.com/office/drawing/2014/main" id="{757DC65F-7E3B-43FB-F8B3-25B5DAB73405}"/>
                </a:ext>
              </a:extLst>
            </p:cNvPr>
            <p:cNvGrpSpPr/>
            <p:nvPr/>
          </p:nvGrpSpPr>
          <p:grpSpPr>
            <a:xfrm>
              <a:off x="3610140" y="3341974"/>
              <a:ext cx="961860" cy="2115426"/>
              <a:chOff x="6931077" y="2209800"/>
              <a:chExt cx="1048561" cy="2306108"/>
            </a:xfrm>
          </p:grpSpPr>
          <p:sp>
            <p:nvSpPr>
              <p:cNvPr id="165" name="Freeform 6">
                <a:extLst>
                  <a:ext uri="{FF2B5EF4-FFF2-40B4-BE49-F238E27FC236}">
                    <a16:creationId xmlns:a16="http://schemas.microsoft.com/office/drawing/2014/main" id="{92B52CB5-290C-8482-722E-9C2D0643B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8008" y="2209800"/>
                <a:ext cx="243693" cy="2306108"/>
              </a:xfrm>
              <a:custGeom>
                <a:avLst/>
                <a:gdLst/>
                <a:ahLst/>
                <a:cxnLst>
                  <a:cxn ang="0">
                    <a:pos x="48" y="3350"/>
                  </a:cxn>
                  <a:cxn ang="0">
                    <a:pos x="134" y="3037"/>
                  </a:cxn>
                  <a:cxn ang="0">
                    <a:pos x="181" y="2826"/>
                  </a:cxn>
                  <a:cxn ang="0">
                    <a:pos x="207" y="2666"/>
                  </a:cxn>
                  <a:cxn ang="0">
                    <a:pos x="219" y="2560"/>
                  </a:cxn>
                  <a:cxn ang="0">
                    <a:pos x="224" y="2404"/>
                  </a:cxn>
                  <a:cxn ang="0">
                    <a:pos x="216" y="2301"/>
                  </a:cxn>
                  <a:cxn ang="0">
                    <a:pos x="202" y="2193"/>
                  </a:cxn>
                  <a:cxn ang="0">
                    <a:pos x="128" y="1759"/>
                  </a:cxn>
                  <a:cxn ang="0">
                    <a:pos x="75" y="1432"/>
                  </a:cxn>
                  <a:cxn ang="0">
                    <a:pos x="32" y="1101"/>
                  </a:cxn>
                  <a:cxn ang="0">
                    <a:pos x="11" y="881"/>
                  </a:cxn>
                  <a:cxn ang="0">
                    <a:pos x="0" y="604"/>
                  </a:cxn>
                  <a:cxn ang="0">
                    <a:pos x="3" y="437"/>
                  </a:cxn>
                  <a:cxn ang="0">
                    <a:pos x="11" y="327"/>
                  </a:cxn>
                  <a:cxn ang="0">
                    <a:pos x="32" y="161"/>
                  </a:cxn>
                  <a:cxn ang="0">
                    <a:pos x="70" y="0"/>
                  </a:cxn>
                  <a:cxn ang="0">
                    <a:pos x="49" y="108"/>
                  </a:cxn>
                  <a:cxn ang="0">
                    <a:pos x="34" y="273"/>
                  </a:cxn>
                  <a:cxn ang="0">
                    <a:pos x="31" y="437"/>
                  </a:cxn>
                  <a:cxn ang="0">
                    <a:pos x="34" y="547"/>
                  </a:cxn>
                  <a:cxn ang="0">
                    <a:pos x="52" y="766"/>
                  </a:cxn>
                  <a:cxn ang="0">
                    <a:pos x="82" y="984"/>
                  </a:cxn>
                  <a:cxn ang="0">
                    <a:pos x="140" y="1309"/>
                  </a:cxn>
                  <a:cxn ang="0">
                    <a:pos x="236" y="1738"/>
                  </a:cxn>
                  <a:cxn ang="0">
                    <a:pos x="312" y="2060"/>
                  </a:cxn>
                  <a:cxn ang="0">
                    <a:pos x="347" y="2224"/>
                  </a:cxn>
                  <a:cxn ang="0">
                    <a:pos x="374" y="2395"/>
                  </a:cxn>
                  <a:cxn ang="0">
                    <a:pos x="380" y="2512"/>
                  </a:cxn>
                  <a:cxn ang="0">
                    <a:pos x="377" y="2627"/>
                  </a:cxn>
                  <a:cxn ang="0">
                    <a:pos x="363" y="2796"/>
                  </a:cxn>
                  <a:cxn ang="0">
                    <a:pos x="322" y="3076"/>
                  </a:cxn>
                  <a:cxn ang="0">
                    <a:pos x="277" y="3297"/>
                  </a:cxn>
                  <a:cxn ang="0">
                    <a:pos x="223" y="3517"/>
                  </a:cxn>
                  <a:cxn ang="0">
                    <a:pos x="209" y="3547"/>
                  </a:cxn>
                  <a:cxn ang="0">
                    <a:pos x="189" y="3571"/>
                  </a:cxn>
                  <a:cxn ang="0">
                    <a:pos x="162" y="3588"/>
                  </a:cxn>
                  <a:cxn ang="0">
                    <a:pos x="131" y="3596"/>
                  </a:cxn>
                  <a:cxn ang="0">
                    <a:pos x="100" y="3596"/>
                  </a:cxn>
                  <a:cxn ang="0">
                    <a:pos x="78" y="3591"/>
                  </a:cxn>
                  <a:cxn ang="0">
                    <a:pos x="49" y="3574"/>
                  </a:cxn>
                  <a:cxn ang="0">
                    <a:pos x="28" y="3551"/>
                  </a:cxn>
                  <a:cxn ang="0">
                    <a:pos x="14" y="3523"/>
                  </a:cxn>
                  <a:cxn ang="0">
                    <a:pos x="8" y="3492"/>
                  </a:cxn>
                  <a:cxn ang="0">
                    <a:pos x="11" y="3459"/>
                  </a:cxn>
                  <a:cxn ang="0">
                    <a:pos x="14" y="3452"/>
                  </a:cxn>
                </a:cxnLst>
                <a:rect l="0" t="0" r="r" b="b"/>
                <a:pathLst>
                  <a:path w="380" h="3598">
                    <a:moveTo>
                      <a:pt x="14" y="3452"/>
                    </a:moveTo>
                    <a:lnTo>
                      <a:pt x="14" y="3452"/>
                    </a:lnTo>
                    <a:lnTo>
                      <a:pt x="48" y="3350"/>
                    </a:lnTo>
                    <a:lnTo>
                      <a:pt x="79" y="3246"/>
                    </a:lnTo>
                    <a:lnTo>
                      <a:pt x="107" y="3141"/>
                    </a:lnTo>
                    <a:lnTo>
                      <a:pt x="134" y="3037"/>
                    </a:lnTo>
                    <a:lnTo>
                      <a:pt x="134" y="3037"/>
                    </a:lnTo>
                    <a:lnTo>
                      <a:pt x="159" y="2931"/>
                    </a:lnTo>
                    <a:lnTo>
                      <a:pt x="181" y="2826"/>
                    </a:lnTo>
                    <a:lnTo>
                      <a:pt x="191" y="2772"/>
                    </a:lnTo>
                    <a:lnTo>
                      <a:pt x="199" y="2720"/>
                    </a:lnTo>
                    <a:lnTo>
                      <a:pt x="207" y="2666"/>
                    </a:lnTo>
                    <a:lnTo>
                      <a:pt x="213" y="2614"/>
                    </a:lnTo>
                    <a:lnTo>
                      <a:pt x="213" y="2614"/>
                    </a:lnTo>
                    <a:lnTo>
                      <a:pt x="219" y="2560"/>
                    </a:lnTo>
                    <a:lnTo>
                      <a:pt x="223" y="2508"/>
                    </a:lnTo>
                    <a:lnTo>
                      <a:pt x="224" y="2456"/>
                    </a:lnTo>
                    <a:lnTo>
                      <a:pt x="224" y="2404"/>
                    </a:lnTo>
                    <a:lnTo>
                      <a:pt x="224" y="2404"/>
                    </a:lnTo>
                    <a:lnTo>
                      <a:pt x="222" y="2353"/>
                    </a:lnTo>
                    <a:lnTo>
                      <a:pt x="216" y="2301"/>
                    </a:lnTo>
                    <a:lnTo>
                      <a:pt x="210" y="2247"/>
                    </a:lnTo>
                    <a:lnTo>
                      <a:pt x="202" y="2193"/>
                    </a:lnTo>
                    <a:lnTo>
                      <a:pt x="202" y="2193"/>
                    </a:lnTo>
                    <a:lnTo>
                      <a:pt x="185" y="2086"/>
                    </a:lnTo>
                    <a:lnTo>
                      <a:pt x="167" y="1977"/>
                    </a:lnTo>
                    <a:lnTo>
                      <a:pt x="128" y="1759"/>
                    </a:lnTo>
                    <a:lnTo>
                      <a:pt x="128" y="1759"/>
                    </a:lnTo>
                    <a:lnTo>
                      <a:pt x="92" y="1540"/>
                    </a:lnTo>
                    <a:lnTo>
                      <a:pt x="75" y="1432"/>
                    </a:lnTo>
                    <a:lnTo>
                      <a:pt x="59" y="1321"/>
                    </a:lnTo>
                    <a:lnTo>
                      <a:pt x="45" y="1211"/>
                    </a:lnTo>
                    <a:lnTo>
                      <a:pt x="32" y="1101"/>
                    </a:lnTo>
                    <a:lnTo>
                      <a:pt x="21" y="991"/>
                    </a:lnTo>
                    <a:lnTo>
                      <a:pt x="11" y="881"/>
                    </a:lnTo>
                    <a:lnTo>
                      <a:pt x="11" y="881"/>
                    </a:lnTo>
                    <a:lnTo>
                      <a:pt x="4" y="770"/>
                    </a:lnTo>
                    <a:lnTo>
                      <a:pt x="1" y="659"/>
                    </a:lnTo>
                    <a:lnTo>
                      <a:pt x="0" y="604"/>
                    </a:lnTo>
                    <a:lnTo>
                      <a:pt x="0" y="547"/>
                    </a:lnTo>
                    <a:lnTo>
                      <a:pt x="1" y="492"/>
                    </a:lnTo>
                    <a:lnTo>
                      <a:pt x="3" y="437"/>
                    </a:lnTo>
                    <a:lnTo>
                      <a:pt x="3" y="437"/>
                    </a:lnTo>
                    <a:lnTo>
                      <a:pt x="7" y="382"/>
                    </a:lnTo>
                    <a:lnTo>
                      <a:pt x="11" y="327"/>
                    </a:lnTo>
                    <a:lnTo>
                      <a:pt x="17" y="272"/>
                    </a:lnTo>
                    <a:lnTo>
                      <a:pt x="24" y="216"/>
                    </a:lnTo>
                    <a:lnTo>
                      <a:pt x="32" y="161"/>
                    </a:lnTo>
                    <a:lnTo>
                      <a:pt x="42" y="106"/>
                    </a:lnTo>
                    <a:lnTo>
                      <a:pt x="55" y="53"/>
                    </a:lnTo>
                    <a:lnTo>
                      <a:pt x="70" y="0"/>
                    </a:lnTo>
                    <a:lnTo>
                      <a:pt x="70" y="0"/>
                    </a:lnTo>
                    <a:lnTo>
                      <a:pt x="59" y="54"/>
                    </a:lnTo>
                    <a:lnTo>
                      <a:pt x="49" y="108"/>
                    </a:lnTo>
                    <a:lnTo>
                      <a:pt x="42" y="163"/>
                    </a:lnTo>
                    <a:lnTo>
                      <a:pt x="37" y="218"/>
                    </a:lnTo>
                    <a:lnTo>
                      <a:pt x="34" y="273"/>
                    </a:lnTo>
                    <a:lnTo>
                      <a:pt x="31" y="327"/>
                    </a:lnTo>
                    <a:lnTo>
                      <a:pt x="29" y="382"/>
                    </a:lnTo>
                    <a:lnTo>
                      <a:pt x="31" y="437"/>
                    </a:lnTo>
                    <a:lnTo>
                      <a:pt x="31" y="437"/>
                    </a:lnTo>
                    <a:lnTo>
                      <a:pt x="32" y="492"/>
                    </a:lnTo>
                    <a:lnTo>
                      <a:pt x="34" y="547"/>
                    </a:lnTo>
                    <a:lnTo>
                      <a:pt x="38" y="602"/>
                    </a:lnTo>
                    <a:lnTo>
                      <a:pt x="42" y="656"/>
                    </a:lnTo>
                    <a:lnTo>
                      <a:pt x="52" y="766"/>
                    </a:lnTo>
                    <a:lnTo>
                      <a:pt x="66" y="875"/>
                    </a:lnTo>
                    <a:lnTo>
                      <a:pt x="66" y="875"/>
                    </a:lnTo>
                    <a:lnTo>
                      <a:pt x="82" y="984"/>
                    </a:lnTo>
                    <a:lnTo>
                      <a:pt x="99" y="1092"/>
                    </a:lnTo>
                    <a:lnTo>
                      <a:pt x="118" y="1200"/>
                    </a:lnTo>
                    <a:lnTo>
                      <a:pt x="140" y="1309"/>
                    </a:lnTo>
                    <a:lnTo>
                      <a:pt x="162" y="1416"/>
                    </a:lnTo>
                    <a:lnTo>
                      <a:pt x="186" y="1523"/>
                    </a:lnTo>
                    <a:lnTo>
                      <a:pt x="236" y="1738"/>
                    </a:lnTo>
                    <a:lnTo>
                      <a:pt x="236" y="1738"/>
                    </a:lnTo>
                    <a:lnTo>
                      <a:pt x="287" y="1953"/>
                    </a:lnTo>
                    <a:lnTo>
                      <a:pt x="312" y="2060"/>
                    </a:lnTo>
                    <a:lnTo>
                      <a:pt x="336" y="2169"/>
                    </a:lnTo>
                    <a:lnTo>
                      <a:pt x="336" y="2169"/>
                    </a:lnTo>
                    <a:lnTo>
                      <a:pt x="347" y="2224"/>
                    </a:lnTo>
                    <a:lnTo>
                      <a:pt x="359" y="2279"/>
                    </a:lnTo>
                    <a:lnTo>
                      <a:pt x="367" y="2337"/>
                    </a:lnTo>
                    <a:lnTo>
                      <a:pt x="374" y="2395"/>
                    </a:lnTo>
                    <a:lnTo>
                      <a:pt x="374" y="2395"/>
                    </a:lnTo>
                    <a:lnTo>
                      <a:pt x="378" y="2455"/>
                    </a:lnTo>
                    <a:lnTo>
                      <a:pt x="380" y="2512"/>
                    </a:lnTo>
                    <a:lnTo>
                      <a:pt x="378" y="2569"/>
                    </a:lnTo>
                    <a:lnTo>
                      <a:pt x="377" y="2627"/>
                    </a:lnTo>
                    <a:lnTo>
                      <a:pt x="377" y="2627"/>
                    </a:lnTo>
                    <a:lnTo>
                      <a:pt x="373" y="2683"/>
                    </a:lnTo>
                    <a:lnTo>
                      <a:pt x="369" y="2741"/>
                    </a:lnTo>
                    <a:lnTo>
                      <a:pt x="363" y="2796"/>
                    </a:lnTo>
                    <a:lnTo>
                      <a:pt x="356" y="2853"/>
                    </a:lnTo>
                    <a:lnTo>
                      <a:pt x="340" y="2965"/>
                    </a:lnTo>
                    <a:lnTo>
                      <a:pt x="322" y="3076"/>
                    </a:lnTo>
                    <a:lnTo>
                      <a:pt x="322" y="3076"/>
                    </a:lnTo>
                    <a:lnTo>
                      <a:pt x="301" y="3186"/>
                    </a:lnTo>
                    <a:lnTo>
                      <a:pt x="277" y="3297"/>
                    </a:lnTo>
                    <a:lnTo>
                      <a:pt x="251" y="3407"/>
                    </a:lnTo>
                    <a:lnTo>
                      <a:pt x="223" y="3517"/>
                    </a:lnTo>
                    <a:lnTo>
                      <a:pt x="223" y="3517"/>
                    </a:lnTo>
                    <a:lnTo>
                      <a:pt x="219" y="3527"/>
                    </a:lnTo>
                    <a:lnTo>
                      <a:pt x="215" y="3537"/>
                    </a:lnTo>
                    <a:lnTo>
                      <a:pt x="209" y="3547"/>
                    </a:lnTo>
                    <a:lnTo>
                      <a:pt x="203" y="3555"/>
                    </a:lnTo>
                    <a:lnTo>
                      <a:pt x="196" y="3564"/>
                    </a:lnTo>
                    <a:lnTo>
                      <a:pt x="189" y="3571"/>
                    </a:lnTo>
                    <a:lnTo>
                      <a:pt x="181" y="3578"/>
                    </a:lnTo>
                    <a:lnTo>
                      <a:pt x="172" y="3583"/>
                    </a:lnTo>
                    <a:lnTo>
                      <a:pt x="162" y="3588"/>
                    </a:lnTo>
                    <a:lnTo>
                      <a:pt x="152" y="3592"/>
                    </a:lnTo>
                    <a:lnTo>
                      <a:pt x="142" y="3595"/>
                    </a:lnTo>
                    <a:lnTo>
                      <a:pt x="131" y="3596"/>
                    </a:lnTo>
                    <a:lnTo>
                      <a:pt x="121" y="3598"/>
                    </a:lnTo>
                    <a:lnTo>
                      <a:pt x="110" y="3598"/>
                    </a:lnTo>
                    <a:lnTo>
                      <a:pt x="100" y="3596"/>
                    </a:lnTo>
                    <a:lnTo>
                      <a:pt x="89" y="3593"/>
                    </a:lnTo>
                    <a:lnTo>
                      <a:pt x="89" y="3593"/>
                    </a:lnTo>
                    <a:lnTo>
                      <a:pt x="78" y="3591"/>
                    </a:lnTo>
                    <a:lnTo>
                      <a:pt x="68" y="3586"/>
                    </a:lnTo>
                    <a:lnTo>
                      <a:pt x="59" y="3581"/>
                    </a:lnTo>
                    <a:lnTo>
                      <a:pt x="49" y="3574"/>
                    </a:lnTo>
                    <a:lnTo>
                      <a:pt x="42" y="3568"/>
                    </a:lnTo>
                    <a:lnTo>
                      <a:pt x="35" y="3559"/>
                    </a:lnTo>
                    <a:lnTo>
                      <a:pt x="28" y="3551"/>
                    </a:lnTo>
                    <a:lnTo>
                      <a:pt x="22" y="3542"/>
                    </a:lnTo>
                    <a:lnTo>
                      <a:pt x="18" y="3533"/>
                    </a:lnTo>
                    <a:lnTo>
                      <a:pt x="14" y="3523"/>
                    </a:lnTo>
                    <a:lnTo>
                      <a:pt x="11" y="3513"/>
                    </a:lnTo>
                    <a:lnTo>
                      <a:pt x="8" y="3503"/>
                    </a:lnTo>
                    <a:lnTo>
                      <a:pt x="8" y="3492"/>
                    </a:lnTo>
                    <a:lnTo>
                      <a:pt x="8" y="3482"/>
                    </a:lnTo>
                    <a:lnTo>
                      <a:pt x="10" y="3470"/>
                    </a:lnTo>
                    <a:lnTo>
                      <a:pt x="11" y="3459"/>
                    </a:lnTo>
                    <a:lnTo>
                      <a:pt x="11" y="3459"/>
                    </a:lnTo>
                    <a:lnTo>
                      <a:pt x="14" y="3453"/>
                    </a:lnTo>
                    <a:lnTo>
                      <a:pt x="14" y="345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6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06724512-5552-92FA-326C-04E6E8B17962}"/>
                  </a:ext>
                </a:extLst>
              </p:cNvPr>
              <p:cNvGrpSpPr/>
              <p:nvPr/>
            </p:nvGrpSpPr>
            <p:grpSpPr>
              <a:xfrm rot="287009">
                <a:off x="7543525" y="3359471"/>
                <a:ext cx="436113" cy="412942"/>
                <a:chOff x="971551" y="0"/>
                <a:chExt cx="7200902" cy="6818311"/>
              </a:xfrm>
            </p:grpSpPr>
            <p:sp>
              <p:nvSpPr>
                <p:cNvPr id="174" name="Freeform 5">
                  <a:extLst>
                    <a:ext uri="{FF2B5EF4-FFF2-40B4-BE49-F238E27FC236}">
                      <a16:creationId xmlns:a16="http://schemas.microsoft.com/office/drawing/2014/main" id="{C7684D3C-DCEE-43BD-2AAD-46D2F230CA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" name="Freeform 6">
                  <a:extLst>
                    <a:ext uri="{FF2B5EF4-FFF2-40B4-BE49-F238E27FC236}">
                      <a16:creationId xmlns:a16="http://schemas.microsoft.com/office/drawing/2014/main" id="{80ECF6FA-6796-E0D1-FCA4-C9F0E67A78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64000">
                      <a:srgbClr val="2F6C1C"/>
                    </a:gs>
                  </a:gsLst>
                  <a:lin ang="252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7" name="Group 168">
                <a:extLst>
                  <a:ext uri="{FF2B5EF4-FFF2-40B4-BE49-F238E27FC236}">
                    <a16:creationId xmlns:a16="http://schemas.microsoft.com/office/drawing/2014/main" id="{0F40E157-5361-D821-B3FA-5F2B7311CB14}"/>
                  </a:ext>
                </a:extLst>
              </p:cNvPr>
              <p:cNvGrpSpPr/>
              <p:nvPr/>
            </p:nvGrpSpPr>
            <p:grpSpPr>
              <a:xfrm rot="18900000">
                <a:off x="7326744" y="2773898"/>
                <a:ext cx="515275" cy="144357"/>
                <a:chOff x="793750" y="0"/>
                <a:chExt cx="7556501" cy="2116991"/>
              </a:xfrm>
            </p:grpSpPr>
            <p:sp>
              <p:nvSpPr>
                <p:cNvPr id="172" name="Freeform 7">
                  <a:extLst>
                    <a:ext uri="{FF2B5EF4-FFF2-40B4-BE49-F238E27FC236}">
                      <a16:creationId xmlns:a16="http://schemas.microsoft.com/office/drawing/2014/main" id="{9161C7D1-8DB3-E791-3FB7-F4D24F2279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0" y="696178"/>
                  <a:ext cx="7413625" cy="1420813"/>
                </a:xfrm>
                <a:custGeom>
                  <a:avLst/>
                  <a:gdLst/>
                  <a:ahLst/>
                  <a:cxnLst>
                    <a:cxn ang="0">
                      <a:pos x="9339" y="0"/>
                    </a:cxn>
                    <a:cxn ang="0">
                      <a:pos x="8708" y="106"/>
                    </a:cxn>
                    <a:cxn ang="0">
                      <a:pos x="8060" y="203"/>
                    </a:cxn>
                    <a:cxn ang="0">
                      <a:pos x="7395" y="293"/>
                    </a:cxn>
                    <a:cxn ang="0">
                      <a:pos x="6713" y="375"/>
                    </a:cxn>
                    <a:cxn ang="0">
                      <a:pos x="6018" y="448"/>
                    </a:cxn>
                    <a:cxn ang="0">
                      <a:pos x="5307" y="514"/>
                    </a:cxn>
                    <a:cxn ang="0">
                      <a:pos x="4586" y="568"/>
                    </a:cxn>
                    <a:cxn ang="0">
                      <a:pos x="3853" y="615"/>
                    </a:cxn>
                    <a:cxn ang="0">
                      <a:pos x="1868" y="724"/>
                    </a:cxn>
                    <a:cxn ang="0">
                      <a:pos x="2" y="820"/>
                    </a:cxn>
                    <a:cxn ang="0">
                      <a:pos x="0" y="822"/>
                    </a:cxn>
                    <a:cxn ang="0">
                      <a:pos x="113" y="870"/>
                    </a:cxn>
                    <a:cxn ang="0">
                      <a:pos x="431" y="997"/>
                    </a:cxn>
                    <a:cxn ang="0">
                      <a:pos x="657" y="1081"/>
                    </a:cxn>
                    <a:cxn ang="0">
                      <a:pos x="921" y="1173"/>
                    </a:cxn>
                    <a:cxn ang="0">
                      <a:pos x="1223" y="1270"/>
                    </a:cxn>
                    <a:cxn ang="0">
                      <a:pos x="1559" y="1369"/>
                    </a:cxn>
                    <a:cxn ang="0">
                      <a:pos x="1922" y="1465"/>
                    </a:cxn>
                    <a:cxn ang="0">
                      <a:pos x="2310" y="1555"/>
                    </a:cxn>
                    <a:cxn ang="0">
                      <a:pos x="2718" y="1635"/>
                    </a:cxn>
                    <a:cxn ang="0">
                      <a:pos x="2930" y="1672"/>
                    </a:cxn>
                    <a:cxn ang="0">
                      <a:pos x="3146" y="1703"/>
                    </a:cxn>
                    <a:cxn ang="0">
                      <a:pos x="3363" y="1731"/>
                    </a:cxn>
                    <a:cxn ang="0">
                      <a:pos x="3585" y="1753"/>
                    </a:cxn>
                    <a:cxn ang="0">
                      <a:pos x="3809" y="1771"/>
                    </a:cxn>
                    <a:cxn ang="0">
                      <a:pos x="4035" y="1785"/>
                    </a:cxn>
                    <a:cxn ang="0">
                      <a:pos x="4263" y="1790"/>
                    </a:cxn>
                    <a:cxn ang="0">
                      <a:pos x="4491" y="1790"/>
                    </a:cxn>
                    <a:cxn ang="0">
                      <a:pos x="4720" y="1783"/>
                    </a:cxn>
                    <a:cxn ang="0">
                      <a:pos x="4949" y="1767"/>
                    </a:cxn>
                    <a:cxn ang="0">
                      <a:pos x="5057" y="1759"/>
                    </a:cxn>
                    <a:cxn ang="0">
                      <a:pos x="5267" y="1734"/>
                    </a:cxn>
                    <a:cxn ang="0">
                      <a:pos x="5469" y="1705"/>
                    </a:cxn>
                    <a:cxn ang="0">
                      <a:pos x="5665" y="1672"/>
                    </a:cxn>
                    <a:cxn ang="0">
                      <a:pos x="5853" y="1632"/>
                    </a:cxn>
                    <a:cxn ang="0">
                      <a:pos x="6037" y="1588"/>
                    </a:cxn>
                    <a:cxn ang="0">
                      <a:pos x="6213" y="1540"/>
                    </a:cxn>
                    <a:cxn ang="0">
                      <a:pos x="6383" y="1487"/>
                    </a:cxn>
                    <a:cxn ang="0">
                      <a:pos x="6548" y="1432"/>
                    </a:cxn>
                    <a:cxn ang="0">
                      <a:pos x="6708" y="1374"/>
                    </a:cxn>
                    <a:cxn ang="0">
                      <a:pos x="6863" y="1312"/>
                    </a:cxn>
                    <a:cxn ang="0">
                      <a:pos x="7085" y="1216"/>
                    </a:cxn>
                    <a:cxn ang="0">
                      <a:pos x="7367" y="1081"/>
                    </a:cxn>
                    <a:cxn ang="0">
                      <a:pos x="7629" y="942"/>
                    </a:cxn>
                    <a:cxn ang="0">
                      <a:pos x="7878" y="801"/>
                    </a:cxn>
                    <a:cxn ang="0">
                      <a:pos x="8112" y="660"/>
                    </a:cxn>
                    <a:cxn ang="0">
                      <a:pos x="8549" y="394"/>
                    </a:cxn>
                    <a:cxn ang="0">
                      <a:pos x="8755" y="274"/>
                    </a:cxn>
                    <a:cxn ang="0">
                      <a:pos x="8953" y="166"/>
                    </a:cxn>
                    <a:cxn ang="0">
                      <a:pos x="9148" y="74"/>
                    </a:cxn>
                    <a:cxn ang="0">
                      <a:pos x="9244" y="34"/>
                    </a:cxn>
                    <a:cxn ang="0">
                      <a:pos x="9339" y="0"/>
                    </a:cxn>
                  </a:cxnLst>
                  <a:rect l="0" t="0" r="r" b="b"/>
                  <a:pathLst>
                    <a:path w="9339" h="1790">
                      <a:moveTo>
                        <a:pt x="9339" y="0"/>
                      </a:moveTo>
                      <a:lnTo>
                        <a:pt x="9339" y="0"/>
                      </a:lnTo>
                      <a:lnTo>
                        <a:pt x="9026" y="53"/>
                      </a:lnTo>
                      <a:lnTo>
                        <a:pt x="8708" y="106"/>
                      </a:lnTo>
                      <a:lnTo>
                        <a:pt x="8387" y="156"/>
                      </a:lnTo>
                      <a:lnTo>
                        <a:pt x="8060" y="203"/>
                      </a:lnTo>
                      <a:lnTo>
                        <a:pt x="7730" y="250"/>
                      </a:lnTo>
                      <a:lnTo>
                        <a:pt x="7395" y="293"/>
                      </a:lnTo>
                      <a:lnTo>
                        <a:pt x="7056" y="335"/>
                      </a:lnTo>
                      <a:lnTo>
                        <a:pt x="6713" y="375"/>
                      </a:lnTo>
                      <a:lnTo>
                        <a:pt x="6368" y="413"/>
                      </a:lnTo>
                      <a:lnTo>
                        <a:pt x="6018" y="448"/>
                      </a:lnTo>
                      <a:lnTo>
                        <a:pt x="5664" y="483"/>
                      </a:lnTo>
                      <a:lnTo>
                        <a:pt x="5307" y="514"/>
                      </a:lnTo>
                      <a:lnTo>
                        <a:pt x="4949" y="542"/>
                      </a:lnTo>
                      <a:lnTo>
                        <a:pt x="4586" y="568"/>
                      </a:lnTo>
                      <a:lnTo>
                        <a:pt x="4221" y="592"/>
                      </a:lnTo>
                      <a:lnTo>
                        <a:pt x="3853" y="615"/>
                      </a:lnTo>
                      <a:lnTo>
                        <a:pt x="3853" y="615"/>
                      </a:lnTo>
                      <a:lnTo>
                        <a:pt x="1868" y="724"/>
                      </a:lnTo>
                      <a:lnTo>
                        <a:pt x="919" y="775"/>
                      </a:lnTo>
                      <a:lnTo>
                        <a:pt x="2" y="820"/>
                      </a:lnTo>
                      <a:lnTo>
                        <a:pt x="0" y="822"/>
                      </a:lnTo>
                      <a:lnTo>
                        <a:pt x="0" y="822"/>
                      </a:lnTo>
                      <a:lnTo>
                        <a:pt x="30" y="834"/>
                      </a:lnTo>
                      <a:lnTo>
                        <a:pt x="113" y="870"/>
                      </a:lnTo>
                      <a:lnTo>
                        <a:pt x="249" y="926"/>
                      </a:lnTo>
                      <a:lnTo>
                        <a:pt x="431" y="997"/>
                      </a:lnTo>
                      <a:lnTo>
                        <a:pt x="539" y="1037"/>
                      </a:lnTo>
                      <a:lnTo>
                        <a:pt x="657" y="1081"/>
                      </a:lnTo>
                      <a:lnTo>
                        <a:pt x="784" y="1126"/>
                      </a:lnTo>
                      <a:lnTo>
                        <a:pt x="921" y="1173"/>
                      </a:lnTo>
                      <a:lnTo>
                        <a:pt x="1069" y="1221"/>
                      </a:lnTo>
                      <a:lnTo>
                        <a:pt x="1223" y="1270"/>
                      </a:lnTo>
                      <a:lnTo>
                        <a:pt x="1387" y="1319"/>
                      </a:lnTo>
                      <a:lnTo>
                        <a:pt x="1559" y="1369"/>
                      </a:lnTo>
                      <a:lnTo>
                        <a:pt x="1736" y="1418"/>
                      </a:lnTo>
                      <a:lnTo>
                        <a:pt x="1922" y="1465"/>
                      </a:lnTo>
                      <a:lnTo>
                        <a:pt x="2113" y="1512"/>
                      </a:lnTo>
                      <a:lnTo>
                        <a:pt x="2310" y="1555"/>
                      </a:lnTo>
                      <a:lnTo>
                        <a:pt x="2511" y="1597"/>
                      </a:lnTo>
                      <a:lnTo>
                        <a:pt x="2718" y="1635"/>
                      </a:lnTo>
                      <a:lnTo>
                        <a:pt x="2824" y="1654"/>
                      </a:lnTo>
                      <a:lnTo>
                        <a:pt x="2930" y="1672"/>
                      </a:lnTo>
                      <a:lnTo>
                        <a:pt x="3036" y="1687"/>
                      </a:lnTo>
                      <a:lnTo>
                        <a:pt x="3146" y="1703"/>
                      </a:lnTo>
                      <a:lnTo>
                        <a:pt x="3253" y="1717"/>
                      </a:lnTo>
                      <a:lnTo>
                        <a:pt x="3363" y="1731"/>
                      </a:lnTo>
                      <a:lnTo>
                        <a:pt x="3474" y="1743"/>
                      </a:lnTo>
                      <a:lnTo>
                        <a:pt x="3585" y="1753"/>
                      </a:lnTo>
                      <a:lnTo>
                        <a:pt x="3696" y="1764"/>
                      </a:lnTo>
                      <a:lnTo>
                        <a:pt x="3809" y="1771"/>
                      </a:lnTo>
                      <a:lnTo>
                        <a:pt x="3922" y="1778"/>
                      </a:lnTo>
                      <a:lnTo>
                        <a:pt x="4035" y="1785"/>
                      </a:lnTo>
                      <a:lnTo>
                        <a:pt x="4148" y="1788"/>
                      </a:lnTo>
                      <a:lnTo>
                        <a:pt x="4263" y="1790"/>
                      </a:lnTo>
                      <a:lnTo>
                        <a:pt x="4378" y="1790"/>
                      </a:lnTo>
                      <a:lnTo>
                        <a:pt x="4491" y="1790"/>
                      </a:lnTo>
                      <a:lnTo>
                        <a:pt x="4605" y="1786"/>
                      </a:lnTo>
                      <a:lnTo>
                        <a:pt x="4720" y="1783"/>
                      </a:lnTo>
                      <a:lnTo>
                        <a:pt x="4835" y="1776"/>
                      </a:lnTo>
                      <a:lnTo>
                        <a:pt x="4949" y="1767"/>
                      </a:lnTo>
                      <a:lnTo>
                        <a:pt x="4949" y="1767"/>
                      </a:lnTo>
                      <a:lnTo>
                        <a:pt x="5057" y="1759"/>
                      </a:lnTo>
                      <a:lnTo>
                        <a:pt x="5163" y="1746"/>
                      </a:lnTo>
                      <a:lnTo>
                        <a:pt x="5267" y="1734"/>
                      </a:lnTo>
                      <a:lnTo>
                        <a:pt x="5368" y="1720"/>
                      </a:lnTo>
                      <a:lnTo>
                        <a:pt x="5469" y="1705"/>
                      </a:lnTo>
                      <a:lnTo>
                        <a:pt x="5568" y="1689"/>
                      </a:lnTo>
                      <a:lnTo>
                        <a:pt x="5665" y="1672"/>
                      </a:lnTo>
                      <a:lnTo>
                        <a:pt x="5759" y="1653"/>
                      </a:lnTo>
                      <a:lnTo>
                        <a:pt x="5853" y="1632"/>
                      </a:lnTo>
                      <a:lnTo>
                        <a:pt x="5945" y="1611"/>
                      </a:lnTo>
                      <a:lnTo>
                        <a:pt x="6037" y="1588"/>
                      </a:lnTo>
                      <a:lnTo>
                        <a:pt x="6126" y="1564"/>
                      </a:lnTo>
                      <a:lnTo>
                        <a:pt x="6213" y="1540"/>
                      </a:lnTo>
                      <a:lnTo>
                        <a:pt x="6300" y="1513"/>
                      </a:lnTo>
                      <a:lnTo>
                        <a:pt x="6383" y="1487"/>
                      </a:lnTo>
                      <a:lnTo>
                        <a:pt x="6467" y="1461"/>
                      </a:lnTo>
                      <a:lnTo>
                        <a:pt x="6548" y="1432"/>
                      </a:lnTo>
                      <a:lnTo>
                        <a:pt x="6630" y="1404"/>
                      </a:lnTo>
                      <a:lnTo>
                        <a:pt x="6708" y="1374"/>
                      </a:lnTo>
                      <a:lnTo>
                        <a:pt x="6786" y="1343"/>
                      </a:lnTo>
                      <a:lnTo>
                        <a:pt x="6863" y="1312"/>
                      </a:lnTo>
                      <a:lnTo>
                        <a:pt x="6939" y="1281"/>
                      </a:lnTo>
                      <a:lnTo>
                        <a:pt x="7085" y="1216"/>
                      </a:lnTo>
                      <a:lnTo>
                        <a:pt x="7228" y="1150"/>
                      </a:lnTo>
                      <a:lnTo>
                        <a:pt x="7367" y="1081"/>
                      </a:lnTo>
                      <a:lnTo>
                        <a:pt x="7499" y="1011"/>
                      </a:lnTo>
                      <a:lnTo>
                        <a:pt x="7629" y="942"/>
                      </a:lnTo>
                      <a:lnTo>
                        <a:pt x="7756" y="870"/>
                      </a:lnTo>
                      <a:lnTo>
                        <a:pt x="7878" y="801"/>
                      </a:lnTo>
                      <a:lnTo>
                        <a:pt x="7996" y="730"/>
                      </a:lnTo>
                      <a:lnTo>
                        <a:pt x="8112" y="660"/>
                      </a:lnTo>
                      <a:lnTo>
                        <a:pt x="8337" y="524"/>
                      </a:lnTo>
                      <a:lnTo>
                        <a:pt x="8549" y="394"/>
                      </a:lnTo>
                      <a:lnTo>
                        <a:pt x="8653" y="333"/>
                      </a:lnTo>
                      <a:lnTo>
                        <a:pt x="8755" y="274"/>
                      </a:lnTo>
                      <a:lnTo>
                        <a:pt x="8854" y="219"/>
                      </a:lnTo>
                      <a:lnTo>
                        <a:pt x="8953" y="166"/>
                      </a:lnTo>
                      <a:lnTo>
                        <a:pt x="9051" y="118"/>
                      </a:lnTo>
                      <a:lnTo>
                        <a:pt x="9148" y="74"/>
                      </a:lnTo>
                      <a:lnTo>
                        <a:pt x="9197" y="53"/>
                      </a:lnTo>
                      <a:lnTo>
                        <a:pt x="9244" y="34"/>
                      </a:lnTo>
                      <a:lnTo>
                        <a:pt x="9292" y="17"/>
                      </a:lnTo>
                      <a:lnTo>
                        <a:pt x="9339" y="0"/>
                      </a:lnTo>
                      <a:lnTo>
                        <a:pt x="933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100000">
                      <a:srgbClr val="447F31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" name="Freeform 8">
                  <a:extLst>
                    <a:ext uri="{FF2B5EF4-FFF2-40B4-BE49-F238E27FC236}">
                      <a16:creationId xmlns:a16="http://schemas.microsoft.com/office/drawing/2014/main" id="{E54F80D2-13C7-DE54-12F0-065A772273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338" y="0"/>
                  <a:ext cx="7554913" cy="1363663"/>
                </a:xfrm>
                <a:custGeom>
                  <a:avLst/>
                  <a:gdLst/>
                  <a:ahLst/>
                  <a:cxnLst>
                    <a:cxn ang="0">
                      <a:pos x="9337" y="899"/>
                    </a:cxn>
                    <a:cxn ang="0">
                      <a:pos x="9428" y="874"/>
                    </a:cxn>
                    <a:cxn ang="0">
                      <a:pos x="9518" y="862"/>
                    </a:cxn>
                    <a:cxn ang="0">
                      <a:pos x="9466" y="860"/>
                    </a:cxn>
                    <a:cxn ang="0">
                      <a:pos x="9362" y="852"/>
                    </a:cxn>
                    <a:cxn ang="0">
                      <a:pos x="9200" y="827"/>
                    </a:cxn>
                    <a:cxn ang="0">
                      <a:pos x="8971" y="780"/>
                    </a:cxn>
                    <a:cxn ang="0">
                      <a:pos x="8727" y="720"/>
                    </a:cxn>
                    <a:cxn ang="0">
                      <a:pos x="8331" y="608"/>
                    </a:cxn>
                    <a:cxn ang="0">
                      <a:pos x="7891" y="481"/>
                    </a:cxn>
                    <a:cxn ang="0">
                      <a:pos x="7572" y="395"/>
                    </a:cxn>
                    <a:cxn ang="0">
                      <a:pos x="7229" y="308"/>
                    </a:cxn>
                    <a:cxn ang="0">
                      <a:pos x="6861" y="226"/>
                    </a:cxn>
                    <a:cxn ang="0">
                      <a:pos x="6466" y="153"/>
                    </a:cxn>
                    <a:cxn ang="0">
                      <a:pos x="6152" y="104"/>
                    </a:cxn>
                    <a:cxn ang="0">
                      <a:pos x="5933" y="76"/>
                    </a:cxn>
                    <a:cxn ang="0">
                      <a:pos x="5707" y="52"/>
                    </a:cxn>
                    <a:cxn ang="0">
                      <a:pos x="5474" y="31"/>
                    </a:cxn>
                    <a:cxn ang="0">
                      <a:pos x="5231" y="16"/>
                    </a:cxn>
                    <a:cxn ang="0">
                      <a:pos x="4982" y="5"/>
                    </a:cxn>
                    <a:cxn ang="0">
                      <a:pos x="4723" y="0"/>
                    </a:cxn>
                    <a:cxn ang="0">
                      <a:pos x="4456" y="0"/>
                    </a:cxn>
                    <a:cxn ang="0">
                      <a:pos x="4181" y="7"/>
                    </a:cxn>
                    <a:cxn ang="0">
                      <a:pos x="3896" y="19"/>
                    </a:cxn>
                    <a:cxn ang="0">
                      <a:pos x="3750" y="28"/>
                    </a:cxn>
                    <a:cxn ang="0">
                      <a:pos x="3463" y="52"/>
                    </a:cxn>
                    <a:cxn ang="0">
                      <a:pos x="3192" y="82"/>
                    </a:cxn>
                    <a:cxn ang="0">
                      <a:pos x="2935" y="118"/>
                    </a:cxn>
                    <a:cxn ang="0">
                      <a:pos x="2692" y="160"/>
                    </a:cxn>
                    <a:cxn ang="0">
                      <a:pos x="2461" y="209"/>
                    </a:cxn>
                    <a:cxn ang="0">
                      <a:pos x="2243" y="261"/>
                    </a:cxn>
                    <a:cxn ang="0">
                      <a:pos x="2038" y="316"/>
                    </a:cxn>
                    <a:cxn ang="0">
                      <a:pos x="1847" y="377"/>
                    </a:cxn>
                    <a:cxn ang="0">
                      <a:pos x="1666" y="441"/>
                    </a:cxn>
                    <a:cxn ang="0">
                      <a:pos x="1496" y="509"/>
                    </a:cxn>
                    <a:cxn ang="0">
                      <a:pos x="1338" y="579"/>
                    </a:cxn>
                    <a:cxn ang="0">
                      <a:pos x="1192" y="650"/>
                    </a:cxn>
                    <a:cxn ang="0">
                      <a:pos x="1055" y="721"/>
                    </a:cxn>
                    <a:cxn ang="0">
                      <a:pos x="928" y="796"/>
                    </a:cxn>
                    <a:cxn ang="0">
                      <a:pos x="811" y="869"/>
                    </a:cxn>
                    <a:cxn ang="0">
                      <a:pos x="705" y="944"/>
                    </a:cxn>
                    <a:cxn ang="0">
                      <a:pos x="606" y="1017"/>
                    </a:cxn>
                    <a:cxn ang="0">
                      <a:pos x="518" y="1090"/>
                    </a:cxn>
                    <a:cxn ang="0">
                      <a:pos x="436" y="1161"/>
                    </a:cxn>
                    <a:cxn ang="0">
                      <a:pos x="299" y="1295"/>
                    </a:cxn>
                    <a:cxn ang="0">
                      <a:pos x="191" y="1418"/>
                    </a:cxn>
                    <a:cxn ang="0">
                      <a:pos x="111" y="1526"/>
                    </a:cxn>
                    <a:cxn ang="0">
                      <a:pos x="54" y="1613"/>
                    </a:cxn>
                    <a:cxn ang="0">
                      <a:pos x="19" y="1677"/>
                    </a:cxn>
                    <a:cxn ang="0">
                      <a:pos x="0" y="1719"/>
                    </a:cxn>
                    <a:cxn ang="0">
                      <a:pos x="917" y="1674"/>
                    </a:cxn>
                    <a:cxn ang="0">
                      <a:pos x="3851" y="1514"/>
                    </a:cxn>
                    <a:cxn ang="0">
                      <a:pos x="4219" y="1491"/>
                    </a:cxn>
                    <a:cxn ang="0">
                      <a:pos x="4947" y="1441"/>
                    </a:cxn>
                    <a:cxn ang="0">
                      <a:pos x="5662" y="1382"/>
                    </a:cxn>
                    <a:cxn ang="0">
                      <a:pos x="6366" y="1312"/>
                    </a:cxn>
                    <a:cxn ang="0">
                      <a:pos x="7054" y="1234"/>
                    </a:cxn>
                    <a:cxn ang="0">
                      <a:pos x="7728" y="1149"/>
                    </a:cxn>
                    <a:cxn ang="0">
                      <a:pos x="8385" y="1055"/>
                    </a:cxn>
                    <a:cxn ang="0">
                      <a:pos x="9024" y="952"/>
                    </a:cxn>
                    <a:cxn ang="0">
                      <a:pos x="9337" y="899"/>
                    </a:cxn>
                  </a:cxnLst>
                  <a:rect l="0" t="0" r="r" b="b"/>
                  <a:pathLst>
                    <a:path w="9518" h="1719">
                      <a:moveTo>
                        <a:pt x="9337" y="899"/>
                      </a:moveTo>
                      <a:lnTo>
                        <a:pt x="9337" y="899"/>
                      </a:lnTo>
                      <a:lnTo>
                        <a:pt x="9382" y="885"/>
                      </a:lnTo>
                      <a:lnTo>
                        <a:pt x="9428" y="874"/>
                      </a:lnTo>
                      <a:lnTo>
                        <a:pt x="9473" y="867"/>
                      </a:lnTo>
                      <a:lnTo>
                        <a:pt x="9518" y="862"/>
                      </a:lnTo>
                      <a:lnTo>
                        <a:pt x="9518" y="862"/>
                      </a:lnTo>
                      <a:lnTo>
                        <a:pt x="9466" y="860"/>
                      </a:lnTo>
                      <a:lnTo>
                        <a:pt x="9414" y="857"/>
                      </a:lnTo>
                      <a:lnTo>
                        <a:pt x="9362" y="852"/>
                      </a:lnTo>
                      <a:lnTo>
                        <a:pt x="9308" y="845"/>
                      </a:lnTo>
                      <a:lnTo>
                        <a:pt x="9200" y="827"/>
                      </a:lnTo>
                      <a:lnTo>
                        <a:pt x="9087" y="806"/>
                      </a:lnTo>
                      <a:lnTo>
                        <a:pt x="8971" y="780"/>
                      </a:lnTo>
                      <a:lnTo>
                        <a:pt x="8851" y="753"/>
                      </a:lnTo>
                      <a:lnTo>
                        <a:pt x="8727" y="720"/>
                      </a:lnTo>
                      <a:lnTo>
                        <a:pt x="8600" y="685"/>
                      </a:lnTo>
                      <a:lnTo>
                        <a:pt x="8331" y="608"/>
                      </a:lnTo>
                      <a:lnTo>
                        <a:pt x="8043" y="525"/>
                      </a:lnTo>
                      <a:lnTo>
                        <a:pt x="7891" y="481"/>
                      </a:lnTo>
                      <a:lnTo>
                        <a:pt x="7735" y="438"/>
                      </a:lnTo>
                      <a:lnTo>
                        <a:pt x="7572" y="395"/>
                      </a:lnTo>
                      <a:lnTo>
                        <a:pt x="7403" y="351"/>
                      </a:lnTo>
                      <a:lnTo>
                        <a:pt x="7229" y="308"/>
                      </a:lnTo>
                      <a:lnTo>
                        <a:pt x="7049" y="266"/>
                      </a:lnTo>
                      <a:lnTo>
                        <a:pt x="6861" y="226"/>
                      </a:lnTo>
                      <a:lnTo>
                        <a:pt x="6666" y="189"/>
                      </a:lnTo>
                      <a:lnTo>
                        <a:pt x="6466" y="153"/>
                      </a:lnTo>
                      <a:lnTo>
                        <a:pt x="6258" y="120"/>
                      </a:lnTo>
                      <a:lnTo>
                        <a:pt x="6152" y="104"/>
                      </a:lnTo>
                      <a:lnTo>
                        <a:pt x="6044" y="90"/>
                      </a:lnTo>
                      <a:lnTo>
                        <a:pt x="5933" y="76"/>
                      </a:lnTo>
                      <a:lnTo>
                        <a:pt x="5822" y="64"/>
                      </a:lnTo>
                      <a:lnTo>
                        <a:pt x="5707" y="52"/>
                      </a:lnTo>
                      <a:lnTo>
                        <a:pt x="5592" y="42"/>
                      </a:lnTo>
                      <a:lnTo>
                        <a:pt x="5474" y="31"/>
                      </a:lnTo>
                      <a:lnTo>
                        <a:pt x="5354" y="23"/>
                      </a:lnTo>
                      <a:lnTo>
                        <a:pt x="5231" y="16"/>
                      </a:lnTo>
                      <a:lnTo>
                        <a:pt x="5107" y="10"/>
                      </a:lnTo>
                      <a:lnTo>
                        <a:pt x="4982" y="5"/>
                      </a:lnTo>
                      <a:lnTo>
                        <a:pt x="4854" y="2"/>
                      </a:lnTo>
                      <a:lnTo>
                        <a:pt x="4723" y="0"/>
                      </a:lnTo>
                      <a:lnTo>
                        <a:pt x="4591" y="0"/>
                      </a:lnTo>
                      <a:lnTo>
                        <a:pt x="4456" y="0"/>
                      </a:lnTo>
                      <a:lnTo>
                        <a:pt x="4318" y="2"/>
                      </a:lnTo>
                      <a:lnTo>
                        <a:pt x="4181" y="7"/>
                      </a:lnTo>
                      <a:lnTo>
                        <a:pt x="4039" y="12"/>
                      </a:lnTo>
                      <a:lnTo>
                        <a:pt x="3896" y="19"/>
                      </a:lnTo>
                      <a:lnTo>
                        <a:pt x="3750" y="28"/>
                      </a:lnTo>
                      <a:lnTo>
                        <a:pt x="3750" y="28"/>
                      </a:lnTo>
                      <a:lnTo>
                        <a:pt x="3606" y="38"/>
                      </a:lnTo>
                      <a:lnTo>
                        <a:pt x="3463" y="52"/>
                      </a:lnTo>
                      <a:lnTo>
                        <a:pt x="3326" y="66"/>
                      </a:lnTo>
                      <a:lnTo>
                        <a:pt x="3192" y="82"/>
                      </a:lnTo>
                      <a:lnTo>
                        <a:pt x="3062" y="99"/>
                      </a:lnTo>
                      <a:lnTo>
                        <a:pt x="2935" y="118"/>
                      </a:lnTo>
                      <a:lnTo>
                        <a:pt x="2812" y="139"/>
                      </a:lnTo>
                      <a:lnTo>
                        <a:pt x="2692" y="160"/>
                      </a:lnTo>
                      <a:lnTo>
                        <a:pt x="2575" y="184"/>
                      </a:lnTo>
                      <a:lnTo>
                        <a:pt x="2461" y="209"/>
                      </a:lnTo>
                      <a:lnTo>
                        <a:pt x="2351" y="233"/>
                      </a:lnTo>
                      <a:lnTo>
                        <a:pt x="2243" y="261"/>
                      </a:lnTo>
                      <a:lnTo>
                        <a:pt x="2139" y="289"/>
                      </a:lnTo>
                      <a:lnTo>
                        <a:pt x="2038" y="316"/>
                      </a:lnTo>
                      <a:lnTo>
                        <a:pt x="1941" y="348"/>
                      </a:lnTo>
                      <a:lnTo>
                        <a:pt x="1847" y="377"/>
                      </a:lnTo>
                      <a:lnTo>
                        <a:pt x="1755" y="410"/>
                      </a:lnTo>
                      <a:lnTo>
                        <a:pt x="1666" y="441"/>
                      </a:lnTo>
                      <a:lnTo>
                        <a:pt x="1579" y="474"/>
                      </a:lnTo>
                      <a:lnTo>
                        <a:pt x="1496" y="509"/>
                      </a:lnTo>
                      <a:lnTo>
                        <a:pt x="1416" y="544"/>
                      </a:lnTo>
                      <a:lnTo>
                        <a:pt x="1338" y="579"/>
                      </a:lnTo>
                      <a:lnTo>
                        <a:pt x="1263" y="614"/>
                      </a:lnTo>
                      <a:lnTo>
                        <a:pt x="1192" y="650"/>
                      </a:lnTo>
                      <a:lnTo>
                        <a:pt x="1122" y="685"/>
                      </a:lnTo>
                      <a:lnTo>
                        <a:pt x="1055" y="721"/>
                      </a:lnTo>
                      <a:lnTo>
                        <a:pt x="990" y="760"/>
                      </a:lnTo>
                      <a:lnTo>
                        <a:pt x="928" y="796"/>
                      </a:lnTo>
                      <a:lnTo>
                        <a:pt x="869" y="833"/>
                      </a:lnTo>
                      <a:lnTo>
                        <a:pt x="811" y="869"/>
                      </a:lnTo>
                      <a:lnTo>
                        <a:pt x="757" y="907"/>
                      </a:lnTo>
                      <a:lnTo>
                        <a:pt x="705" y="944"/>
                      </a:lnTo>
                      <a:lnTo>
                        <a:pt x="655" y="980"/>
                      </a:lnTo>
                      <a:lnTo>
                        <a:pt x="606" y="1017"/>
                      </a:lnTo>
                      <a:lnTo>
                        <a:pt x="561" y="1053"/>
                      </a:lnTo>
                      <a:lnTo>
                        <a:pt x="518" y="1090"/>
                      </a:lnTo>
                      <a:lnTo>
                        <a:pt x="476" y="1125"/>
                      </a:lnTo>
                      <a:lnTo>
                        <a:pt x="436" y="1161"/>
                      </a:lnTo>
                      <a:lnTo>
                        <a:pt x="365" y="1229"/>
                      </a:lnTo>
                      <a:lnTo>
                        <a:pt x="299" y="1295"/>
                      </a:lnTo>
                      <a:lnTo>
                        <a:pt x="241" y="1359"/>
                      </a:lnTo>
                      <a:lnTo>
                        <a:pt x="191" y="1418"/>
                      </a:lnTo>
                      <a:lnTo>
                        <a:pt x="147" y="1474"/>
                      </a:lnTo>
                      <a:lnTo>
                        <a:pt x="111" y="1526"/>
                      </a:lnTo>
                      <a:lnTo>
                        <a:pt x="80" y="1573"/>
                      </a:lnTo>
                      <a:lnTo>
                        <a:pt x="54" y="1613"/>
                      </a:lnTo>
                      <a:lnTo>
                        <a:pt x="33" y="1648"/>
                      </a:lnTo>
                      <a:lnTo>
                        <a:pt x="19" y="1677"/>
                      </a:lnTo>
                      <a:lnTo>
                        <a:pt x="8" y="1698"/>
                      </a:lnTo>
                      <a:lnTo>
                        <a:pt x="0" y="1719"/>
                      </a:lnTo>
                      <a:lnTo>
                        <a:pt x="0" y="1719"/>
                      </a:lnTo>
                      <a:lnTo>
                        <a:pt x="917" y="1674"/>
                      </a:lnTo>
                      <a:lnTo>
                        <a:pt x="1866" y="1623"/>
                      </a:lnTo>
                      <a:lnTo>
                        <a:pt x="3851" y="1514"/>
                      </a:lnTo>
                      <a:lnTo>
                        <a:pt x="3851" y="1514"/>
                      </a:lnTo>
                      <a:lnTo>
                        <a:pt x="4219" y="1491"/>
                      </a:lnTo>
                      <a:lnTo>
                        <a:pt x="4584" y="1467"/>
                      </a:lnTo>
                      <a:lnTo>
                        <a:pt x="4947" y="1441"/>
                      </a:lnTo>
                      <a:lnTo>
                        <a:pt x="5305" y="1413"/>
                      </a:lnTo>
                      <a:lnTo>
                        <a:pt x="5662" y="1382"/>
                      </a:lnTo>
                      <a:lnTo>
                        <a:pt x="6016" y="1347"/>
                      </a:lnTo>
                      <a:lnTo>
                        <a:pt x="6366" y="1312"/>
                      </a:lnTo>
                      <a:lnTo>
                        <a:pt x="6711" y="1274"/>
                      </a:lnTo>
                      <a:lnTo>
                        <a:pt x="7054" y="1234"/>
                      </a:lnTo>
                      <a:lnTo>
                        <a:pt x="7393" y="1192"/>
                      </a:lnTo>
                      <a:lnTo>
                        <a:pt x="7728" y="1149"/>
                      </a:lnTo>
                      <a:lnTo>
                        <a:pt x="8058" y="1102"/>
                      </a:lnTo>
                      <a:lnTo>
                        <a:pt x="8385" y="1055"/>
                      </a:lnTo>
                      <a:lnTo>
                        <a:pt x="8706" y="1005"/>
                      </a:lnTo>
                      <a:lnTo>
                        <a:pt x="9024" y="952"/>
                      </a:lnTo>
                      <a:lnTo>
                        <a:pt x="9337" y="899"/>
                      </a:lnTo>
                      <a:lnTo>
                        <a:pt x="9337" y="89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4BC76"/>
                    </a:gs>
                    <a:gs pos="100000">
                      <a:srgbClr val="2F6C1C"/>
                    </a:gs>
                  </a:gsLst>
                  <a:lin ang="51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8" name="Group 171">
                <a:extLst>
                  <a:ext uri="{FF2B5EF4-FFF2-40B4-BE49-F238E27FC236}">
                    <a16:creationId xmlns:a16="http://schemas.microsoft.com/office/drawing/2014/main" id="{5F697509-080B-8EFD-6C1D-481579CA1620}"/>
                  </a:ext>
                </a:extLst>
              </p:cNvPr>
              <p:cNvGrpSpPr/>
              <p:nvPr/>
            </p:nvGrpSpPr>
            <p:grpSpPr>
              <a:xfrm rot="21312991" flipH="1">
                <a:off x="7170907" y="3751874"/>
                <a:ext cx="313619" cy="296956"/>
                <a:chOff x="971551" y="0"/>
                <a:chExt cx="7200902" cy="6818311"/>
              </a:xfrm>
            </p:grpSpPr>
            <p:sp>
              <p:nvSpPr>
                <p:cNvPr id="170" name="Freeform 5">
                  <a:extLst>
                    <a:ext uri="{FF2B5EF4-FFF2-40B4-BE49-F238E27FC236}">
                      <a16:creationId xmlns:a16="http://schemas.microsoft.com/office/drawing/2014/main" id="{13D62B03-74C4-6834-DD56-08A8306F1A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16587" y="96583"/>
                  <a:ext cx="6586540" cy="6713539"/>
                </a:xfrm>
                <a:custGeom>
                  <a:avLst/>
                  <a:gdLst/>
                  <a:ahLst/>
                  <a:cxnLst>
                    <a:cxn ang="0">
                      <a:pos x="4149" y="0"/>
                    </a:cxn>
                    <a:cxn ang="0">
                      <a:pos x="3889" y="307"/>
                    </a:cxn>
                    <a:cxn ang="0">
                      <a:pos x="3618" y="619"/>
                    </a:cxn>
                    <a:cxn ang="0">
                      <a:pos x="3336" y="934"/>
                    </a:cxn>
                    <a:cxn ang="0">
                      <a:pos x="3042" y="1252"/>
                    </a:cxn>
                    <a:cxn ang="0">
                      <a:pos x="2738" y="1571"/>
                    </a:cxn>
                    <a:cxn ang="0">
                      <a:pos x="2423" y="1891"/>
                    </a:cxn>
                    <a:cxn ang="0">
                      <a:pos x="2099" y="2212"/>
                    </a:cxn>
                    <a:cxn ang="0">
                      <a:pos x="1765" y="2534"/>
                    </a:cxn>
                    <a:cxn ang="0">
                      <a:pos x="858" y="3396"/>
                    </a:cxn>
                    <a:cxn ang="0">
                      <a:pos x="0" y="4204"/>
                    </a:cxn>
                    <a:cxn ang="0">
                      <a:pos x="2" y="4205"/>
                    </a:cxn>
                    <a:cxn ang="0">
                      <a:pos x="101" y="4213"/>
                    </a:cxn>
                    <a:cxn ang="0">
                      <a:pos x="292" y="4224"/>
                    </a:cxn>
                    <a:cxn ang="0">
                      <a:pos x="465" y="4229"/>
                    </a:cxn>
                    <a:cxn ang="0">
                      <a:pos x="669" y="4229"/>
                    </a:cxn>
                    <a:cxn ang="0">
                      <a:pos x="898" y="4221"/>
                    </a:cxn>
                    <a:cxn ang="0">
                      <a:pos x="1149" y="4205"/>
                    </a:cxn>
                    <a:cxn ang="0">
                      <a:pos x="1413" y="4177"/>
                    </a:cxn>
                    <a:cxn ang="0">
                      <a:pos x="1549" y="4158"/>
                    </a:cxn>
                    <a:cxn ang="0">
                      <a:pos x="1689" y="4135"/>
                    </a:cxn>
                    <a:cxn ang="0">
                      <a:pos x="1828" y="4108"/>
                    </a:cxn>
                    <a:cxn ang="0">
                      <a:pos x="1969" y="4078"/>
                    </a:cxn>
                    <a:cxn ang="0">
                      <a:pos x="2109" y="4041"/>
                    </a:cxn>
                    <a:cxn ang="0">
                      <a:pos x="2249" y="4000"/>
                    </a:cxn>
                    <a:cxn ang="0">
                      <a:pos x="2388" y="3954"/>
                    </a:cxn>
                    <a:cxn ang="0">
                      <a:pos x="2525" y="3902"/>
                    </a:cxn>
                    <a:cxn ang="0">
                      <a:pos x="2659" y="3844"/>
                    </a:cxn>
                    <a:cxn ang="0">
                      <a:pos x="2790" y="3781"/>
                    </a:cxn>
                    <a:cxn ang="0">
                      <a:pos x="2917" y="3710"/>
                    </a:cxn>
                    <a:cxn ang="0">
                      <a:pos x="3041" y="3634"/>
                    </a:cxn>
                    <a:cxn ang="0">
                      <a:pos x="3159" y="3551"/>
                    </a:cxn>
                    <a:cxn ang="0">
                      <a:pos x="3271" y="3460"/>
                    </a:cxn>
                    <a:cxn ang="0">
                      <a:pos x="3377" y="3361"/>
                    </a:cxn>
                    <a:cxn ang="0">
                      <a:pos x="3424" y="3312"/>
                    </a:cxn>
                    <a:cxn ang="0">
                      <a:pos x="3511" y="3211"/>
                    </a:cxn>
                    <a:cxn ang="0">
                      <a:pos x="3590" y="3106"/>
                    </a:cxn>
                    <a:cxn ang="0">
                      <a:pos x="3660" y="2999"/>
                    </a:cxn>
                    <a:cxn ang="0">
                      <a:pos x="3722" y="2888"/>
                    </a:cxn>
                    <a:cxn ang="0">
                      <a:pos x="3776" y="2775"/>
                    </a:cxn>
                    <a:cxn ang="0">
                      <a:pos x="3825" y="2659"/>
                    </a:cxn>
                    <a:cxn ang="0">
                      <a:pos x="3866" y="2541"/>
                    </a:cxn>
                    <a:cxn ang="0">
                      <a:pos x="3901" y="2421"/>
                    </a:cxn>
                    <a:cxn ang="0">
                      <a:pos x="3931" y="2301"/>
                    </a:cxn>
                    <a:cxn ang="0">
                      <a:pos x="3955" y="2180"/>
                    </a:cxn>
                    <a:cxn ang="0">
                      <a:pos x="3975" y="2057"/>
                    </a:cxn>
                    <a:cxn ang="0">
                      <a:pos x="3990" y="1935"/>
                    </a:cxn>
                    <a:cxn ang="0">
                      <a:pos x="4002" y="1813"/>
                    </a:cxn>
                    <a:cxn ang="0">
                      <a:pos x="4014" y="1631"/>
                    </a:cxn>
                    <a:cxn ang="0">
                      <a:pos x="4022" y="1391"/>
                    </a:cxn>
                    <a:cxn ang="0">
                      <a:pos x="4023" y="1045"/>
                    </a:cxn>
                    <a:cxn ang="0">
                      <a:pos x="4024" y="724"/>
                    </a:cxn>
                    <a:cxn ang="0">
                      <a:pos x="4030" y="528"/>
                    </a:cxn>
                    <a:cxn ang="0">
                      <a:pos x="4040" y="393"/>
                    </a:cxn>
                    <a:cxn ang="0">
                      <a:pos x="4051" y="308"/>
                    </a:cxn>
                    <a:cxn ang="0">
                      <a:pos x="4066" y="229"/>
                    </a:cxn>
                    <a:cxn ang="0">
                      <a:pos x="4083" y="156"/>
                    </a:cxn>
                    <a:cxn ang="0">
                      <a:pos x="4106" y="89"/>
                    </a:cxn>
                    <a:cxn ang="0">
                      <a:pos x="4133" y="27"/>
                    </a:cxn>
                    <a:cxn ang="0">
                      <a:pos x="4149" y="0"/>
                    </a:cxn>
                  </a:cxnLst>
                  <a:rect l="0" t="0" r="r" b="b"/>
                  <a:pathLst>
                    <a:path w="4149" h="4229">
                      <a:moveTo>
                        <a:pt x="4149" y="0"/>
                      </a:moveTo>
                      <a:lnTo>
                        <a:pt x="4149" y="0"/>
                      </a:lnTo>
                      <a:lnTo>
                        <a:pt x="4020" y="153"/>
                      </a:lnTo>
                      <a:lnTo>
                        <a:pt x="3889" y="307"/>
                      </a:lnTo>
                      <a:lnTo>
                        <a:pt x="3755" y="462"/>
                      </a:lnTo>
                      <a:lnTo>
                        <a:pt x="3618" y="619"/>
                      </a:lnTo>
                      <a:lnTo>
                        <a:pt x="3478" y="776"/>
                      </a:lnTo>
                      <a:lnTo>
                        <a:pt x="3336" y="934"/>
                      </a:lnTo>
                      <a:lnTo>
                        <a:pt x="3190" y="1092"/>
                      </a:lnTo>
                      <a:lnTo>
                        <a:pt x="3042" y="1252"/>
                      </a:lnTo>
                      <a:lnTo>
                        <a:pt x="2891" y="1411"/>
                      </a:lnTo>
                      <a:lnTo>
                        <a:pt x="2738" y="1571"/>
                      </a:lnTo>
                      <a:lnTo>
                        <a:pt x="2581" y="1731"/>
                      </a:lnTo>
                      <a:lnTo>
                        <a:pt x="2423" y="1891"/>
                      </a:lnTo>
                      <a:lnTo>
                        <a:pt x="2262" y="2052"/>
                      </a:lnTo>
                      <a:lnTo>
                        <a:pt x="2099" y="2212"/>
                      </a:lnTo>
                      <a:lnTo>
                        <a:pt x="1934" y="2373"/>
                      </a:lnTo>
                      <a:lnTo>
                        <a:pt x="1765" y="2534"/>
                      </a:lnTo>
                      <a:lnTo>
                        <a:pt x="1765" y="2534"/>
                      </a:lnTo>
                      <a:lnTo>
                        <a:pt x="858" y="3396"/>
                      </a:lnTo>
                      <a:lnTo>
                        <a:pt x="422" y="3808"/>
                      </a:lnTo>
                      <a:lnTo>
                        <a:pt x="0" y="4204"/>
                      </a:lnTo>
                      <a:lnTo>
                        <a:pt x="2" y="4205"/>
                      </a:lnTo>
                      <a:lnTo>
                        <a:pt x="2" y="4205"/>
                      </a:lnTo>
                      <a:lnTo>
                        <a:pt x="27" y="4208"/>
                      </a:lnTo>
                      <a:lnTo>
                        <a:pt x="101" y="4213"/>
                      </a:lnTo>
                      <a:lnTo>
                        <a:pt x="219" y="4221"/>
                      </a:lnTo>
                      <a:lnTo>
                        <a:pt x="292" y="4224"/>
                      </a:lnTo>
                      <a:lnTo>
                        <a:pt x="375" y="4226"/>
                      </a:lnTo>
                      <a:lnTo>
                        <a:pt x="465" y="4229"/>
                      </a:lnTo>
                      <a:lnTo>
                        <a:pt x="564" y="4229"/>
                      </a:lnTo>
                      <a:lnTo>
                        <a:pt x="669" y="4229"/>
                      </a:lnTo>
                      <a:lnTo>
                        <a:pt x="781" y="4226"/>
                      </a:lnTo>
                      <a:lnTo>
                        <a:pt x="898" y="4221"/>
                      </a:lnTo>
                      <a:lnTo>
                        <a:pt x="1021" y="4214"/>
                      </a:lnTo>
                      <a:lnTo>
                        <a:pt x="1149" y="4205"/>
                      </a:lnTo>
                      <a:lnTo>
                        <a:pt x="1279" y="4193"/>
                      </a:lnTo>
                      <a:lnTo>
                        <a:pt x="1413" y="4177"/>
                      </a:lnTo>
                      <a:lnTo>
                        <a:pt x="1481" y="4169"/>
                      </a:lnTo>
                      <a:lnTo>
                        <a:pt x="1549" y="4158"/>
                      </a:lnTo>
                      <a:lnTo>
                        <a:pt x="1619" y="4147"/>
                      </a:lnTo>
                      <a:lnTo>
                        <a:pt x="1689" y="4135"/>
                      </a:lnTo>
                      <a:lnTo>
                        <a:pt x="1758" y="4122"/>
                      </a:lnTo>
                      <a:lnTo>
                        <a:pt x="1828" y="4108"/>
                      </a:lnTo>
                      <a:lnTo>
                        <a:pt x="1899" y="4094"/>
                      </a:lnTo>
                      <a:lnTo>
                        <a:pt x="1969" y="4078"/>
                      </a:lnTo>
                      <a:lnTo>
                        <a:pt x="2040" y="4060"/>
                      </a:lnTo>
                      <a:lnTo>
                        <a:pt x="2109" y="4041"/>
                      </a:lnTo>
                      <a:lnTo>
                        <a:pt x="2179" y="4021"/>
                      </a:lnTo>
                      <a:lnTo>
                        <a:pt x="2249" y="4000"/>
                      </a:lnTo>
                      <a:lnTo>
                        <a:pt x="2318" y="3977"/>
                      </a:lnTo>
                      <a:lnTo>
                        <a:pt x="2388" y="3954"/>
                      </a:lnTo>
                      <a:lnTo>
                        <a:pt x="2457" y="3929"/>
                      </a:lnTo>
                      <a:lnTo>
                        <a:pt x="2525" y="3902"/>
                      </a:lnTo>
                      <a:lnTo>
                        <a:pt x="2592" y="3874"/>
                      </a:lnTo>
                      <a:lnTo>
                        <a:pt x="2659" y="3844"/>
                      </a:lnTo>
                      <a:lnTo>
                        <a:pt x="2726" y="3814"/>
                      </a:lnTo>
                      <a:lnTo>
                        <a:pt x="2790" y="3781"/>
                      </a:lnTo>
                      <a:lnTo>
                        <a:pt x="2855" y="3747"/>
                      </a:lnTo>
                      <a:lnTo>
                        <a:pt x="2917" y="3710"/>
                      </a:lnTo>
                      <a:lnTo>
                        <a:pt x="2980" y="3673"/>
                      </a:lnTo>
                      <a:lnTo>
                        <a:pt x="3041" y="3634"/>
                      </a:lnTo>
                      <a:lnTo>
                        <a:pt x="3100" y="3594"/>
                      </a:lnTo>
                      <a:lnTo>
                        <a:pt x="3159" y="3551"/>
                      </a:lnTo>
                      <a:lnTo>
                        <a:pt x="3215" y="3505"/>
                      </a:lnTo>
                      <a:lnTo>
                        <a:pt x="3271" y="3460"/>
                      </a:lnTo>
                      <a:lnTo>
                        <a:pt x="3325" y="3412"/>
                      </a:lnTo>
                      <a:lnTo>
                        <a:pt x="3377" y="3361"/>
                      </a:lnTo>
                      <a:lnTo>
                        <a:pt x="3377" y="3361"/>
                      </a:lnTo>
                      <a:lnTo>
                        <a:pt x="3424" y="3312"/>
                      </a:lnTo>
                      <a:lnTo>
                        <a:pt x="3468" y="3262"/>
                      </a:lnTo>
                      <a:lnTo>
                        <a:pt x="3511" y="3211"/>
                      </a:lnTo>
                      <a:lnTo>
                        <a:pt x="3551" y="3160"/>
                      </a:lnTo>
                      <a:lnTo>
                        <a:pt x="3590" y="3106"/>
                      </a:lnTo>
                      <a:lnTo>
                        <a:pt x="3626" y="3053"/>
                      </a:lnTo>
                      <a:lnTo>
                        <a:pt x="3660" y="2999"/>
                      </a:lnTo>
                      <a:lnTo>
                        <a:pt x="3692" y="2944"/>
                      </a:lnTo>
                      <a:lnTo>
                        <a:pt x="3722" y="2888"/>
                      </a:lnTo>
                      <a:lnTo>
                        <a:pt x="3751" y="2831"/>
                      </a:lnTo>
                      <a:lnTo>
                        <a:pt x="3776" y="2775"/>
                      </a:lnTo>
                      <a:lnTo>
                        <a:pt x="3802" y="2718"/>
                      </a:lnTo>
                      <a:lnTo>
                        <a:pt x="3825" y="2659"/>
                      </a:lnTo>
                      <a:lnTo>
                        <a:pt x="3846" y="2600"/>
                      </a:lnTo>
                      <a:lnTo>
                        <a:pt x="3866" y="2541"/>
                      </a:lnTo>
                      <a:lnTo>
                        <a:pt x="3884" y="2482"/>
                      </a:lnTo>
                      <a:lnTo>
                        <a:pt x="3901" y="2421"/>
                      </a:lnTo>
                      <a:lnTo>
                        <a:pt x="3916" y="2361"/>
                      </a:lnTo>
                      <a:lnTo>
                        <a:pt x="3931" y="2301"/>
                      </a:lnTo>
                      <a:lnTo>
                        <a:pt x="3943" y="2241"/>
                      </a:lnTo>
                      <a:lnTo>
                        <a:pt x="3955" y="2180"/>
                      </a:lnTo>
                      <a:lnTo>
                        <a:pt x="3965" y="2119"/>
                      </a:lnTo>
                      <a:lnTo>
                        <a:pt x="3975" y="2057"/>
                      </a:lnTo>
                      <a:lnTo>
                        <a:pt x="3983" y="1997"/>
                      </a:lnTo>
                      <a:lnTo>
                        <a:pt x="3990" y="1935"/>
                      </a:lnTo>
                      <a:lnTo>
                        <a:pt x="3996" y="1875"/>
                      </a:lnTo>
                      <a:lnTo>
                        <a:pt x="4002" y="1813"/>
                      </a:lnTo>
                      <a:lnTo>
                        <a:pt x="4007" y="1751"/>
                      </a:lnTo>
                      <a:lnTo>
                        <a:pt x="4014" y="1631"/>
                      </a:lnTo>
                      <a:lnTo>
                        <a:pt x="4019" y="1510"/>
                      </a:lnTo>
                      <a:lnTo>
                        <a:pt x="4022" y="1391"/>
                      </a:lnTo>
                      <a:lnTo>
                        <a:pt x="4023" y="1274"/>
                      </a:lnTo>
                      <a:lnTo>
                        <a:pt x="4023" y="1045"/>
                      </a:lnTo>
                      <a:lnTo>
                        <a:pt x="4023" y="828"/>
                      </a:lnTo>
                      <a:lnTo>
                        <a:pt x="4024" y="724"/>
                      </a:lnTo>
                      <a:lnTo>
                        <a:pt x="4026" y="625"/>
                      </a:lnTo>
                      <a:lnTo>
                        <a:pt x="4030" y="528"/>
                      </a:lnTo>
                      <a:lnTo>
                        <a:pt x="4036" y="437"/>
                      </a:lnTo>
                      <a:lnTo>
                        <a:pt x="4040" y="393"/>
                      </a:lnTo>
                      <a:lnTo>
                        <a:pt x="4046" y="350"/>
                      </a:lnTo>
                      <a:lnTo>
                        <a:pt x="4051" y="308"/>
                      </a:lnTo>
                      <a:lnTo>
                        <a:pt x="4058" y="268"/>
                      </a:lnTo>
                      <a:lnTo>
                        <a:pt x="4066" y="229"/>
                      </a:lnTo>
                      <a:lnTo>
                        <a:pt x="4074" y="192"/>
                      </a:lnTo>
                      <a:lnTo>
                        <a:pt x="4083" y="156"/>
                      </a:lnTo>
                      <a:lnTo>
                        <a:pt x="4094" y="121"/>
                      </a:lnTo>
                      <a:lnTo>
                        <a:pt x="4106" y="89"/>
                      </a:lnTo>
                      <a:lnTo>
                        <a:pt x="4119" y="58"/>
                      </a:lnTo>
                      <a:lnTo>
                        <a:pt x="4133" y="27"/>
                      </a:lnTo>
                      <a:lnTo>
                        <a:pt x="4149" y="0"/>
                      </a:lnTo>
                      <a:lnTo>
                        <a:pt x="414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22000">
                      <a:srgbClr val="84BC76"/>
                    </a:gs>
                    <a:gs pos="86000">
                      <a:srgbClr val="2F6C1C"/>
                    </a:gs>
                  </a:gsLst>
                  <a:lin ang="186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" name="Freeform 6">
                  <a:extLst>
                    <a:ext uri="{FF2B5EF4-FFF2-40B4-BE49-F238E27FC236}">
                      <a16:creationId xmlns:a16="http://schemas.microsoft.com/office/drawing/2014/main" id="{E2B35E66-D8CF-80B8-6DC2-BCE4B885C6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1551" y="0"/>
                  <a:ext cx="7200902" cy="6818311"/>
                </a:xfrm>
                <a:custGeom>
                  <a:avLst/>
                  <a:gdLst/>
                  <a:ahLst/>
                  <a:cxnLst>
                    <a:cxn ang="0">
                      <a:pos x="4481" y="66"/>
                    </a:cxn>
                    <a:cxn ang="0">
                      <a:pos x="4536" y="0"/>
                    </a:cxn>
                    <a:cxn ang="0">
                      <a:pos x="4482" y="36"/>
                    </a:cxn>
                    <a:cxn ang="0">
                      <a:pos x="4389" y="82"/>
                    </a:cxn>
                    <a:cxn ang="0">
                      <a:pos x="4279" y="115"/>
                    </a:cxn>
                    <a:cxn ang="0">
                      <a:pos x="4155" y="141"/>
                    </a:cxn>
                    <a:cxn ang="0">
                      <a:pos x="4020" y="159"/>
                    </a:cxn>
                    <a:cxn ang="0">
                      <a:pos x="3713" y="185"/>
                    </a:cxn>
                    <a:cxn ang="0">
                      <a:pos x="3243" y="213"/>
                    </a:cxn>
                    <a:cxn ang="0">
                      <a:pos x="2857" y="249"/>
                    </a:cxn>
                    <a:cxn ang="0">
                      <a:pos x="2655" y="279"/>
                    </a:cxn>
                    <a:cxn ang="0">
                      <a:pos x="2450" y="318"/>
                    </a:cxn>
                    <a:cxn ang="0">
                      <a:pos x="2241" y="367"/>
                    </a:cxn>
                    <a:cxn ang="0">
                      <a:pos x="2029" y="430"/>
                    </a:cxn>
                    <a:cxn ang="0">
                      <a:pos x="1817" y="508"/>
                    </a:cxn>
                    <a:cxn ang="0">
                      <a:pos x="1605" y="603"/>
                    </a:cxn>
                    <a:cxn ang="0">
                      <a:pos x="1395" y="717"/>
                    </a:cxn>
                    <a:cxn ang="0">
                      <a:pos x="1186" y="851"/>
                    </a:cxn>
                    <a:cxn ang="0">
                      <a:pos x="980" y="1008"/>
                    </a:cxn>
                    <a:cxn ang="0">
                      <a:pos x="777" y="1189"/>
                    </a:cxn>
                    <a:cxn ang="0">
                      <a:pos x="651" y="1319"/>
                    </a:cxn>
                    <a:cxn ang="0">
                      <a:pos x="488" y="1517"/>
                    </a:cxn>
                    <a:cxn ang="0">
                      <a:pos x="351" y="1716"/>
                    </a:cxn>
                    <a:cxn ang="0">
                      <a:pos x="241" y="1917"/>
                    </a:cxn>
                    <a:cxn ang="0">
                      <a:pos x="154" y="2120"/>
                    </a:cxn>
                    <a:cxn ang="0">
                      <a:pos x="88" y="2319"/>
                    </a:cxn>
                    <a:cxn ang="0">
                      <a:pos x="43" y="2516"/>
                    </a:cxn>
                    <a:cxn ang="0">
                      <a:pos x="15" y="2709"/>
                    </a:cxn>
                    <a:cxn ang="0">
                      <a:pos x="1" y="2897"/>
                    </a:cxn>
                    <a:cxn ang="0">
                      <a:pos x="3" y="3079"/>
                    </a:cxn>
                    <a:cxn ang="0">
                      <a:pos x="15" y="3253"/>
                    </a:cxn>
                    <a:cxn ang="0">
                      <a:pos x="36" y="3418"/>
                    </a:cxn>
                    <a:cxn ang="0">
                      <a:pos x="64" y="3572"/>
                    </a:cxn>
                    <a:cxn ang="0">
                      <a:pos x="111" y="3760"/>
                    </a:cxn>
                    <a:cxn ang="0">
                      <a:pos x="188" y="3997"/>
                    </a:cxn>
                    <a:cxn ang="0">
                      <a:pos x="257" y="4173"/>
                    </a:cxn>
                    <a:cxn ang="0">
                      <a:pos x="316" y="4295"/>
                    </a:cxn>
                    <a:cxn ang="0">
                      <a:pos x="1174" y="3487"/>
                    </a:cxn>
                    <a:cxn ang="0">
                      <a:pos x="2250" y="2464"/>
                    </a:cxn>
                    <a:cxn ang="0">
                      <a:pos x="2739" y="1982"/>
                    </a:cxn>
                    <a:cxn ang="0">
                      <a:pos x="3207" y="1502"/>
                    </a:cxn>
                    <a:cxn ang="0">
                      <a:pos x="3652" y="1025"/>
                    </a:cxn>
                    <a:cxn ang="0">
                      <a:pos x="4071" y="553"/>
                    </a:cxn>
                    <a:cxn ang="0">
                      <a:pos x="4465" y="91"/>
                    </a:cxn>
                  </a:cxnLst>
                  <a:rect l="0" t="0" r="r" b="b"/>
                  <a:pathLst>
                    <a:path w="4536" h="4295">
                      <a:moveTo>
                        <a:pt x="4465" y="91"/>
                      </a:moveTo>
                      <a:lnTo>
                        <a:pt x="4465" y="91"/>
                      </a:lnTo>
                      <a:lnTo>
                        <a:pt x="4481" y="66"/>
                      </a:lnTo>
                      <a:lnTo>
                        <a:pt x="4498" y="42"/>
                      </a:lnTo>
                      <a:lnTo>
                        <a:pt x="4517" y="20"/>
                      </a:lnTo>
                      <a:lnTo>
                        <a:pt x="4536" y="0"/>
                      </a:lnTo>
                      <a:lnTo>
                        <a:pt x="4536" y="0"/>
                      </a:lnTo>
                      <a:lnTo>
                        <a:pt x="4511" y="19"/>
                      </a:lnTo>
                      <a:lnTo>
                        <a:pt x="4482" y="36"/>
                      </a:lnTo>
                      <a:lnTo>
                        <a:pt x="4453" y="52"/>
                      </a:lnTo>
                      <a:lnTo>
                        <a:pt x="4422" y="67"/>
                      </a:lnTo>
                      <a:lnTo>
                        <a:pt x="4389" y="82"/>
                      </a:lnTo>
                      <a:lnTo>
                        <a:pt x="4354" y="94"/>
                      </a:lnTo>
                      <a:lnTo>
                        <a:pt x="4318" y="105"/>
                      </a:lnTo>
                      <a:lnTo>
                        <a:pt x="4279" y="115"/>
                      </a:lnTo>
                      <a:lnTo>
                        <a:pt x="4240" y="125"/>
                      </a:lnTo>
                      <a:lnTo>
                        <a:pt x="4198" y="133"/>
                      </a:lnTo>
                      <a:lnTo>
                        <a:pt x="4155" y="141"/>
                      </a:lnTo>
                      <a:lnTo>
                        <a:pt x="4113" y="147"/>
                      </a:lnTo>
                      <a:lnTo>
                        <a:pt x="4067" y="154"/>
                      </a:lnTo>
                      <a:lnTo>
                        <a:pt x="4020" y="159"/>
                      </a:lnTo>
                      <a:lnTo>
                        <a:pt x="3922" y="169"/>
                      </a:lnTo>
                      <a:lnTo>
                        <a:pt x="3820" y="177"/>
                      </a:lnTo>
                      <a:lnTo>
                        <a:pt x="3713" y="185"/>
                      </a:lnTo>
                      <a:lnTo>
                        <a:pt x="3485" y="197"/>
                      </a:lnTo>
                      <a:lnTo>
                        <a:pt x="3366" y="205"/>
                      </a:lnTo>
                      <a:lnTo>
                        <a:pt x="3243" y="213"/>
                      </a:lnTo>
                      <a:lnTo>
                        <a:pt x="3117" y="222"/>
                      </a:lnTo>
                      <a:lnTo>
                        <a:pt x="2988" y="234"/>
                      </a:lnTo>
                      <a:lnTo>
                        <a:pt x="2857" y="249"/>
                      </a:lnTo>
                      <a:lnTo>
                        <a:pt x="2790" y="259"/>
                      </a:lnTo>
                      <a:lnTo>
                        <a:pt x="2723" y="268"/>
                      </a:lnTo>
                      <a:lnTo>
                        <a:pt x="2655" y="279"/>
                      </a:lnTo>
                      <a:lnTo>
                        <a:pt x="2586" y="291"/>
                      </a:lnTo>
                      <a:lnTo>
                        <a:pt x="2518" y="303"/>
                      </a:lnTo>
                      <a:lnTo>
                        <a:pt x="2450" y="318"/>
                      </a:lnTo>
                      <a:lnTo>
                        <a:pt x="2380" y="332"/>
                      </a:lnTo>
                      <a:lnTo>
                        <a:pt x="2310" y="348"/>
                      </a:lnTo>
                      <a:lnTo>
                        <a:pt x="2241" y="367"/>
                      </a:lnTo>
                      <a:lnTo>
                        <a:pt x="2170" y="386"/>
                      </a:lnTo>
                      <a:lnTo>
                        <a:pt x="2100" y="407"/>
                      </a:lnTo>
                      <a:lnTo>
                        <a:pt x="2029" y="430"/>
                      </a:lnTo>
                      <a:lnTo>
                        <a:pt x="1959" y="454"/>
                      </a:lnTo>
                      <a:lnTo>
                        <a:pt x="1888" y="480"/>
                      </a:lnTo>
                      <a:lnTo>
                        <a:pt x="1817" y="508"/>
                      </a:lnTo>
                      <a:lnTo>
                        <a:pt x="1746" y="537"/>
                      </a:lnTo>
                      <a:lnTo>
                        <a:pt x="1676" y="569"/>
                      </a:lnTo>
                      <a:lnTo>
                        <a:pt x="1605" y="603"/>
                      </a:lnTo>
                      <a:lnTo>
                        <a:pt x="1534" y="638"/>
                      </a:lnTo>
                      <a:lnTo>
                        <a:pt x="1465" y="677"/>
                      </a:lnTo>
                      <a:lnTo>
                        <a:pt x="1395" y="717"/>
                      </a:lnTo>
                      <a:lnTo>
                        <a:pt x="1324" y="758"/>
                      </a:lnTo>
                      <a:lnTo>
                        <a:pt x="1254" y="804"/>
                      </a:lnTo>
                      <a:lnTo>
                        <a:pt x="1186" y="851"/>
                      </a:lnTo>
                      <a:lnTo>
                        <a:pt x="1116" y="900"/>
                      </a:lnTo>
                      <a:lnTo>
                        <a:pt x="1048" y="953"/>
                      </a:lnTo>
                      <a:lnTo>
                        <a:pt x="980" y="1008"/>
                      </a:lnTo>
                      <a:lnTo>
                        <a:pt x="911" y="1065"/>
                      </a:lnTo>
                      <a:lnTo>
                        <a:pt x="844" y="1126"/>
                      </a:lnTo>
                      <a:lnTo>
                        <a:pt x="777" y="1189"/>
                      </a:lnTo>
                      <a:lnTo>
                        <a:pt x="777" y="1189"/>
                      </a:lnTo>
                      <a:lnTo>
                        <a:pt x="713" y="1254"/>
                      </a:lnTo>
                      <a:lnTo>
                        <a:pt x="651" y="1319"/>
                      </a:lnTo>
                      <a:lnTo>
                        <a:pt x="594" y="1384"/>
                      </a:lnTo>
                      <a:lnTo>
                        <a:pt x="539" y="1450"/>
                      </a:lnTo>
                      <a:lnTo>
                        <a:pt x="488" y="1517"/>
                      </a:lnTo>
                      <a:lnTo>
                        <a:pt x="440" y="1582"/>
                      </a:lnTo>
                      <a:lnTo>
                        <a:pt x="394" y="1649"/>
                      </a:lnTo>
                      <a:lnTo>
                        <a:pt x="351" y="1716"/>
                      </a:lnTo>
                      <a:lnTo>
                        <a:pt x="312" y="1783"/>
                      </a:lnTo>
                      <a:lnTo>
                        <a:pt x="275" y="1850"/>
                      </a:lnTo>
                      <a:lnTo>
                        <a:pt x="241" y="1917"/>
                      </a:lnTo>
                      <a:lnTo>
                        <a:pt x="209" y="1986"/>
                      </a:lnTo>
                      <a:lnTo>
                        <a:pt x="181" y="2053"/>
                      </a:lnTo>
                      <a:lnTo>
                        <a:pt x="154" y="2120"/>
                      </a:lnTo>
                      <a:lnTo>
                        <a:pt x="130" y="2185"/>
                      </a:lnTo>
                      <a:lnTo>
                        <a:pt x="109" y="2252"/>
                      </a:lnTo>
                      <a:lnTo>
                        <a:pt x="88" y="2319"/>
                      </a:lnTo>
                      <a:lnTo>
                        <a:pt x="71" y="2385"/>
                      </a:lnTo>
                      <a:lnTo>
                        <a:pt x="56" y="2451"/>
                      </a:lnTo>
                      <a:lnTo>
                        <a:pt x="43" y="2516"/>
                      </a:lnTo>
                      <a:lnTo>
                        <a:pt x="31" y="2581"/>
                      </a:lnTo>
                      <a:lnTo>
                        <a:pt x="21" y="2645"/>
                      </a:lnTo>
                      <a:lnTo>
                        <a:pt x="15" y="2709"/>
                      </a:lnTo>
                      <a:lnTo>
                        <a:pt x="8" y="2772"/>
                      </a:lnTo>
                      <a:lnTo>
                        <a:pt x="4" y="2835"/>
                      </a:lnTo>
                      <a:lnTo>
                        <a:pt x="1" y="2897"/>
                      </a:lnTo>
                      <a:lnTo>
                        <a:pt x="0" y="2959"/>
                      </a:lnTo>
                      <a:lnTo>
                        <a:pt x="1" y="3019"/>
                      </a:lnTo>
                      <a:lnTo>
                        <a:pt x="3" y="3079"/>
                      </a:lnTo>
                      <a:lnTo>
                        <a:pt x="5" y="3138"/>
                      </a:lnTo>
                      <a:lnTo>
                        <a:pt x="9" y="3196"/>
                      </a:lnTo>
                      <a:lnTo>
                        <a:pt x="15" y="3253"/>
                      </a:lnTo>
                      <a:lnTo>
                        <a:pt x="20" y="3308"/>
                      </a:lnTo>
                      <a:lnTo>
                        <a:pt x="28" y="3363"/>
                      </a:lnTo>
                      <a:lnTo>
                        <a:pt x="36" y="3418"/>
                      </a:lnTo>
                      <a:lnTo>
                        <a:pt x="44" y="3470"/>
                      </a:lnTo>
                      <a:lnTo>
                        <a:pt x="54" y="3523"/>
                      </a:lnTo>
                      <a:lnTo>
                        <a:pt x="64" y="3572"/>
                      </a:lnTo>
                      <a:lnTo>
                        <a:pt x="75" y="3622"/>
                      </a:lnTo>
                      <a:lnTo>
                        <a:pt x="87" y="3669"/>
                      </a:lnTo>
                      <a:lnTo>
                        <a:pt x="111" y="3760"/>
                      </a:lnTo>
                      <a:lnTo>
                        <a:pt x="135" y="3846"/>
                      </a:lnTo>
                      <a:lnTo>
                        <a:pt x="161" y="3925"/>
                      </a:lnTo>
                      <a:lnTo>
                        <a:pt x="188" y="3997"/>
                      </a:lnTo>
                      <a:lnTo>
                        <a:pt x="212" y="4063"/>
                      </a:lnTo>
                      <a:lnTo>
                        <a:pt x="236" y="4122"/>
                      </a:lnTo>
                      <a:lnTo>
                        <a:pt x="257" y="4173"/>
                      </a:lnTo>
                      <a:lnTo>
                        <a:pt x="276" y="4214"/>
                      </a:lnTo>
                      <a:lnTo>
                        <a:pt x="306" y="4273"/>
                      </a:lnTo>
                      <a:lnTo>
                        <a:pt x="316" y="4295"/>
                      </a:lnTo>
                      <a:lnTo>
                        <a:pt x="316" y="4295"/>
                      </a:lnTo>
                      <a:lnTo>
                        <a:pt x="738" y="3899"/>
                      </a:lnTo>
                      <a:lnTo>
                        <a:pt x="1174" y="3487"/>
                      </a:lnTo>
                      <a:lnTo>
                        <a:pt x="2081" y="2625"/>
                      </a:lnTo>
                      <a:lnTo>
                        <a:pt x="2081" y="2625"/>
                      </a:lnTo>
                      <a:lnTo>
                        <a:pt x="2250" y="2464"/>
                      </a:lnTo>
                      <a:lnTo>
                        <a:pt x="2415" y="2303"/>
                      </a:lnTo>
                      <a:lnTo>
                        <a:pt x="2578" y="2143"/>
                      </a:lnTo>
                      <a:lnTo>
                        <a:pt x="2739" y="1982"/>
                      </a:lnTo>
                      <a:lnTo>
                        <a:pt x="2897" y="1822"/>
                      </a:lnTo>
                      <a:lnTo>
                        <a:pt x="3054" y="1662"/>
                      </a:lnTo>
                      <a:lnTo>
                        <a:pt x="3207" y="1502"/>
                      </a:lnTo>
                      <a:lnTo>
                        <a:pt x="3358" y="1343"/>
                      </a:lnTo>
                      <a:lnTo>
                        <a:pt x="3506" y="1183"/>
                      </a:lnTo>
                      <a:lnTo>
                        <a:pt x="3652" y="1025"/>
                      </a:lnTo>
                      <a:lnTo>
                        <a:pt x="3794" y="867"/>
                      </a:lnTo>
                      <a:lnTo>
                        <a:pt x="3934" y="710"/>
                      </a:lnTo>
                      <a:lnTo>
                        <a:pt x="4071" y="553"/>
                      </a:lnTo>
                      <a:lnTo>
                        <a:pt x="4205" y="398"/>
                      </a:lnTo>
                      <a:lnTo>
                        <a:pt x="4336" y="244"/>
                      </a:lnTo>
                      <a:lnTo>
                        <a:pt x="4465" y="91"/>
                      </a:lnTo>
                      <a:lnTo>
                        <a:pt x="4465" y="9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5EBD63"/>
                    </a:gs>
                    <a:gs pos="80000">
                      <a:srgbClr val="2E6D26"/>
                    </a:gs>
                  </a:gsLst>
                  <a:lin ang="2580000" scaled="0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69" name="Freeform 9">
                <a:extLst>
                  <a:ext uri="{FF2B5EF4-FFF2-40B4-BE49-F238E27FC236}">
                    <a16:creationId xmlns:a16="http://schemas.microsoft.com/office/drawing/2014/main" id="{E30ACB3D-4BB8-3CDB-7492-AFFA63FC3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1077" y="3471334"/>
                <a:ext cx="565098" cy="101600"/>
              </a:xfrm>
              <a:custGeom>
                <a:avLst/>
                <a:gdLst/>
                <a:ahLst/>
                <a:cxnLst>
                  <a:cxn ang="0">
                    <a:pos x="2560" y="473"/>
                  </a:cxn>
                  <a:cxn ang="0">
                    <a:pos x="2412" y="404"/>
                  </a:cxn>
                  <a:cxn ang="0">
                    <a:pos x="2261" y="341"/>
                  </a:cxn>
                  <a:cxn ang="0">
                    <a:pos x="2107" y="283"/>
                  </a:cxn>
                  <a:cxn ang="0">
                    <a:pos x="1951" y="229"/>
                  </a:cxn>
                  <a:cxn ang="0">
                    <a:pos x="1874" y="205"/>
                  </a:cxn>
                  <a:cxn ang="0">
                    <a:pos x="1715" y="161"/>
                  </a:cxn>
                  <a:cxn ang="0">
                    <a:pos x="1554" y="126"/>
                  </a:cxn>
                  <a:cxn ang="0">
                    <a:pos x="1393" y="100"/>
                  </a:cxn>
                  <a:cxn ang="0">
                    <a:pos x="1313" y="92"/>
                  </a:cxn>
                  <a:cxn ang="0">
                    <a:pos x="1149" y="85"/>
                  </a:cxn>
                  <a:cxn ang="0">
                    <a:pos x="984" y="89"/>
                  </a:cxn>
                  <a:cxn ang="0">
                    <a:pos x="818" y="102"/>
                  </a:cxn>
                  <a:cxn ang="0">
                    <a:pos x="653" y="120"/>
                  </a:cxn>
                  <a:cxn ang="0">
                    <a:pos x="571" y="131"/>
                  </a:cxn>
                  <a:cxn ang="0">
                    <a:pos x="407" y="158"/>
                  </a:cxn>
                  <a:cxn ang="0">
                    <a:pos x="243" y="191"/>
                  </a:cxn>
                  <a:cxn ang="0">
                    <a:pos x="81" y="229"/>
                  </a:cxn>
                  <a:cxn ang="0">
                    <a:pos x="0" y="250"/>
                  </a:cxn>
                  <a:cxn ang="0">
                    <a:pos x="159" y="198"/>
                  </a:cxn>
                  <a:cxn ang="0">
                    <a:pos x="320" y="153"/>
                  </a:cxn>
                  <a:cxn ang="0">
                    <a:pos x="482" y="110"/>
                  </a:cxn>
                  <a:cxn ang="0">
                    <a:pos x="646" y="75"/>
                  </a:cxn>
                  <a:cxn ang="0">
                    <a:pos x="728" y="59"/>
                  </a:cxn>
                  <a:cxn ang="0">
                    <a:pos x="895" y="32"/>
                  </a:cxn>
                  <a:cxn ang="0">
                    <a:pos x="1061" y="13"/>
                  </a:cxn>
                  <a:cxn ang="0">
                    <a:pos x="1231" y="1"/>
                  </a:cxn>
                  <a:cxn ang="0">
                    <a:pos x="1317" y="0"/>
                  </a:cxn>
                  <a:cxn ang="0">
                    <a:pos x="1487" y="10"/>
                  </a:cxn>
                  <a:cxn ang="0">
                    <a:pos x="1656" y="30"/>
                  </a:cxn>
                  <a:cxn ang="0">
                    <a:pos x="1823" y="61"/>
                  </a:cxn>
                  <a:cxn ang="0">
                    <a:pos x="1989" y="97"/>
                  </a:cxn>
                  <a:cxn ang="0">
                    <a:pos x="2071" y="119"/>
                  </a:cxn>
                  <a:cxn ang="0">
                    <a:pos x="2234" y="165"/>
                  </a:cxn>
                  <a:cxn ang="0">
                    <a:pos x="2395" y="218"/>
                  </a:cxn>
                  <a:cxn ang="0">
                    <a:pos x="2556" y="276"/>
                  </a:cxn>
                  <a:cxn ang="0">
                    <a:pos x="2635" y="307"/>
                  </a:cxn>
                  <a:cxn ang="0">
                    <a:pos x="2652" y="315"/>
                  </a:cxn>
                  <a:cxn ang="0">
                    <a:pos x="2666" y="326"/>
                  </a:cxn>
                  <a:cxn ang="0">
                    <a:pos x="2677" y="341"/>
                  </a:cxn>
                  <a:cxn ang="0">
                    <a:pos x="2690" y="373"/>
                  </a:cxn>
                  <a:cxn ang="0">
                    <a:pos x="2693" y="390"/>
                  </a:cxn>
                  <a:cxn ang="0">
                    <a:pos x="2692" y="408"/>
                  </a:cxn>
                  <a:cxn ang="0">
                    <a:pos x="2686" y="425"/>
                  </a:cxn>
                  <a:cxn ang="0">
                    <a:pos x="2682" y="434"/>
                  </a:cxn>
                  <a:cxn ang="0">
                    <a:pos x="2672" y="449"/>
                  </a:cxn>
                  <a:cxn ang="0">
                    <a:pos x="2659" y="462"/>
                  </a:cxn>
                  <a:cxn ang="0">
                    <a:pos x="2638" y="476"/>
                  </a:cxn>
                  <a:cxn ang="0">
                    <a:pos x="2612" y="482"/>
                  </a:cxn>
                  <a:cxn ang="0">
                    <a:pos x="2594" y="483"/>
                  </a:cxn>
                  <a:cxn ang="0">
                    <a:pos x="2577" y="479"/>
                  </a:cxn>
                  <a:cxn ang="0">
                    <a:pos x="2567" y="476"/>
                  </a:cxn>
                  <a:cxn ang="0">
                    <a:pos x="2560" y="473"/>
                  </a:cxn>
                </a:cxnLst>
                <a:rect l="0" t="0" r="r" b="b"/>
                <a:pathLst>
                  <a:path w="2693" h="483">
                    <a:moveTo>
                      <a:pt x="2560" y="473"/>
                    </a:moveTo>
                    <a:lnTo>
                      <a:pt x="2560" y="473"/>
                    </a:lnTo>
                    <a:lnTo>
                      <a:pt x="2487" y="438"/>
                    </a:lnTo>
                    <a:lnTo>
                      <a:pt x="2412" y="404"/>
                    </a:lnTo>
                    <a:lnTo>
                      <a:pt x="2337" y="372"/>
                    </a:lnTo>
                    <a:lnTo>
                      <a:pt x="2261" y="341"/>
                    </a:lnTo>
                    <a:lnTo>
                      <a:pt x="2184" y="311"/>
                    </a:lnTo>
                    <a:lnTo>
                      <a:pt x="2107" y="283"/>
                    </a:lnTo>
                    <a:lnTo>
                      <a:pt x="2029" y="254"/>
                    </a:lnTo>
                    <a:lnTo>
                      <a:pt x="1951" y="229"/>
                    </a:lnTo>
                    <a:lnTo>
                      <a:pt x="1951" y="229"/>
                    </a:lnTo>
                    <a:lnTo>
                      <a:pt x="1874" y="205"/>
                    </a:lnTo>
                    <a:lnTo>
                      <a:pt x="1795" y="182"/>
                    </a:lnTo>
                    <a:lnTo>
                      <a:pt x="1715" y="161"/>
                    </a:lnTo>
                    <a:lnTo>
                      <a:pt x="1635" y="141"/>
                    </a:lnTo>
                    <a:lnTo>
                      <a:pt x="1554" y="126"/>
                    </a:lnTo>
                    <a:lnTo>
                      <a:pt x="1474" y="112"/>
                    </a:lnTo>
                    <a:lnTo>
                      <a:pt x="1393" y="100"/>
                    </a:lnTo>
                    <a:lnTo>
                      <a:pt x="1313" y="92"/>
                    </a:lnTo>
                    <a:lnTo>
                      <a:pt x="1313" y="92"/>
                    </a:lnTo>
                    <a:lnTo>
                      <a:pt x="1231" y="88"/>
                    </a:lnTo>
                    <a:lnTo>
                      <a:pt x="1149" y="85"/>
                    </a:lnTo>
                    <a:lnTo>
                      <a:pt x="1067" y="86"/>
                    </a:lnTo>
                    <a:lnTo>
                      <a:pt x="984" y="89"/>
                    </a:lnTo>
                    <a:lnTo>
                      <a:pt x="902" y="95"/>
                    </a:lnTo>
                    <a:lnTo>
                      <a:pt x="818" y="102"/>
                    </a:lnTo>
                    <a:lnTo>
                      <a:pt x="736" y="110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571" y="131"/>
                    </a:lnTo>
                    <a:lnTo>
                      <a:pt x="489" y="144"/>
                    </a:lnTo>
                    <a:lnTo>
                      <a:pt x="407" y="158"/>
                    </a:lnTo>
                    <a:lnTo>
                      <a:pt x="325" y="174"/>
                    </a:lnTo>
                    <a:lnTo>
                      <a:pt x="243" y="191"/>
                    </a:lnTo>
                    <a:lnTo>
                      <a:pt x="161" y="209"/>
                    </a:lnTo>
                    <a:lnTo>
                      <a:pt x="81" y="229"/>
                    </a:lnTo>
                    <a:lnTo>
                      <a:pt x="0" y="250"/>
                    </a:lnTo>
                    <a:lnTo>
                      <a:pt x="0" y="250"/>
                    </a:lnTo>
                    <a:lnTo>
                      <a:pt x="80" y="223"/>
                    </a:lnTo>
                    <a:lnTo>
                      <a:pt x="159" y="198"/>
                    </a:lnTo>
                    <a:lnTo>
                      <a:pt x="239" y="174"/>
                    </a:lnTo>
                    <a:lnTo>
                      <a:pt x="320" y="153"/>
                    </a:lnTo>
                    <a:lnTo>
                      <a:pt x="400" y="130"/>
                    </a:lnTo>
                    <a:lnTo>
                      <a:pt x="482" y="110"/>
                    </a:lnTo>
                    <a:lnTo>
                      <a:pt x="564" y="92"/>
                    </a:lnTo>
                    <a:lnTo>
                      <a:pt x="646" y="75"/>
                    </a:lnTo>
                    <a:lnTo>
                      <a:pt x="646" y="75"/>
                    </a:lnTo>
                    <a:lnTo>
                      <a:pt x="728" y="59"/>
                    </a:lnTo>
                    <a:lnTo>
                      <a:pt x="811" y="45"/>
                    </a:lnTo>
                    <a:lnTo>
                      <a:pt x="895" y="32"/>
                    </a:lnTo>
                    <a:lnTo>
                      <a:pt x="978" y="21"/>
                    </a:lnTo>
                    <a:lnTo>
                      <a:pt x="1061" y="13"/>
                    </a:lnTo>
                    <a:lnTo>
                      <a:pt x="1146" y="6"/>
                    </a:lnTo>
                    <a:lnTo>
                      <a:pt x="1231" y="1"/>
                    </a:lnTo>
                    <a:lnTo>
                      <a:pt x="1317" y="0"/>
                    </a:lnTo>
                    <a:lnTo>
                      <a:pt x="1317" y="0"/>
                    </a:lnTo>
                    <a:lnTo>
                      <a:pt x="1402" y="3"/>
                    </a:lnTo>
                    <a:lnTo>
                      <a:pt x="1487" y="10"/>
                    </a:lnTo>
                    <a:lnTo>
                      <a:pt x="1571" y="18"/>
                    </a:lnTo>
                    <a:lnTo>
                      <a:pt x="1656" y="30"/>
                    </a:lnTo>
                    <a:lnTo>
                      <a:pt x="1739" y="44"/>
                    </a:lnTo>
                    <a:lnTo>
                      <a:pt x="1823" y="61"/>
                    </a:lnTo>
                    <a:lnTo>
                      <a:pt x="1906" y="78"/>
                    </a:lnTo>
                    <a:lnTo>
                      <a:pt x="1989" y="97"/>
                    </a:lnTo>
                    <a:lnTo>
                      <a:pt x="1989" y="97"/>
                    </a:lnTo>
                    <a:lnTo>
                      <a:pt x="2071" y="119"/>
                    </a:lnTo>
                    <a:lnTo>
                      <a:pt x="2153" y="141"/>
                    </a:lnTo>
                    <a:lnTo>
                      <a:pt x="2234" y="165"/>
                    </a:lnTo>
                    <a:lnTo>
                      <a:pt x="2314" y="191"/>
                    </a:lnTo>
                    <a:lnTo>
                      <a:pt x="2395" y="218"/>
                    </a:lnTo>
                    <a:lnTo>
                      <a:pt x="2475" y="246"/>
                    </a:lnTo>
                    <a:lnTo>
                      <a:pt x="2556" y="276"/>
                    </a:lnTo>
                    <a:lnTo>
                      <a:pt x="2635" y="307"/>
                    </a:lnTo>
                    <a:lnTo>
                      <a:pt x="2635" y="307"/>
                    </a:lnTo>
                    <a:lnTo>
                      <a:pt x="2644" y="311"/>
                    </a:lnTo>
                    <a:lnTo>
                      <a:pt x="2652" y="315"/>
                    </a:lnTo>
                    <a:lnTo>
                      <a:pt x="2659" y="321"/>
                    </a:lnTo>
                    <a:lnTo>
                      <a:pt x="2666" y="326"/>
                    </a:lnTo>
                    <a:lnTo>
                      <a:pt x="2672" y="333"/>
                    </a:lnTo>
                    <a:lnTo>
                      <a:pt x="2677" y="341"/>
                    </a:lnTo>
                    <a:lnTo>
                      <a:pt x="2686" y="356"/>
                    </a:lnTo>
                    <a:lnTo>
                      <a:pt x="2690" y="373"/>
                    </a:lnTo>
                    <a:lnTo>
                      <a:pt x="2692" y="381"/>
                    </a:lnTo>
                    <a:lnTo>
                      <a:pt x="2693" y="390"/>
                    </a:lnTo>
                    <a:lnTo>
                      <a:pt x="2693" y="398"/>
                    </a:lnTo>
                    <a:lnTo>
                      <a:pt x="2692" y="408"/>
                    </a:lnTo>
                    <a:lnTo>
                      <a:pt x="2689" y="417"/>
                    </a:lnTo>
                    <a:lnTo>
                      <a:pt x="2686" y="425"/>
                    </a:lnTo>
                    <a:lnTo>
                      <a:pt x="2686" y="425"/>
                    </a:lnTo>
                    <a:lnTo>
                      <a:pt x="2682" y="434"/>
                    </a:lnTo>
                    <a:lnTo>
                      <a:pt x="2677" y="442"/>
                    </a:lnTo>
                    <a:lnTo>
                      <a:pt x="2672" y="449"/>
                    </a:lnTo>
                    <a:lnTo>
                      <a:pt x="2666" y="456"/>
                    </a:lnTo>
                    <a:lnTo>
                      <a:pt x="2659" y="462"/>
                    </a:lnTo>
                    <a:lnTo>
                      <a:pt x="2653" y="468"/>
                    </a:lnTo>
                    <a:lnTo>
                      <a:pt x="2638" y="476"/>
                    </a:lnTo>
                    <a:lnTo>
                      <a:pt x="2621" y="480"/>
                    </a:lnTo>
                    <a:lnTo>
                      <a:pt x="2612" y="482"/>
                    </a:lnTo>
                    <a:lnTo>
                      <a:pt x="2603" y="483"/>
                    </a:lnTo>
                    <a:lnTo>
                      <a:pt x="2594" y="483"/>
                    </a:lnTo>
                    <a:lnTo>
                      <a:pt x="2586" y="482"/>
                    </a:lnTo>
                    <a:lnTo>
                      <a:pt x="2577" y="479"/>
                    </a:lnTo>
                    <a:lnTo>
                      <a:pt x="2567" y="476"/>
                    </a:lnTo>
                    <a:lnTo>
                      <a:pt x="2567" y="476"/>
                    </a:lnTo>
                    <a:lnTo>
                      <a:pt x="2562" y="473"/>
                    </a:lnTo>
                    <a:lnTo>
                      <a:pt x="2560" y="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5EBD63"/>
                  </a:gs>
                  <a:gs pos="65000">
                    <a:srgbClr val="447F31"/>
                  </a:gs>
                  <a:gs pos="100000">
                    <a:srgbClr val="23501F"/>
                  </a:gs>
                </a:gsLst>
                <a:lin ang="6240000" scaled="0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63500" dist="50800" dir="3600000">
                  <a:srgbClr val="000000">
                    <a:alpha val="38000"/>
                  </a:srgb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89" name="Oval 188">
            <a:extLst>
              <a:ext uri="{FF2B5EF4-FFF2-40B4-BE49-F238E27FC236}">
                <a16:creationId xmlns:a16="http://schemas.microsoft.com/office/drawing/2014/main" id="{F739E9B5-C142-77C9-E0BF-4C1D0DBFF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18553" y="-195779"/>
            <a:ext cx="2133600" cy="2133600"/>
          </a:xfrm>
          <a:prstGeom prst="ellipse">
            <a:avLst/>
          </a:prstGeom>
          <a:gradFill flip="none" rotWithShape="1">
            <a:gsLst>
              <a:gs pos="49000">
                <a:srgbClr val="FFFFFF"/>
              </a:gs>
              <a:gs pos="100000">
                <a:srgbClr val="F4C123"/>
              </a:gs>
              <a:gs pos="69000">
                <a:srgbClr val="FFFB2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 rad="317500">
              <a:srgbClr val="FFFF00">
                <a:alpha val="50000"/>
              </a:srgbClr>
            </a:glow>
            <a:softEdge rad="12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 anchorCtr="1"/>
          <a:lstStyle/>
          <a:p>
            <a:pPr algn="ctr">
              <a:lnSpc>
                <a:spcPct val="85000"/>
              </a:lnSpc>
            </a:pPr>
            <a:endParaRPr lang="en-US" sz="3600" dirty="0">
              <a:solidFill>
                <a:srgbClr val="696400"/>
              </a:solidFill>
              <a:latin typeface="Arial Narrow"/>
              <a:cs typeface="Arial Narrow"/>
            </a:endParaRPr>
          </a:p>
        </p:txBody>
      </p:sp>
      <p:sp>
        <p:nvSpPr>
          <p:cNvPr id="190" name="Rectangle 70">
            <a:extLst>
              <a:ext uri="{FF2B5EF4-FFF2-40B4-BE49-F238E27FC236}">
                <a16:creationId xmlns:a16="http://schemas.microsoft.com/office/drawing/2014/main" id="{D3C00B63-2321-49DE-AE26-EC2729F36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990600"/>
            <a:ext cx="6096281" cy="3913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 algn="l" latinLnBrk="1">
              <a:lnSpc>
                <a:spcPts val="1650"/>
              </a:lnSpc>
              <a:buNone/>
            </a:pPr>
            <a:endParaRPr lang="en-US" sz="2400" dirty="0">
              <a:solidFill>
                <a:srgbClr val="6B6B6B"/>
              </a:solidFill>
              <a:latin typeface="Arial Narrow" pitchFamily="112" charset="0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583A9A02-06BC-B0C2-D273-89C2637DBF97}"/>
              </a:ext>
            </a:extLst>
          </p:cNvPr>
          <p:cNvSpPr txBox="1"/>
          <p:nvPr/>
        </p:nvSpPr>
        <p:spPr>
          <a:xfrm>
            <a:off x="589939" y="1235636"/>
            <a:ext cx="77815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dirty="0"/>
              <a:t>• Real-time sensor data collection</a:t>
            </a:r>
          </a:p>
          <a:p>
            <a:pPr latinLnBrk="1"/>
            <a:r>
              <a:rPr lang="en-US" dirty="0"/>
              <a:t>• Automated health scoring</a:t>
            </a:r>
          </a:p>
          <a:p>
            <a:pPr latinLnBrk="1"/>
            <a:r>
              <a:rPr lang="en-US" dirty="0"/>
              <a:t>• Instant alert system</a:t>
            </a:r>
          </a:p>
          <a:p>
            <a:pPr latinLnBrk="1"/>
            <a:r>
              <a:rPr lang="en-US" dirty="0"/>
              <a:t>• Predictive analytics</a:t>
            </a:r>
          </a:p>
          <a:p>
            <a:pPr latinLnBrk="1"/>
            <a:r>
              <a:rPr lang="en-US" dirty="0"/>
              <a:t>• Mobile-friendly reports</a:t>
            </a:r>
          </a:p>
          <a:p>
            <a:br>
              <a:rPr lang="en-US" dirty="0"/>
            </a:b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D33B321-9B3E-C3BD-9144-8FFD2D8B5EC4}"/>
              </a:ext>
            </a:extLst>
          </p:cNvPr>
          <p:cNvSpPr txBox="1"/>
          <p:nvPr/>
        </p:nvSpPr>
        <p:spPr>
          <a:xfrm>
            <a:off x="602353" y="3138785"/>
            <a:ext cx="77815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b="1" u="sng" dirty="0"/>
              <a:t>KEY FEATURES</a:t>
            </a:r>
            <a:r>
              <a:rPr lang="en-US" dirty="0"/>
              <a:t>:</a:t>
            </a:r>
          </a:p>
          <a:p>
            <a:pPr latinLnBrk="1"/>
            <a:r>
              <a:rPr lang="en-US" dirty="0"/>
              <a:t>✓ Soil moisture monitoring</a:t>
            </a:r>
          </a:p>
          <a:p>
            <a:pPr latinLnBrk="1"/>
            <a:r>
              <a:rPr lang="en-US" dirty="0"/>
              <a:t>✓ Temperature tracking  </a:t>
            </a:r>
          </a:p>
          <a:p>
            <a:pPr latinLnBrk="1"/>
            <a:r>
              <a:rPr lang="en-US" dirty="0"/>
              <a:t>✓ Automated alerts</a:t>
            </a:r>
          </a:p>
          <a:p>
            <a:pPr latinLnBrk="1"/>
            <a:r>
              <a:rPr lang="en-US" dirty="0"/>
              <a:t>✓ Health scoring system</a:t>
            </a:r>
          </a:p>
          <a:p>
            <a:pPr latinLnBrk="1"/>
            <a:r>
              <a:rPr lang="en-US" dirty="0"/>
              <a:t>✓ Historical trend analysis</a:t>
            </a:r>
          </a:p>
          <a:p>
            <a:br>
              <a:rPr lang="en-US" dirty="0"/>
            </a:b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61913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A82F-FC3E-866B-EED3-6557524E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Target Users &amp; Benefits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A9671-1C13-2532-4C93-EA0C71EA473C}"/>
              </a:ext>
            </a:extLst>
          </p:cNvPr>
          <p:cNvSpPr/>
          <p:nvPr/>
        </p:nvSpPr>
        <p:spPr>
          <a:xfrm>
            <a:off x="990600" y="3810000"/>
            <a:ext cx="2819400" cy="1630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atinLnBrk="1"/>
            <a:r>
              <a:rPr lang="en-US" b="1" dirty="0"/>
              <a:t>AGRICULTURAL EXPERTS</a:t>
            </a:r>
            <a:r>
              <a:rPr lang="en-US" dirty="0"/>
              <a:t>:</a:t>
            </a:r>
          </a:p>
          <a:p>
            <a:pPr latinLnBrk="1"/>
            <a:r>
              <a:rPr lang="en-US" dirty="0"/>
              <a:t>• Remote monitoring</a:t>
            </a:r>
          </a:p>
          <a:p>
            <a:pPr latinLnBrk="1"/>
            <a:r>
              <a:rPr lang="en-US" dirty="0"/>
              <a:t>• Data for research</a:t>
            </a:r>
          </a:p>
          <a:p>
            <a:pPr latinLnBrk="1"/>
            <a:r>
              <a:rPr lang="en-US" dirty="0"/>
              <a:t>• Better recommendations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E3E57E-0EE7-82D8-9C39-7E9117086819}"/>
              </a:ext>
            </a:extLst>
          </p:cNvPr>
          <p:cNvSpPr/>
          <p:nvPr/>
        </p:nvSpPr>
        <p:spPr>
          <a:xfrm>
            <a:off x="990600" y="1295400"/>
            <a:ext cx="2819400" cy="1630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atinLnBrk="1"/>
            <a:r>
              <a:rPr lang="en-US" b="1" dirty="0"/>
              <a:t>FARMERS:</a:t>
            </a:r>
          </a:p>
          <a:p>
            <a:pPr latinLnBrk="1"/>
            <a:r>
              <a:rPr lang="en-US" dirty="0"/>
              <a:t>• Early problem detection</a:t>
            </a:r>
          </a:p>
          <a:p>
            <a:pPr latinLnBrk="1"/>
            <a:r>
              <a:rPr lang="en-US" dirty="0"/>
              <a:t>• Better yield predictions</a:t>
            </a:r>
          </a:p>
          <a:p>
            <a:pPr latinLnBrk="1"/>
            <a:r>
              <a:rPr lang="en-US" dirty="0"/>
              <a:t>• Reduced manual work</a:t>
            </a:r>
          </a:p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143776-B9BE-9696-B93B-A719A52FAF66}"/>
              </a:ext>
            </a:extLst>
          </p:cNvPr>
          <p:cNvSpPr/>
          <p:nvPr/>
        </p:nvSpPr>
        <p:spPr>
          <a:xfrm>
            <a:off x="4419600" y="3810000"/>
            <a:ext cx="3124200" cy="1630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atinLnBrk="1"/>
            <a:r>
              <a:rPr lang="en-US" b="1" dirty="0"/>
              <a:t>EXPECTED OUTCOMES:</a:t>
            </a:r>
          </a:p>
          <a:p>
            <a:pPr latinLnBrk="1"/>
            <a:r>
              <a:rPr lang="en-US" dirty="0"/>
              <a:t>• 30% reduction in crop loss</a:t>
            </a:r>
          </a:p>
          <a:p>
            <a:pPr latinLnBrk="1"/>
            <a:r>
              <a:rPr lang="en-US" dirty="0"/>
              <a:t>• 15% increase in yields</a:t>
            </a:r>
          </a:p>
          <a:p>
            <a:pPr latinLnBrk="1"/>
            <a:r>
              <a:rPr lang="en-US" dirty="0"/>
              <a:t>• Data-driven farming decisions</a:t>
            </a:r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3F135C-7BCB-F3D7-17E6-974F0E108BFD}"/>
              </a:ext>
            </a:extLst>
          </p:cNvPr>
          <p:cNvSpPr/>
          <p:nvPr/>
        </p:nvSpPr>
        <p:spPr>
          <a:xfrm>
            <a:off x="4419600" y="1295400"/>
            <a:ext cx="3124200" cy="1630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atinLnBrk="1"/>
            <a:r>
              <a:rPr lang="en-US" b="1" dirty="0"/>
              <a:t>GOVERNMENT:</a:t>
            </a:r>
          </a:p>
          <a:p>
            <a:pPr latinLnBrk="1"/>
            <a:r>
              <a:rPr lang="en-US" dirty="0"/>
              <a:t>• Agricultural data</a:t>
            </a:r>
          </a:p>
          <a:p>
            <a:pPr latinLnBrk="1"/>
            <a:r>
              <a:rPr lang="en-US" dirty="0"/>
              <a:t>• Food security planning</a:t>
            </a:r>
          </a:p>
          <a:p>
            <a:pPr latinLnBrk="1"/>
            <a:r>
              <a:rPr lang="en-US" dirty="0"/>
              <a:t>• Policy development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4A3E8-E3B0-AE4D-4086-321EFB9E2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0800000">
            <a:off x="52718" y="5562600"/>
            <a:ext cx="9144000" cy="1257436"/>
          </a:xfrm>
          <a:prstGeom prst="rect">
            <a:avLst/>
          </a:prstGeom>
          <a:gradFill flip="none" rotWithShape="1">
            <a:gsLst>
              <a:gs pos="0">
                <a:srgbClr val="D9CFBB"/>
              </a:gs>
              <a:gs pos="100000">
                <a:srgbClr val="AE9878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2AD4D0-EB99-F6E4-0527-3B2386E92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0800000">
            <a:off x="52718" y="5620698"/>
            <a:ext cx="9144000" cy="1199337"/>
          </a:xfrm>
          <a:prstGeom prst="rect">
            <a:avLst/>
          </a:prstGeom>
          <a:gradFill flip="none" rotWithShape="1">
            <a:gsLst>
              <a:gs pos="0">
                <a:srgbClr val="D9CFBB"/>
              </a:gs>
              <a:gs pos="100000">
                <a:srgbClr val="AE9878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26" name="Picture 2" descr="MINAGRI: Rwanda’s agriculture sector transformation journey over the ...">
            <a:extLst>
              <a:ext uri="{FF2B5EF4-FFF2-40B4-BE49-F238E27FC236}">
                <a16:creationId xmlns:a16="http://schemas.microsoft.com/office/drawing/2014/main" id="{25360C26-1B2E-6503-AC1B-81BF73D95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0" y="76200"/>
            <a:ext cx="8797450" cy="650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66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6A74-BF98-7167-2712-B41568E2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0046"/>
            <a:ext cx="8229600" cy="31675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BUSINESS INTELLIGENCE INTEGRATION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4B9C4-D074-2D4D-EA77-F04E1C7DAB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85749" y="1285875"/>
            <a:ext cx="8725239" cy="51911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284557-DCF3-9EA5-457B-EB08D992789D}"/>
              </a:ext>
            </a:extLst>
          </p:cNvPr>
          <p:cNvSpPr txBox="1"/>
          <p:nvPr/>
        </p:nvSpPr>
        <p:spPr>
          <a:xfrm>
            <a:off x="1257300" y="1760984"/>
            <a:ext cx="7600951" cy="424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Menlo"/>
              </a:rPr>
              <a:t>PREDICTIVE ANALYTICS: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Disease outbreak prediction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Optimal harvest timing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Yield forecasting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Menlo"/>
              </a:rPr>
              <a:t>DASHBOARDS: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Real-time farm health overview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Alert management console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Historical trend analysis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Menlo"/>
              </a:rPr>
              <a:t>DATA-DRIVEN DECISIONS: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Water usage optimization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Fertilizer scheduling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Crop rotation planning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Menlo"/>
              </a:rPr>
              <a:t>FUTURE EXPANSION: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Mobile app integration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Weather data integration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• Market price correlation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0BA8E1-6672-0285-E62D-9D2B1816BDAC}"/>
              </a:ext>
            </a:extLst>
          </p:cNvPr>
          <p:cNvSpPr/>
          <p:nvPr/>
        </p:nvSpPr>
        <p:spPr>
          <a:xfrm>
            <a:off x="5257800" y="2362200"/>
            <a:ext cx="45719" cy="45719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998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05526_Plant growth graphic_RVA_v3" id="{6F452011-8F46-4B7D-85D4-7F16024E58FB}" vid="{80538E02-D2A7-4A72-8715-66F98E9EB6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7FF3AE-996E-4911-B711-22CB7019F5E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D1C23080-0615-486F-91DA-DBDB186D25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41EB15-7577-4CDA-B364-BDB86E32BD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 growth graphic</Template>
  <TotalTime>62</TotalTime>
  <Words>253</Words>
  <Application>Microsoft Office PowerPoint</Application>
  <PresentationFormat>On-screen Show (4:3)</PresentationFormat>
  <Paragraphs>73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Narrow</vt:lpstr>
      <vt:lpstr>Calibri</vt:lpstr>
      <vt:lpstr>Menlo</vt:lpstr>
      <vt:lpstr>Office Theme</vt:lpstr>
      <vt:lpstr>Slide 1</vt:lpstr>
      <vt:lpstr>THE CHALLENGE</vt:lpstr>
      <vt:lpstr>OUR SOLUTION: Smart Monitoring System</vt:lpstr>
      <vt:lpstr>Target Users &amp; Benefits </vt:lpstr>
      <vt:lpstr>BUSINESS INTELLIGENCE INTEGRATION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HIRWA ROY</dc:creator>
  <cp:lastModifiedBy>HIRWA ROY</cp:lastModifiedBy>
  <cp:revision>2</cp:revision>
  <dcterms:created xsi:type="dcterms:W3CDTF">2025-11-17T11:46:50Z</dcterms:created>
  <dcterms:modified xsi:type="dcterms:W3CDTF">2025-11-17T12:49:25Z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